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Ex2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6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7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8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1.xml" ContentType="application/vnd.openxmlformats-officedocument.presentationml.notesSlide+xml"/>
  <Override PartName="/ppt/charts/chart11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2.xml" ContentType="application/vnd.openxmlformats-officedocument.presentationml.notesSlide+xml"/>
  <Override PartName="/ppt/charts/chart12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3.xml" ContentType="application/vnd.openxmlformats-officedocument.presentationml.notesSlide+xml"/>
  <Override PartName="/ppt/charts/chart13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4.xml" ContentType="application/vnd.openxmlformats-officedocument.presentationml.notesSlide+xml"/>
  <Override PartName="/ppt/charts/chart14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18.xml" ContentType="application/vnd.openxmlformats-officedocument.presentationml.notesSlide+xml"/>
  <Override PartName="/ppt/charts/chart18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9.xml" ContentType="application/vnd.openxmlformats-officedocument.presentationml.notesSlide+xml"/>
  <Override PartName="/ppt/charts/chart19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20.xml" ContentType="application/vnd.openxmlformats-officedocument.presentationml.notesSlide+xml"/>
  <Override PartName="/ppt/charts/chart20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21.xml" ContentType="application/vnd.openxmlformats-officedocument.presentationml.notesSlide+xml"/>
  <Override PartName="/ppt/charts/chart21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22.xml" ContentType="application/vnd.openxmlformats-officedocument.presentationml.notesSlide+xml"/>
  <Override PartName="/ppt/charts/chart22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23.xml" ContentType="application/vnd.openxmlformats-officedocument.presentationml.notesSlide+xml"/>
  <Override PartName="/ppt/charts/chart23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24.xml" ContentType="application/vnd.openxmlformats-officedocument.presentationml.notesSlide+xml"/>
  <Override PartName="/ppt/charts/chart24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25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notesSlides/notesSlide28.xml" ContentType="application/vnd.openxmlformats-officedocument.presentationml.notesSlide+xml"/>
  <Override PartName="/ppt/charts/chart26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9.xml" ContentType="application/vnd.openxmlformats-officedocument.presentationml.notesSlide+xml"/>
  <Override PartName="/ppt/charts/chart28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29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0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31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notesSlides/notesSlide32.xml" ContentType="application/vnd.openxmlformats-officedocument.presentationml.notesSlide+xml"/>
  <Override PartName="/ppt/charts/chart32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notesSlides/notesSlide33.xml" ContentType="application/vnd.openxmlformats-officedocument.presentationml.notesSlide+xml"/>
  <Override PartName="/ppt/charts/chart33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4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notesSlides/notesSlide34.xml" ContentType="application/vnd.openxmlformats-officedocument.presentationml.notesSlide+xml"/>
  <Override PartName="/ppt/charts/chart35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6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Ex3.xml" ContentType="application/vnd.ms-office.chartex+xml"/>
  <Override PartName="/ppt/charts/style39.xml" ContentType="application/vnd.ms-office.chartstyle+xml"/>
  <Override PartName="/ppt/charts/colors39.xml" ContentType="application/vnd.ms-office.chartcolorstyle+xml"/>
  <Override PartName="/ppt/charts/chart37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notesSlides/notesSlide35.xml" ContentType="application/vnd.openxmlformats-officedocument.presentationml.notesSlide+xml"/>
  <Override PartName="/ppt/charts/chart38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notesSlides/notesSlide36.xml" ContentType="application/vnd.openxmlformats-officedocument.presentationml.notesSlide+xml"/>
  <Override PartName="/ppt/charts/chart39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notesSlides/notesSlide37.xml" ContentType="application/vnd.openxmlformats-officedocument.presentationml.notesSlide+xml"/>
  <Override PartName="/ppt/charts/chart40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notesSlides/notesSlide38.xml" ContentType="application/vnd.openxmlformats-officedocument.presentationml.notesSlide+xml"/>
  <Override PartName="/ppt/charts/chart41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notesSlides/notesSlide39.xml" ContentType="application/vnd.openxmlformats-officedocument.presentationml.notesSlide+xml"/>
  <Override PartName="/ppt/charts/chart42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theme/themeOverride2.xml" ContentType="application/vnd.openxmlformats-officedocument.themeOverride+xml"/>
  <Override PartName="/ppt/drawings/drawing1.xml" ContentType="application/vnd.openxmlformats-officedocument.drawingml.chartshapes+xml"/>
  <Override PartName="/ppt/notesSlides/notesSlide40.xml" ContentType="application/vnd.openxmlformats-officedocument.presentationml.notesSlide+xml"/>
  <Override PartName="/ppt/charts/chart43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4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notesSlides/notesSlide41.xml" ContentType="application/vnd.openxmlformats-officedocument.presentationml.notesSlide+xml"/>
  <Override PartName="/ppt/charts/chart45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notesSlides/notesSlide42.xml" ContentType="application/vnd.openxmlformats-officedocument.presentationml.notesSlide+xml"/>
  <Override PartName="/ppt/charts/chart46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47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notesSlides/notesSlide43.xml" ContentType="application/vnd.openxmlformats-officedocument.presentationml.notesSlide+xml"/>
  <Override PartName="/ppt/charts/chart48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notesSlides/notesSlide44.xml" ContentType="application/vnd.openxmlformats-officedocument.presentationml.notesSlide+xml"/>
  <Override PartName="/ppt/charts/chart49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theme/themeOverride3.xml" ContentType="application/vnd.openxmlformats-officedocument.themeOverride+xml"/>
  <Override PartName="/ppt/notesSlides/notesSlide45.xml" ContentType="application/vnd.openxmlformats-officedocument.presentationml.notesSlide+xml"/>
  <Override PartName="/ppt/charts/chart50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Ex4.xml" ContentType="application/vnd.ms-office.chartex+xml"/>
  <Override PartName="/ppt/charts/style54.xml" ContentType="application/vnd.ms-office.chartstyle+xml"/>
  <Override PartName="/ppt/charts/colors54.xml" ContentType="application/vnd.ms-office.chartcolorstyle+xml"/>
  <Override PartName="/ppt/theme/themeOverride4.xml" ContentType="application/vnd.openxmlformats-officedocument.themeOverr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rts/chart51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52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notesSlides/notesSlide50.xml" ContentType="application/vnd.openxmlformats-officedocument.presentationml.notesSlide+xml"/>
  <Override PartName="/ppt/charts/chart53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notesSlides/notesSlide51.xml" ContentType="application/vnd.openxmlformats-officedocument.presentationml.notesSlide+xml"/>
  <Override PartName="/ppt/charts/chart54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5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56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notesSlides/notesSlide52.xml" ContentType="application/vnd.openxmlformats-officedocument.presentationml.notesSlide+xml"/>
  <Override PartName="/ppt/charts/chart57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58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notesSlides/notesSlide53.xml" ContentType="application/vnd.openxmlformats-officedocument.presentationml.notesSlide+xml"/>
  <Override PartName="/ppt/charts/chart59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charts/chart60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1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notesSlides/notesSlide56.xml" ContentType="application/vnd.openxmlformats-officedocument.presentationml.notesSlide+xml"/>
  <Override PartName="/ppt/charts/chart62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63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notesSlides/notesSlide57.xml" ContentType="application/vnd.openxmlformats-officedocument.presentationml.notesSlide+xml"/>
  <Override PartName="/ppt/charts/chart64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65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66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67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charts/chart68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charts/chart69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70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charts/chart71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charts/chart72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73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charts/chart74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charts/chart75.xml" ContentType="application/vnd.openxmlformats-officedocument.drawingml.chart+xml"/>
  <Override PartName="/ppt/charts/style79.xml" ContentType="application/vnd.ms-office.chartstyle+xml"/>
  <Override PartName="/ppt/charts/colors79.xml" ContentType="application/vnd.ms-office.chartcolorstyle+xml"/>
  <Override PartName="/ppt/notesSlides/notesSlide58.xml" ContentType="application/vnd.openxmlformats-officedocument.presentationml.notesSlide+xml"/>
  <Override PartName="/ppt/charts/chart76.xml" ContentType="application/vnd.openxmlformats-officedocument.drawingml.chart+xml"/>
  <Override PartName="/ppt/charts/style80.xml" ContentType="application/vnd.ms-office.chartstyle+xml"/>
  <Override PartName="/ppt/charts/colors80.xml" ContentType="application/vnd.ms-office.chartcolorstyle+xml"/>
  <Override PartName="/ppt/charts/chart77.xml" ContentType="application/vnd.openxmlformats-officedocument.drawingml.chart+xml"/>
  <Override PartName="/ppt/charts/style81.xml" ContentType="application/vnd.ms-office.chartstyle+xml"/>
  <Override PartName="/ppt/charts/colors81.xml" ContentType="application/vnd.ms-office.chartcolorstyle+xml"/>
  <Override PartName="/ppt/charts/chart78.xml" ContentType="application/vnd.openxmlformats-officedocument.drawingml.chart+xml"/>
  <Override PartName="/ppt/charts/style82.xml" ContentType="application/vnd.ms-office.chartstyle+xml"/>
  <Override PartName="/ppt/charts/colors82.xml" ContentType="application/vnd.ms-office.chartcolorstyle+xml"/>
  <Override PartName="/ppt/charts/chart79.xml" ContentType="application/vnd.openxmlformats-officedocument.drawingml.chart+xml"/>
  <Override PartName="/ppt/charts/style83.xml" ContentType="application/vnd.ms-office.chartstyle+xml"/>
  <Override PartName="/ppt/charts/colors83.xml" ContentType="application/vnd.ms-office.chartcolorstyle+xml"/>
  <Override PartName="/ppt/charts/chart80.xml" ContentType="application/vnd.openxmlformats-officedocument.drawingml.chart+xml"/>
  <Override PartName="/ppt/charts/style84.xml" ContentType="application/vnd.ms-office.chartstyle+xml"/>
  <Override PartName="/ppt/charts/colors84.xml" ContentType="application/vnd.ms-office.chartcolorstyle+xml"/>
  <Override PartName="/ppt/charts/chart81.xml" ContentType="application/vnd.openxmlformats-officedocument.drawingml.chart+xml"/>
  <Override PartName="/ppt/charts/style85.xml" ContentType="application/vnd.ms-office.chartstyle+xml"/>
  <Override PartName="/ppt/charts/colors85.xml" ContentType="application/vnd.ms-office.chartcolorstyle+xml"/>
  <Override PartName="/ppt/charts/chart82.xml" ContentType="application/vnd.openxmlformats-officedocument.drawingml.chart+xml"/>
  <Override PartName="/ppt/charts/style86.xml" ContentType="application/vnd.ms-office.chartstyle+xml"/>
  <Override PartName="/ppt/charts/colors86.xml" ContentType="application/vnd.ms-office.chartcolorstyle+xml"/>
  <Override PartName="/ppt/charts/chart83.xml" ContentType="application/vnd.openxmlformats-officedocument.drawingml.chart+xml"/>
  <Override PartName="/ppt/charts/style87.xml" ContentType="application/vnd.ms-office.chartstyle+xml"/>
  <Override PartName="/ppt/charts/colors87.xml" ContentType="application/vnd.ms-office.chartcolorstyle+xml"/>
  <Override PartName="/ppt/charts/chart84.xml" ContentType="application/vnd.openxmlformats-officedocument.drawingml.chart+xml"/>
  <Override PartName="/ppt/charts/style88.xml" ContentType="application/vnd.ms-office.chartstyle+xml"/>
  <Override PartName="/ppt/charts/colors88.xml" ContentType="application/vnd.ms-office.chartcolorstyle+xml"/>
  <Override PartName="/ppt/charts/chart85.xml" ContentType="application/vnd.openxmlformats-officedocument.drawingml.chart+xml"/>
  <Override PartName="/ppt/charts/style89.xml" ContentType="application/vnd.ms-office.chartstyle+xml"/>
  <Override PartName="/ppt/charts/colors89.xml" ContentType="application/vnd.ms-office.chartcolorstyle+xml"/>
  <Override PartName="/ppt/charts/chart86.xml" ContentType="application/vnd.openxmlformats-officedocument.drawingml.chart+xml"/>
  <Override PartName="/ppt/charts/style90.xml" ContentType="application/vnd.ms-office.chartstyle+xml"/>
  <Override PartName="/ppt/charts/colors90.xml" ContentType="application/vnd.ms-office.chartcolorstyle+xml"/>
  <Override PartName="/ppt/charts/chart87.xml" ContentType="application/vnd.openxmlformats-officedocument.drawingml.chart+xml"/>
  <Override PartName="/ppt/charts/style91.xml" ContentType="application/vnd.ms-office.chartstyle+xml"/>
  <Override PartName="/ppt/charts/colors91.xml" ContentType="application/vnd.ms-office.chartcolorstyle+xml"/>
  <Override PartName="/ppt/charts/chart88.xml" ContentType="application/vnd.openxmlformats-officedocument.drawingml.chart+xml"/>
  <Override PartName="/ppt/charts/style92.xml" ContentType="application/vnd.ms-office.chartstyle+xml"/>
  <Override PartName="/ppt/charts/colors92.xml" ContentType="application/vnd.ms-office.chartcolorstyle+xml"/>
  <Override PartName="/ppt/notesSlides/notesSlide59.xml" ContentType="application/vnd.openxmlformats-officedocument.presentationml.notesSlide+xml"/>
  <Override PartName="/ppt/charts/chart89.xml" ContentType="application/vnd.openxmlformats-officedocument.drawingml.chart+xml"/>
  <Override PartName="/ppt/charts/style93.xml" ContentType="application/vnd.ms-office.chartstyle+xml"/>
  <Override PartName="/ppt/charts/colors93.xml" ContentType="application/vnd.ms-office.chartcolorstyle+xml"/>
  <Override PartName="/ppt/charts/chart90.xml" ContentType="application/vnd.openxmlformats-officedocument.drawingml.chart+xml"/>
  <Override PartName="/ppt/charts/style94.xml" ContentType="application/vnd.ms-office.chartstyle+xml"/>
  <Override PartName="/ppt/charts/colors94.xml" ContentType="application/vnd.ms-office.chartcolorstyle+xml"/>
  <Override PartName="/ppt/notesSlides/notesSlide60.xml" ContentType="application/vnd.openxmlformats-officedocument.presentationml.notesSlide+xml"/>
  <Override PartName="/ppt/charts/chart91.xml" ContentType="application/vnd.openxmlformats-officedocument.drawingml.chart+xml"/>
  <Override PartName="/ppt/charts/style95.xml" ContentType="application/vnd.ms-office.chartstyle+xml"/>
  <Override PartName="/ppt/charts/colors95.xml" ContentType="application/vnd.ms-office.chartcolorstyle+xml"/>
  <Override PartName="/ppt/charts/chart92.xml" ContentType="application/vnd.openxmlformats-officedocument.drawingml.chart+xml"/>
  <Override PartName="/ppt/charts/style96.xml" ContentType="application/vnd.ms-office.chartstyle+xml"/>
  <Override PartName="/ppt/charts/colors96.xml" ContentType="application/vnd.ms-office.chartcolorstyle+xml"/>
  <Override PartName="/ppt/charts/chart93.xml" ContentType="application/vnd.openxmlformats-officedocument.drawingml.chart+xml"/>
  <Override PartName="/ppt/charts/style97.xml" ContentType="application/vnd.ms-office.chartstyle+xml"/>
  <Override PartName="/ppt/charts/colors97.xml" ContentType="application/vnd.ms-office.chartcolorstyle+xml"/>
  <Override PartName="/ppt/charts/chart94.xml" ContentType="application/vnd.openxmlformats-officedocument.drawingml.chart+xml"/>
  <Override PartName="/ppt/charts/style98.xml" ContentType="application/vnd.ms-office.chartstyle+xml"/>
  <Override PartName="/ppt/charts/colors98.xml" ContentType="application/vnd.ms-office.chartcolorstyle+xml"/>
  <Override PartName="/ppt/notesSlides/notesSlide61.xml" ContentType="application/vnd.openxmlformats-officedocument.presentationml.notesSlide+xml"/>
  <Override PartName="/ppt/charts/chart95.xml" ContentType="application/vnd.openxmlformats-officedocument.drawingml.chart+xml"/>
  <Override PartName="/ppt/charts/style99.xml" ContentType="application/vnd.ms-office.chartstyle+xml"/>
  <Override PartName="/ppt/charts/colors99.xml" ContentType="application/vnd.ms-office.chartcolorstyl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charts/chart96.xml" ContentType="application/vnd.openxmlformats-officedocument.drawingml.chart+xml"/>
  <Override PartName="/ppt/charts/style100.xml" ContentType="application/vnd.ms-office.chartstyle+xml"/>
  <Override PartName="/ppt/charts/colors100.xml" ContentType="application/vnd.ms-office.chartcolorstyle+xml"/>
  <Override PartName="/ppt/theme/themeOverride5.xml" ContentType="application/vnd.openxmlformats-officedocument.themeOverride+xml"/>
  <Override PartName="/ppt/charts/chart97.xml" ContentType="application/vnd.openxmlformats-officedocument.drawingml.chart+xml"/>
  <Override PartName="/ppt/charts/style101.xml" ContentType="application/vnd.ms-office.chartstyle+xml"/>
  <Override PartName="/ppt/charts/colors101.xml" ContentType="application/vnd.ms-office.chartcolorstyle+xml"/>
  <Override PartName="/ppt/theme/themeOverride6.xml" ContentType="application/vnd.openxmlformats-officedocument.themeOverride+xml"/>
  <Override PartName="/ppt/notesSlides/notesSlide65.xml" ContentType="application/vnd.openxmlformats-officedocument.presentationml.notesSlide+xml"/>
  <Override PartName="/ppt/charts/chart98.xml" ContentType="application/vnd.openxmlformats-officedocument.drawingml.chart+xml"/>
  <Override PartName="/ppt/charts/style102.xml" ContentType="application/vnd.ms-office.chartstyle+xml"/>
  <Override PartName="/ppt/charts/colors102.xml" ContentType="application/vnd.ms-office.chartcolorstyl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705" r:id="rId5"/>
    <p:sldMasterId id="2147483742" r:id="rId6"/>
  </p:sldMasterIdLst>
  <p:notesMasterIdLst>
    <p:notesMasterId r:id="rId89"/>
  </p:notesMasterIdLst>
  <p:handoutMasterIdLst>
    <p:handoutMasterId r:id="rId90"/>
  </p:handout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2505132E-1199-429A-AA21-862E5EF16EF0}">
          <p14:sldIdLst>
            <p14:sldId id="4416"/>
            <p14:sldId id="4715"/>
            <p14:sldId id="4717"/>
            <p14:sldId id="4716"/>
            <p14:sldId id="4718"/>
            <p14:sldId id="4712"/>
            <p14:sldId id="4713"/>
            <p14:sldId id="4714"/>
            <p14:sldId id="4523"/>
            <p14:sldId id="4542"/>
            <p14:sldId id="4543"/>
            <p14:sldId id="4544"/>
            <p14:sldId id="4545"/>
            <p14:sldId id="4549"/>
            <p14:sldId id="4723"/>
            <p14:sldId id="4667"/>
            <p14:sldId id="4709"/>
            <p14:sldId id="4546"/>
            <p14:sldId id="4547"/>
            <p14:sldId id="4670"/>
            <p14:sldId id="4672"/>
            <p14:sldId id="4703"/>
            <p14:sldId id="4671"/>
            <p14:sldId id="4673"/>
            <p14:sldId id="4710"/>
            <p14:sldId id="4705"/>
            <p14:sldId id="4704"/>
            <p14:sldId id="4711"/>
            <p14:sldId id="4700"/>
            <p14:sldId id="4701"/>
            <p14:sldId id="4725"/>
            <p14:sldId id="4728"/>
            <p14:sldId id="4668"/>
            <p14:sldId id="4548"/>
            <p14:sldId id="4550"/>
            <p14:sldId id="4551"/>
            <p14:sldId id="4552"/>
            <p14:sldId id="4666"/>
            <p14:sldId id="4553"/>
            <p14:sldId id="4555"/>
            <p14:sldId id="4556"/>
            <p14:sldId id="4557"/>
            <p14:sldId id="4558"/>
            <p14:sldId id="4559"/>
            <p14:sldId id="4560"/>
            <p14:sldId id="4561"/>
            <p14:sldId id="4562"/>
            <p14:sldId id="4563"/>
            <p14:sldId id="4564"/>
            <p14:sldId id="4669"/>
            <p14:sldId id="314"/>
            <p14:sldId id="4663"/>
            <p14:sldId id="268"/>
            <p14:sldId id="4707"/>
            <p14:sldId id="4600"/>
            <p14:sldId id="4604"/>
            <p14:sldId id="4602"/>
            <p14:sldId id="4606"/>
            <p14:sldId id="4601"/>
            <p14:sldId id="4603"/>
            <p14:sldId id="4706"/>
            <p14:sldId id="4719"/>
            <p14:sldId id="1240"/>
            <p14:sldId id="4720"/>
            <p14:sldId id="1242"/>
            <p14:sldId id="1243"/>
            <p14:sldId id="1247"/>
            <p14:sldId id="1246"/>
            <p14:sldId id="4721"/>
            <p14:sldId id="4722"/>
            <p14:sldId id="1241"/>
            <p14:sldId id="4729"/>
            <p14:sldId id="1258"/>
            <p14:sldId id="1259"/>
            <p14:sldId id="1245"/>
            <p14:sldId id="1244"/>
            <p14:sldId id="4727"/>
            <p14:sldId id="4726"/>
            <p14:sldId id="3929"/>
            <p14:sldId id="4532"/>
            <p14:sldId id="4554"/>
            <p14:sldId id="46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C0020C-B79F-DF5E-5C75-28DFAE41116F}" name="Tate Davis" initials="TD" userId="S::Tate@kbagroup.com::f595b75e-364f-4c2b-8e99-1a9ec0ed750c" providerId="AD"/>
  <p188:author id="{F1960D12-07A9-FC61-3FE4-F316FE3865BE}" name="Leland Alexander" initials="LA" userId="S::Leland@kbagroup.com::3c85ec47-7568-4284-95e1-483f3e9867bd" providerId="AD"/>
  <p188:author id="{3D9EEC19-4D40-1975-7DCB-6325B2F3BDDC}" name="David Losson" initials="DL" userId="S::David@kbagroup.com::1a593545-e5a5-495d-a79c-1ae70b428b69" providerId="AD"/>
  <p188:author id="{0EA20628-78CD-4A63-1C0A-13B10393EC42}" name="Trevor Butler" initials="TB" userId="S::trevor@kbagroup.com::c193d00e-197d-432a-9369-6806d0c0da70" providerId="AD"/>
  <p188:author id="{CCB19C33-4B66-EB3B-77FF-047143AA16E1}" name="Geoff Koski" initials="GK" userId="S::geoff@kbagroup.com::367ef19e-8bd8-4567-ad0e-a056b951ad0b" providerId="AD"/>
  <p188:author id="{608CF75A-B613-EB79-AC37-57B4F8051A48}" name="Claire Breeden" initials="CB" userId="S::claire@kbagroup.com::ea711708-ef87-47b9-920d-3217db195712" providerId="AD"/>
  <p188:author id="{00E6209B-8BED-F500-61A4-773F71FE2AC8}" name="Cassandra Ekwegwo" initials="CE" userId="S::cassandra@kbagroup.com::8440be82-84da-4552-80e8-5363bea17a94" providerId="AD"/>
  <p188:author id="{E914CEBB-7168-4F30-D81F-251E6057C305}" name="Arthur Santos Miranda" initials="AS" userId="S::arthur@kbagroup.com::6c544aab-e3b3-40da-9a3e-0699955232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7F3"/>
    <a:srgbClr val="F4DFE0"/>
    <a:srgbClr val="AF1A26"/>
    <a:srgbClr val="7F7F7F"/>
    <a:srgbClr val="CDDDAC"/>
    <a:srgbClr val="003300"/>
    <a:srgbClr val="DFEFFF"/>
    <a:srgbClr val="99CCFF"/>
    <a:srgbClr val="DFA7A6"/>
    <a:srgbClr val="A5D5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85" autoAdjust="0"/>
  </p:normalViewPr>
  <p:slideViewPr>
    <p:cSldViewPr snapToGrid="0">
      <p:cViewPr varScale="1">
        <p:scale>
          <a:sx n="74" d="100"/>
          <a:sy n="74" d="100"/>
        </p:scale>
        <p:origin x="93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9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90" Type="http://schemas.openxmlformats.org/officeDocument/2006/relationships/handoutMaster" Target="handoutMasters/handoutMaster1.xml"/><Relationship Id="rId95" Type="http://schemas.microsoft.com/office/2016/11/relationships/changesInfo" Target="changesInfos/changesInfo1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91" Type="http://schemas.openxmlformats.org/officeDocument/2006/relationships/presProps" Target="presProps.xml"/><Relationship Id="rId9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e Wilson" userId="f595b75e-364f-4c2b-8e99-1a9ec0ed750c" providerId="ADAL" clId="{896D7890-173B-434E-9382-AB5B01512E35}"/>
    <pc:docChg chg="undo custSel addSld delSld modSld sldOrd">
      <pc:chgData name="Tate Wilson" userId="f595b75e-364f-4c2b-8e99-1a9ec0ed750c" providerId="ADAL" clId="{896D7890-173B-434E-9382-AB5B01512E35}" dt="2026-07-01T20:45:04.345" v="1021" actId="20577"/>
      <pc:docMkLst>
        <pc:docMk/>
      </pc:docMkLst>
      <pc:sldChg chg="modSp add mod">
        <pc:chgData name="Tate Wilson" userId="f595b75e-364f-4c2b-8e99-1a9ec0ed750c" providerId="ADAL" clId="{896D7890-173B-434E-9382-AB5B01512E35}" dt="2026-06-22T17:48:21.169" v="925" actId="20577"/>
        <pc:sldMkLst>
          <pc:docMk/>
          <pc:sldMk cId="1369652950" sldId="1240"/>
        </pc:sldMkLst>
      </pc:sldChg>
      <pc:sldChg chg="add ord">
        <pc:chgData name="Tate Wilson" userId="f595b75e-364f-4c2b-8e99-1a9ec0ed750c" providerId="ADAL" clId="{896D7890-173B-434E-9382-AB5B01512E35}" dt="2026-06-22T17:47:31.649" v="910"/>
        <pc:sldMkLst>
          <pc:docMk/>
          <pc:sldMk cId="1570083781" sldId="1241"/>
        </pc:sldMkLst>
      </pc:sldChg>
      <pc:sldChg chg="add">
        <pc:chgData name="Tate Wilson" userId="f595b75e-364f-4c2b-8e99-1a9ec0ed750c" providerId="ADAL" clId="{896D7890-173B-434E-9382-AB5B01512E35}" dt="2026-06-22T17:46:47.999" v="908"/>
        <pc:sldMkLst>
          <pc:docMk/>
          <pc:sldMk cId="2589656754" sldId="1242"/>
        </pc:sldMkLst>
      </pc:sldChg>
      <pc:sldChg chg="add">
        <pc:chgData name="Tate Wilson" userId="f595b75e-364f-4c2b-8e99-1a9ec0ed750c" providerId="ADAL" clId="{896D7890-173B-434E-9382-AB5B01512E35}" dt="2026-06-22T17:46:47.999" v="908"/>
        <pc:sldMkLst>
          <pc:docMk/>
          <pc:sldMk cId="835147100" sldId="1243"/>
        </pc:sldMkLst>
      </pc:sldChg>
      <pc:sldChg chg="add ord">
        <pc:chgData name="Tate Wilson" userId="f595b75e-364f-4c2b-8e99-1a9ec0ed750c" providerId="ADAL" clId="{896D7890-173B-434E-9382-AB5B01512E35}" dt="2026-06-22T17:47:31.649" v="910"/>
        <pc:sldMkLst>
          <pc:docMk/>
          <pc:sldMk cId="1675820766" sldId="1244"/>
        </pc:sldMkLst>
      </pc:sldChg>
      <pc:sldChg chg="add ord">
        <pc:chgData name="Tate Wilson" userId="f595b75e-364f-4c2b-8e99-1a9ec0ed750c" providerId="ADAL" clId="{896D7890-173B-434E-9382-AB5B01512E35}" dt="2026-06-22T17:47:31.649" v="910"/>
        <pc:sldMkLst>
          <pc:docMk/>
          <pc:sldMk cId="2858787517" sldId="1245"/>
        </pc:sldMkLst>
      </pc:sldChg>
      <pc:sldChg chg="modSp add mod">
        <pc:chgData name="Tate Wilson" userId="f595b75e-364f-4c2b-8e99-1a9ec0ed750c" providerId="ADAL" clId="{896D7890-173B-434E-9382-AB5B01512E35}" dt="2026-06-22T17:49:22.607" v="933" actId="20577"/>
        <pc:sldMkLst>
          <pc:docMk/>
          <pc:sldMk cId="865617295" sldId="1246"/>
        </pc:sldMkLst>
      </pc:sldChg>
      <pc:sldChg chg="add">
        <pc:chgData name="Tate Wilson" userId="f595b75e-364f-4c2b-8e99-1a9ec0ed750c" providerId="ADAL" clId="{896D7890-173B-434E-9382-AB5B01512E35}" dt="2026-06-22T17:46:47.999" v="908"/>
        <pc:sldMkLst>
          <pc:docMk/>
          <pc:sldMk cId="2013936885" sldId="1247"/>
        </pc:sldMkLst>
      </pc:sldChg>
      <pc:sldChg chg="add ord">
        <pc:chgData name="Tate Wilson" userId="f595b75e-364f-4c2b-8e99-1a9ec0ed750c" providerId="ADAL" clId="{896D7890-173B-434E-9382-AB5B01512E35}" dt="2026-06-22T17:47:31.649" v="910"/>
        <pc:sldMkLst>
          <pc:docMk/>
          <pc:sldMk cId="183785417" sldId="1258"/>
        </pc:sldMkLst>
      </pc:sldChg>
      <pc:sldChg chg="add ord">
        <pc:chgData name="Tate Wilson" userId="f595b75e-364f-4c2b-8e99-1a9ec0ed750c" providerId="ADAL" clId="{896D7890-173B-434E-9382-AB5B01512E35}" dt="2026-06-22T17:47:31.649" v="910"/>
        <pc:sldMkLst>
          <pc:docMk/>
          <pc:sldMk cId="2926134143" sldId="1259"/>
        </pc:sldMkLst>
      </pc:sldChg>
      <pc:sldChg chg="addSp modSp mod">
        <pc:chgData name="Tate Wilson" userId="f595b75e-364f-4c2b-8e99-1a9ec0ed750c" providerId="ADAL" clId="{896D7890-173B-434E-9382-AB5B01512E35}" dt="2026-06-22T19:41:08.602" v="961"/>
        <pc:sldMkLst>
          <pc:docMk/>
          <pc:sldMk cId="3144303302" sldId="4666"/>
        </pc:sldMkLst>
        <pc:graphicFrameChg chg="add mod topLvl modGraphic">
          <ac:chgData name="Tate Wilson" userId="f595b75e-364f-4c2b-8e99-1a9ec0ed750c" providerId="ADAL" clId="{896D7890-173B-434E-9382-AB5B01512E35}" dt="2026-06-22T19:41:08.602" v="961"/>
          <ac:graphicFrameMkLst>
            <pc:docMk/>
            <pc:sldMk cId="3144303302" sldId="4666"/>
            <ac:graphicFrameMk id="7" creationId="{5408D6EB-4885-2BD1-B427-F9D2A3484F22}"/>
          </ac:graphicFrameMkLst>
        </pc:graphicFrameChg>
      </pc:sldChg>
      <pc:sldChg chg="addSp delSp modSp add mod">
        <pc:chgData name="Tate Wilson" userId="f595b75e-364f-4c2b-8e99-1a9ec0ed750c" providerId="ADAL" clId="{896D7890-173B-434E-9382-AB5B01512E35}" dt="2026-06-16T20:26:46.988" v="884" actId="27918"/>
        <pc:sldMkLst>
          <pc:docMk/>
          <pc:sldMk cId="2777225901" sldId="4718"/>
        </pc:sldMkLst>
      </pc:sldChg>
      <pc:sldChg chg="modSp add mod ord">
        <pc:chgData name="Tate Wilson" userId="f595b75e-364f-4c2b-8e99-1a9ec0ed750c" providerId="ADAL" clId="{896D7890-173B-434E-9382-AB5B01512E35}" dt="2026-06-22T17:43:54.336" v="907" actId="20577"/>
        <pc:sldMkLst>
          <pc:docMk/>
          <pc:sldMk cId="4035905745" sldId="4719"/>
        </pc:sldMkLst>
        <pc:spChg chg="mod">
          <ac:chgData name="Tate Wilson" userId="f595b75e-364f-4c2b-8e99-1a9ec0ed750c" providerId="ADAL" clId="{896D7890-173B-434E-9382-AB5B01512E35}" dt="2026-06-22T17:43:54.336" v="907" actId="20577"/>
          <ac:spMkLst>
            <pc:docMk/>
            <pc:sldMk cId="4035905745" sldId="4719"/>
            <ac:spMk id="7" creationId="{F7610E2A-6389-A654-50E7-B4147B1B0AFD}"/>
          </ac:spMkLst>
        </pc:spChg>
      </pc:sldChg>
      <pc:sldChg chg="add">
        <pc:chgData name="Tate Wilson" userId="f595b75e-364f-4c2b-8e99-1a9ec0ed750c" providerId="ADAL" clId="{896D7890-173B-434E-9382-AB5B01512E35}" dt="2026-06-22T17:48:11.769" v="911"/>
        <pc:sldMkLst>
          <pc:docMk/>
          <pc:sldMk cId="1964816231" sldId="4720"/>
        </pc:sldMkLst>
      </pc:sldChg>
      <pc:sldChg chg="modSp add mod">
        <pc:chgData name="Tate Wilson" userId="f595b75e-364f-4c2b-8e99-1a9ec0ed750c" providerId="ADAL" clId="{896D7890-173B-434E-9382-AB5B01512E35}" dt="2026-07-01T20:38:03.662" v="980" actId="20577"/>
        <pc:sldMkLst>
          <pc:docMk/>
          <pc:sldMk cId="48089134" sldId="4721"/>
        </pc:sldMkLst>
        <pc:spChg chg="mod">
          <ac:chgData name="Tate Wilson" userId="f595b75e-364f-4c2b-8e99-1a9ec0ed750c" providerId="ADAL" clId="{896D7890-173B-434E-9382-AB5B01512E35}" dt="2026-06-22T17:49:40.833" v="950" actId="20577"/>
          <ac:spMkLst>
            <pc:docMk/>
            <pc:sldMk cId="48089134" sldId="4721"/>
            <ac:spMk id="2" creationId="{77818CE0-5CD9-C84A-BD2F-3ADA69C3D31E}"/>
          </ac:spMkLst>
        </pc:spChg>
        <pc:spChg chg="mod">
          <ac:chgData name="Tate Wilson" userId="f595b75e-364f-4c2b-8e99-1a9ec0ed750c" providerId="ADAL" clId="{896D7890-173B-434E-9382-AB5B01512E35}" dt="2026-07-01T20:38:03.662" v="980" actId="20577"/>
          <ac:spMkLst>
            <pc:docMk/>
            <pc:sldMk cId="48089134" sldId="4721"/>
            <ac:spMk id="47" creationId="{2AD96F93-92E8-EC92-198B-FC1576FA5B3F}"/>
          </ac:spMkLst>
        </pc:spChg>
      </pc:sldChg>
      <pc:sldChg chg="modSp add mod">
        <pc:chgData name="Tate Wilson" userId="f595b75e-364f-4c2b-8e99-1a9ec0ed750c" providerId="ADAL" clId="{896D7890-173B-434E-9382-AB5B01512E35}" dt="2026-06-22T17:50:31.733" v="958" actId="20577"/>
        <pc:sldMkLst>
          <pc:docMk/>
          <pc:sldMk cId="1886741090" sldId="4722"/>
        </pc:sldMkLst>
        <pc:spChg chg="mod">
          <ac:chgData name="Tate Wilson" userId="f595b75e-364f-4c2b-8e99-1a9ec0ed750c" providerId="ADAL" clId="{896D7890-173B-434E-9382-AB5B01512E35}" dt="2026-06-22T17:50:31.733" v="958" actId="20577"/>
          <ac:spMkLst>
            <pc:docMk/>
            <pc:sldMk cId="1886741090" sldId="4722"/>
            <ac:spMk id="2" creationId="{A949D5D8-15DF-F2E5-919E-B9D54BC4E04B}"/>
          </ac:spMkLst>
        </pc:spChg>
      </pc:sldChg>
      <pc:sldChg chg="modSp mod">
        <pc:chgData name="Tate Wilson" userId="f595b75e-364f-4c2b-8e99-1a9ec0ed750c" providerId="ADAL" clId="{896D7890-173B-434E-9382-AB5B01512E35}" dt="2026-07-01T20:29:48.865" v="963" actId="13926"/>
        <pc:sldMkLst>
          <pc:docMk/>
          <pc:sldMk cId="3354824819" sldId="4725"/>
        </pc:sldMkLst>
        <pc:spChg chg="mod">
          <ac:chgData name="Tate Wilson" userId="f595b75e-364f-4c2b-8e99-1a9ec0ed750c" providerId="ADAL" clId="{896D7890-173B-434E-9382-AB5B01512E35}" dt="2026-07-01T20:29:48.865" v="963" actId="13926"/>
          <ac:spMkLst>
            <pc:docMk/>
            <pc:sldMk cId="3354824819" sldId="4725"/>
            <ac:spMk id="13" creationId="{B7569D5E-BD45-0B1B-94A0-16942CED59E0}"/>
          </ac:spMkLst>
        </pc:spChg>
        <pc:spChg chg="mod">
          <ac:chgData name="Tate Wilson" userId="f595b75e-364f-4c2b-8e99-1a9ec0ed750c" providerId="ADAL" clId="{896D7890-173B-434E-9382-AB5B01512E35}" dt="2026-07-01T20:29:42.281" v="962" actId="13926"/>
          <ac:spMkLst>
            <pc:docMk/>
            <pc:sldMk cId="3354824819" sldId="4725"/>
            <ac:spMk id="15" creationId="{14102FC9-77C2-5771-5A8B-23165976D024}"/>
          </ac:spMkLst>
        </pc:spChg>
      </pc:sldChg>
      <pc:sldChg chg="delSp modSp add mod">
        <pc:chgData name="Tate Wilson" userId="f595b75e-364f-4c2b-8e99-1a9ec0ed750c" providerId="ADAL" clId="{896D7890-173B-434E-9382-AB5B01512E35}" dt="2026-07-01T20:44:57.157" v="1014" actId="13926"/>
        <pc:sldMkLst>
          <pc:docMk/>
          <pc:sldMk cId="1732187796" sldId="4726"/>
        </pc:sldMkLst>
      </pc:sldChg>
      <pc:sldChg chg="modSp add mod">
        <pc:chgData name="Tate Wilson" userId="f595b75e-364f-4c2b-8e99-1a9ec0ed750c" providerId="ADAL" clId="{896D7890-173B-434E-9382-AB5B01512E35}" dt="2026-07-01T20:45:04.345" v="1021" actId="20577"/>
        <pc:sldMkLst>
          <pc:docMk/>
          <pc:sldMk cId="2437582407" sldId="4727"/>
        </pc:sldMkLst>
      </pc:sldChg>
    </pc:docChg>
  </pc:docChgLst>
  <pc:docChgLst>
    <pc:chgData name="Cassandra Ekwegwo" userId="8440be82-84da-4552-80e8-5363bea17a94" providerId="ADAL" clId="{F84CAE9F-16CE-4329-8FB8-B4373CF25EE6}"/>
    <pc:docChg chg="undo redo custSel addSld delSld modSld sldOrd modSection">
      <pc:chgData name="Cassandra Ekwegwo" userId="8440be82-84da-4552-80e8-5363bea17a94" providerId="ADAL" clId="{F84CAE9F-16CE-4329-8FB8-B4373CF25EE6}" dt="2026-07-13T14:05:39.551" v="35056" actId="113"/>
      <pc:docMkLst>
        <pc:docMk/>
      </pc:docMkLst>
      <pc:sldChg chg="addSp delSp modSp mod">
        <pc:chgData name="Cassandra Ekwegwo" userId="8440be82-84da-4552-80e8-5363bea17a94" providerId="ADAL" clId="{F84CAE9F-16CE-4329-8FB8-B4373CF25EE6}" dt="2026-06-25T15:30:46.168" v="22615" actId="20577"/>
        <pc:sldMkLst>
          <pc:docMk/>
          <pc:sldMk cId="1369652950" sldId="1240"/>
        </pc:sldMkLst>
        <pc:spChg chg="mod">
          <ac:chgData name="Cassandra Ekwegwo" userId="8440be82-84da-4552-80e8-5363bea17a94" providerId="ADAL" clId="{F84CAE9F-16CE-4329-8FB8-B4373CF25EE6}" dt="2026-06-23T19:20:48.351" v="21446" actId="113"/>
          <ac:spMkLst>
            <pc:docMk/>
            <pc:sldMk cId="1369652950" sldId="1240"/>
            <ac:spMk id="5" creationId="{1C841174-0C33-BF0E-4CFA-106DC5B279F3}"/>
          </ac:spMkLst>
        </pc:spChg>
        <pc:spChg chg="mod">
          <ac:chgData name="Cassandra Ekwegwo" userId="8440be82-84da-4552-80e8-5363bea17a94" providerId="ADAL" clId="{F84CAE9F-16CE-4329-8FB8-B4373CF25EE6}" dt="2026-06-25T15:30:46.168" v="22615" actId="20577"/>
          <ac:spMkLst>
            <pc:docMk/>
            <pc:sldMk cId="1369652950" sldId="1240"/>
            <ac:spMk id="6" creationId="{3D824EF0-F3C2-8615-FD97-358F34202CBC}"/>
          </ac:spMkLst>
        </pc:spChg>
        <pc:spChg chg="add mod">
          <ac:chgData name="Cassandra Ekwegwo" userId="8440be82-84da-4552-80e8-5363bea17a94" providerId="ADAL" clId="{F84CAE9F-16CE-4329-8FB8-B4373CF25EE6}" dt="2026-06-23T17:59:30.589" v="19928" actId="404"/>
          <ac:spMkLst>
            <pc:docMk/>
            <pc:sldMk cId="1369652950" sldId="1240"/>
            <ac:spMk id="11" creationId="{0BCF7D6E-49AE-131D-3050-1C4EC61A294D}"/>
          </ac:spMkLst>
        </pc:spChg>
        <pc:spChg chg="mod">
          <ac:chgData name="Cassandra Ekwegwo" userId="8440be82-84da-4552-80e8-5363bea17a94" providerId="ADAL" clId="{F84CAE9F-16CE-4329-8FB8-B4373CF25EE6}" dt="2026-06-23T17:59:49.370" v="19930" actId="1076"/>
          <ac:spMkLst>
            <pc:docMk/>
            <pc:sldMk cId="1369652950" sldId="1240"/>
            <ac:spMk id="13" creationId="{FC4A9A47-5E46-A1D6-902E-044968FC2F2F}"/>
          </ac:spMkLst>
        </pc:spChg>
        <pc:spChg chg="mod">
          <ac:chgData name="Cassandra Ekwegwo" userId="8440be82-84da-4552-80e8-5363bea17a94" providerId="ADAL" clId="{F84CAE9F-16CE-4329-8FB8-B4373CF25EE6}" dt="2026-06-23T17:59:57.257" v="19932" actId="1076"/>
          <ac:spMkLst>
            <pc:docMk/>
            <pc:sldMk cId="1369652950" sldId="1240"/>
            <ac:spMk id="14" creationId="{8809345F-67B2-B07D-63D1-6973AFA8C0B2}"/>
          </ac:spMkLst>
        </pc:spChg>
        <pc:grpChg chg="add mod">
          <ac:chgData name="Cassandra Ekwegwo" userId="8440be82-84da-4552-80e8-5363bea17a94" providerId="ADAL" clId="{F84CAE9F-16CE-4329-8FB8-B4373CF25EE6}" dt="2026-06-23T18:00:01.395" v="19933" actId="1076"/>
          <ac:grpSpMkLst>
            <pc:docMk/>
            <pc:sldMk cId="1369652950" sldId="1240"/>
            <ac:grpSpMk id="12" creationId="{AD84F51A-963A-A6E0-FE44-CCC260370D83}"/>
          </ac:grpSpMkLst>
        </pc:grpChg>
        <pc:graphicFrameChg chg="mod">
          <ac:chgData name="Cassandra Ekwegwo" userId="8440be82-84da-4552-80e8-5363bea17a94" providerId="ADAL" clId="{F84CAE9F-16CE-4329-8FB8-B4373CF25EE6}" dt="2026-06-23T17:47:26.624" v="19820" actId="1076"/>
          <ac:graphicFrameMkLst>
            <pc:docMk/>
            <pc:sldMk cId="1369652950" sldId="1240"/>
            <ac:graphicFrameMk id="7" creationId="{6AA741F8-5D62-40E8-F2FD-C61989A4F52E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23T18:06:42.478" v="19962" actId="20577"/>
          <ac:graphicFrameMkLst>
            <pc:docMk/>
            <pc:sldMk cId="1369652950" sldId="1240"/>
            <ac:graphicFrameMk id="10" creationId="{D38B99F5-DC38-EC0A-D046-AA99C205B35D}"/>
          </ac:graphicFrameMkLst>
        </pc:graphicFrameChg>
      </pc:sldChg>
      <pc:sldChg chg="addSp delSp modSp mod">
        <pc:chgData name="Cassandra Ekwegwo" userId="8440be82-84da-4552-80e8-5363bea17a94" providerId="ADAL" clId="{F84CAE9F-16CE-4329-8FB8-B4373CF25EE6}" dt="2026-07-08T20:05:04.520" v="33852" actId="693"/>
        <pc:sldMkLst>
          <pc:docMk/>
          <pc:sldMk cId="1570083781" sldId="1241"/>
        </pc:sldMkLst>
        <pc:spChg chg="mod">
          <ac:chgData name="Cassandra Ekwegwo" userId="8440be82-84da-4552-80e8-5363bea17a94" providerId="ADAL" clId="{F84CAE9F-16CE-4329-8FB8-B4373CF25EE6}" dt="2026-07-01T18:32:03.053" v="26979" actId="1076"/>
          <ac:spMkLst>
            <pc:docMk/>
            <pc:sldMk cId="1570083781" sldId="1241"/>
            <ac:spMk id="4" creationId="{D4D1F342-8569-56DA-B347-CDD740C4E07B}"/>
          </ac:spMkLst>
        </pc:spChg>
        <pc:spChg chg="add mod">
          <ac:chgData name="Cassandra Ekwegwo" userId="8440be82-84da-4552-80e8-5363bea17a94" providerId="ADAL" clId="{F84CAE9F-16CE-4329-8FB8-B4373CF25EE6}" dt="2026-07-06T16:17:12.428" v="27001"/>
          <ac:spMkLst>
            <pc:docMk/>
            <pc:sldMk cId="1570083781" sldId="1241"/>
            <ac:spMk id="29" creationId="{C4DA3177-4DCF-C6D7-B136-4B569F569DE3}"/>
          </ac:spMkLst>
        </pc:spChg>
        <pc:spChg chg="mod">
          <ac:chgData name="Cassandra Ekwegwo" userId="8440be82-84da-4552-80e8-5363bea17a94" providerId="ADAL" clId="{F84CAE9F-16CE-4329-8FB8-B4373CF25EE6}" dt="2026-07-06T16:17:12.428" v="27001"/>
          <ac:spMkLst>
            <pc:docMk/>
            <pc:sldMk cId="1570083781" sldId="1241"/>
            <ac:spMk id="31" creationId="{22695C7E-12E4-8584-9200-1ECFA8914B54}"/>
          </ac:spMkLst>
        </pc:spChg>
        <pc:spChg chg="mod">
          <ac:chgData name="Cassandra Ekwegwo" userId="8440be82-84da-4552-80e8-5363bea17a94" providerId="ADAL" clId="{F84CAE9F-16CE-4329-8FB8-B4373CF25EE6}" dt="2026-07-06T16:17:12.428" v="27001"/>
          <ac:spMkLst>
            <pc:docMk/>
            <pc:sldMk cId="1570083781" sldId="1241"/>
            <ac:spMk id="32" creationId="{0EEC0A81-E454-4862-C964-0C1C1E676419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35" creationId="{08E7ABA6-454D-FB1D-19AD-FB215958EBC9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36" creationId="{18EAFCD4-8511-2411-714A-3A28C3B3A7D8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37" creationId="{E80A3EB9-B22B-CC64-49A7-6DF5D51A5CA4}"/>
          </ac:spMkLst>
        </pc:spChg>
        <pc:spChg chg="add mod">
          <ac:chgData name="Cassandra Ekwegwo" userId="8440be82-84da-4552-80e8-5363bea17a94" providerId="ADAL" clId="{F84CAE9F-16CE-4329-8FB8-B4373CF25EE6}" dt="2026-07-06T16:36:51.978" v="27131" actId="1076"/>
          <ac:spMkLst>
            <pc:docMk/>
            <pc:sldMk cId="1570083781" sldId="1241"/>
            <ac:spMk id="38" creationId="{B2604A9D-B9D4-1296-8BA2-6411CA79C51A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39" creationId="{BCA0B3EB-43E0-0329-58D3-1C39C00B6819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40" creationId="{47EF786D-62ED-0569-8D6B-745D6BF1E03E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41" creationId="{99B0CBD0-574F-C313-D273-4F7336EB5AE1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42" creationId="{020CABFF-250D-14B0-A000-6EA7577BBD3A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43" creationId="{9594987B-4C78-8B04-19BF-E6E84CF9E7E3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45" creationId="{EC64B1F9-7C5E-C13C-386F-E73EEEC9E7DE}"/>
          </ac:spMkLst>
        </pc:spChg>
        <pc:spChg chg="add mod">
          <ac:chgData name="Cassandra Ekwegwo" userId="8440be82-84da-4552-80e8-5363bea17a94" providerId="ADAL" clId="{F84CAE9F-16CE-4329-8FB8-B4373CF25EE6}" dt="2026-07-06T16:49:01.680" v="27379" actId="1076"/>
          <ac:spMkLst>
            <pc:docMk/>
            <pc:sldMk cId="1570083781" sldId="1241"/>
            <ac:spMk id="46" creationId="{0AA9B004-A01A-488C-63E2-CF5A28B7B7BB}"/>
          </ac:spMkLst>
        </pc:spChg>
        <pc:spChg chg="add mod">
          <ac:chgData name="Cassandra Ekwegwo" userId="8440be82-84da-4552-80e8-5363bea17a94" providerId="ADAL" clId="{F84CAE9F-16CE-4329-8FB8-B4373CF25EE6}" dt="2026-07-06T16:36:14.076" v="27128" actId="207"/>
          <ac:spMkLst>
            <pc:docMk/>
            <pc:sldMk cId="1570083781" sldId="1241"/>
            <ac:spMk id="47" creationId="{F09F0712-6182-DE49-3F4F-ED2E8AA975C0}"/>
          </ac:spMkLst>
        </pc:spChg>
        <pc:spChg chg="add mod">
          <ac:chgData name="Cassandra Ekwegwo" userId="8440be82-84da-4552-80e8-5363bea17a94" providerId="ADAL" clId="{F84CAE9F-16CE-4329-8FB8-B4373CF25EE6}" dt="2026-07-06T16:48:55.547" v="27378" actId="1076"/>
          <ac:spMkLst>
            <pc:docMk/>
            <pc:sldMk cId="1570083781" sldId="1241"/>
            <ac:spMk id="48" creationId="{BB3BBCB5-73D9-B66F-8644-5A99C1F8C9FE}"/>
          </ac:spMkLst>
        </pc:spChg>
        <pc:spChg chg="add mod">
          <ac:chgData name="Cassandra Ekwegwo" userId="8440be82-84da-4552-80e8-5363bea17a94" providerId="ADAL" clId="{F84CAE9F-16CE-4329-8FB8-B4373CF25EE6}" dt="2026-07-08T20:04:17.369" v="33847" actId="1076"/>
          <ac:spMkLst>
            <pc:docMk/>
            <pc:sldMk cId="1570083781" sldId="1241"/>
            <ac:spMk id="49" creationId="{EF546A8E-E9C9-747A-3DD6-F0EB87BFAEB7}"/>
          </ac:spMkLst>
        </pc:spChg>
        <pc:spChg chg="add mod">
          <ac:chgData name="Cassandra Ekwegwo" userId="8440be82-84da-4552-80e8-5363bea17a94" providerId="ADAL" clId="{F84CAE9F-16CE-4329-8FB8-B4373CF25EE6}" dt="2026-07-08T19:43:45.615" v="33403" actId="2711"/>
          <ac:spMkLst>
            <pc:docMk/>
            <pc:sldMk cId="1570083781" sldId="1241"/>
            <ac:spMk id="52" creationId="{02576AFB-FB10-315B-F61F-A15EAE882149}"/>
          </ac:spMkLst>
        </pc:spChg>
        <pc:spChg chg="add">
          <ac:chgData name="Cassandra Ekwegwo" userId="8440be82-84da-4552-80e8-5363bea17a94" providerId="ADAL" clId="{F84CAE9F-16CE-4329-8FB8-B4373CF25EE6}" dt="2026-07-06T17:00:06.080" v="27627" actId="11529"/>
          <ac:spMkLst>
            <pc:docMk/>
            <pc:sldMk cId="1570083781" sldId="1241"/>
            <ac:spMk id="53" creationId="{06F9C09C-8445-DB2A-2D36-0F0D18D443BB}"/>
          </ac:spMkLst>
        </pc:spChg>
        <pc:spChg chg="add mod">
          <ac:chgData name="Cassandra Ekwegwo" userId="8440be82-84da-4552-80e8-5363bea17a94" providerId="ADAL" clId="{F84CAE9F-16CE-4329-8FB8-B4373CF25EE6}" dt="2026-07-06T18:23:59.148" v="28007" actId="255"/>
          <ac:spMkLst>
            <pc:docMk/>
            <pc:sldMk cId="1570083781" sldId="1241"/>
            <ac:spMk id="56" creationId="{F4D1B321-5AAA-A8D3-838D-00B210ACDF63}"/>
          </ac:spMkLst>
        </pc:spChg>
        <pc:spChg chg="add mod">
          <ac:chgData name="Cassandra Ekwegwo" userId="8440be82-84da-4552-80e8-5363bea17a94" providerId="ADAL" clId="{F84CAE9F-16CE-4329-8FB8-B4373CF25EE6}" dt="2026-07-06T20:16:01.775" v="29566" actId="20577"/>
          <ac:spMkLst>
            <pc:docMk/>
            <pc:sldMk cId="1570083781" sldId="1241"/>
            <ac:spMk id="63" creationId="{9A86C561-1D87-3E6C-0DBA-D7EFADB370DD}"/>
          </ac:spMkLst>
        </pc:spChg>
        <pc:grpChg chg="add mod">
          <ac:chgData name="Cassandra Ekwegwo" userId="8440be82-84da-4552-80e8-5363bea17a94" providerId="ADAL" clId="{F84CAE9F-16CE-4329-8FB8-B4373CF25EE6}" dt="2026-07-06T16:17:12.428" v="27001"/>
          <ac:grpSpMkLst>
            <pc:docMk/>
            <pc:sldMk cId="1570083781" sldId="1241"/>
            <ac:grpSpMk id="30" creationId="{D7979427-C80A-9EF1-EDB8-3D90522A8FFA}"/>
          </ac:grpSpMkLst>
        </pc:grpChg>
        <pc:graphicFrameChg chg="add mod">
          <ac:chgData name="Cassandra Ekwegwo" userId="8440be82-84da-4552-80e8-5363bea17a94" providerId="ADAL" clId="{F84CAE9F-16CE-4329-8FB8-B4373CF25EE6}" dt="2026-07-08T20:05:04.520" v="33852" actId="693"/>
          <ac:graphicFrameMkLst>
            <pc:docMk/>
            <pc:sldMk cId="1570083781" sldId="1241"/>
            <ac:graphicFrameMk id="7" creationId="{7627B2DB-CEB6-AA97-29BD-1CAF64B3BF78}"/>
          </ac:graphicFrameMkLst>
        </pc:graphicFrameChg>
        <pc:picChg chg="add mod">
          <ac:chgData name="Cassandra Ekwegwo" userId="8440be82-84da-4552-80e8-5363bea17a94" providerId="ADAL" clId="{F84CAE9F-16CE-4329-8FB8-B4373CF25EE6}" dt="2026-07-06T18:21:26.737" v="27959" actId="1076"/>
          <ac:picMkLst>
            <pc:docMk/>
            <pc:sldMk cId="1570083781" sldId="1241"/>
            <ac:picMk id="51" creationId="{843B47FE-0166-F7F3-A665-70822F2DC1A2}"/>
          </ac:picMkLst>
        </pc:picChg>
        <pc:picChg chg="add mod">
          <ac:chgData name="Cassandra Ekwegwo" userId="8440be82-84da-4552-80e8-5363bea17a94" providerId="ADAL" clId="{F84CAE9F-16CE-4329-8FB8-B4373CF25EE6}" dt="2026-07-06T18:24:20.812" v="28012" actId="1076"/>
          <ac:picMkLst>
            <pc:docMk/>
            <pc:sldMk cId="1570083781" sldId="1241"/>
            <ac:picMk id="55" creationId="{B10F6452-52D9-8344-4DD9-314699E7830C}"/>
          </ac:picMkLst>
        </pc:picChg>
        <pc:picChg chg="add mod">
          <ac:chgData name="Cassandra Ekwegwo" userId="8440be82-84da-4552-80e8-5363bea17a94" providerId="ADAL" clId="{F84CAE9F-16CE-4329-8FB8-B4373CF25EE6}" dt="2026-07-06T18:24:19.169" v="28011" actId="1076"/>
          <ac:picMkLst>
            <pc:docMk/>
            <pc:sldMk cId="1570083781" sldId="1241"/>
            <ac:picMk id="62" creationId="{43F2425D-B052-F2CA-6486-4C6E55378EBD}"/>
          </ac:picMkLst>
        </pc:picChg>
      </pc:sldChg>
      <pc:sldChg chg="addSp delSp modSp mod">
        <pc:chgData name="Cassandra Ekwegwo" userId="8440be82-84da-4552-80e8-5363bea17a94" providerId="ADAL" clId="{F84CAE9F-16CE-4329-8FB8-B4373CF25EE6}" dt="2026-06-25T16:07:21.458" v="22754"/>
        <pc:sldMkLst>
          <pc:docMk/>
          <pc:sldMk cId="2589656754" sldId="1242"/>
        </pc:sldMkLst>
        <pc:spChg chg="mod">
          <ac:chgData name="Cassandra Ekwegwo" userId="8440be82-84da-4552-80e8-5363bea17a94" providerId="ADAL" clId="{F84CAE9F-16CE-4329-8FB8-B4373CF25EE6}" dt="2026-06-24T13:41:44.055" v="21515" actId="1076"/>
          <ac:spMkLst>
            <pc:docMk/>
            <pc:sldMk cId="2589656754" sldId="1242"/>
            <ac:spMk id="2" creationId="{DBAFD5F1-0E5F-E51B-E686-DD8B1114E8E2}"/>
          </ac:spMkLst>
        </pc:spChg>
        <pc:spChg chg="mod">
          <ac:chgData name="Cassandra Ekwegwo" userId="8440be82-84da-4552-80e8-5363bea17a94" providerId="ADAL" clId="{F84CAE9F-16CE-4329-8FB8-B4373CF25EE6}" dt="2026-06-24T13:41:48.432" v="21516" actId="1076"/>
          <ac:spMkLst>
            <pc:docMk/>
            <pc:sldMk cId="2589656754" sldId="1242"/>
            <ac:spMk id="3" creationId="{561C2423-8605-4E5C-1673-4A8502E4D16C}"/>
          </ac:spMkLst>
        </pc:spChg>
        <pc:spChg chg="mod">
          <ac:chgData name="Cassandra Ekwegwo" userId="8440be82-84da-4552-80e8-5363bea17a94" providerId="ADAL" clId="{F84CAE9F-16CE-4329-8FB8-B4373CF25EE6}" dt="2026-06-24T14:00:24.020" v="21995" actId="255"/>
          <ac:spMkLst>
            <pc:docMk/>
            <pc:sldMk cId="2589656754" sldId="1242"/>
            <ac:spMk id="5" creationId="{1C841174-0C33-BF0E-4CFA-106DC5B279F3}"/>
          </ac:spMkLst>
        </pc:spChg>
        <pc:spChg chg="mod">
          <ac:chgData name="Cassandra Ekwegwo" userId="8440be82-84da-4552-80e8-5363bea17a94" providerId="ADAL" clId="{F84CAE9F-16CE-4329-8FB8-B4373CF25EE6}" dt="2026-06-25T15:30:25.714" v="22607" actId="20577"/>
          <ac:spMkLst>
            <pc:docMk/>
            <pc:sldMk cId="2589656754" sldId="1242"/>
            <ac:spMk id="6" creationId="{3D824EF0-F3C2-8615-FD97-358F34202CBC}"/>
          </ac:spMkLst>
        </pc:spChg>
        <pc:spChg chg="add mod">
          <ac:chgData name="Cassandra Ekwegwo" userId="8440be82-84da-4552-80e8-5363bea17a94" providerId="ADAL" clId="{F84CAE9F-16CE-4329-8FB8-B4373CF25EE6}" dt="2026-06-24T13:39:07.722" v="21514"/>
          <ac:spMkLst>
            <pc:docMk/>
            <pc:sldMk cId="2589656754" sldId="1242"/>
            <ac:spMk id="9" creationId="{0C997AB2-CE55-7BC2-8E87-393B018562C0}"/>
          </ac:spMkLst>
        </pc:spChg>
        <pc:spChg chg="mod">
          <ac:chgData name="Cassandra Ekwegwo" userId="8440be82-84da-4552-80e8-5363bea17a94" providerId="ADAL" clId="{F84CAE9F-16CE-4329-8FB8-B4373CF25EE6}" dt="2026-06-24T13:39:07.722" v="21514"/>
          <ac:spMkLst>
            <pc:docMk/>
            <pc:sldMk cId="2589656754" sldId="1242"/>
            <ac:spMk id="11" creationId="{3306A0D1-ADA6-AFDD-BCF9-B09C17FC0B89}"/>
          </ac:spMkLst>
        </pc:spChg>
        <pc:spChg chg="mod">
          <ac:chgData name="Cassandra Ekwegwo" userId="8440be82-84da-4552-80e8-5363bea17a94" providerId="ADAL" clId="{F84CAE9F-16CE-4329-8FB8-B4373CF25EE6}" dt="2026-06-24T13:39:07.722" v="21514"/>
          <ac:spMkLst>
            <pc:docMk/>
            <pc:sldMk cId="2589656754" sldId="1242"/>
            <ac:spMk id="12" creationId="{B1097C64-961E-6AAA-D3EE-6DDDBBB81786}"/>
          </ac:spMkLst>
        </pc:spChg>
        <pc:grpChg chg="add mod">
          <ac:chgData name="Cassandra Ekwegwo" userId="8440be82-84da-4552-80e8-5363bea17a94" providerId="ADAL" clId="{F84CAE9F-16CE-4329-8FB8-B4373CF25EE6}" dt="2026-06-24T13:39:07.722" v="21514"/>
          <ac:grpSpMkLst>
            <pc:docMk/>
            <pc:sldMk cId="2589656754" sldId="1242"/>
            <ac:grpSpMk id="10" creationId="{EDDDAC15-64F4-D78C-7806-6F46EA51A61D}"/>
          </ac:grpSpMkLst>
        </pc:grpChg>
        <pc:graphicFrameChg chg="mod">
          <ac:chgData name="Cassandra Ekwegwo" userId="8440be82-84da-4552-80e8-5363bea17a94" providerId="ADAL" clId="{F84CAE9F-16CE-4329-8FB8-B4373CF25EE6}" dt="2026-06-23T19:22:41.783" v="21447" actId="1076"/>
          <ac:graphicFrameMkLst>
            <pc:docMk/>
            <pc:sldMk cId="2589656754" sldId="1242"/>
            <ac:graphicFrameMk id="4" creationId="{A82A3F98-72CE-5AB5-AF43-2E0FD825D5F2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25T16:07:21.458" v="22754"/>
          <ac:graphicFrameMkLst>
            <pc:docMk/>
            <pc:sldMk cId="2589656754" sldId="1242"/>
            <ac:graphicFrameMk id="8" creationId="{679F75A1-5892-9085-A965-9524A50E5C6B}"/>
          </ac:graphicFrameMkLst>
        </pc:graphicFrameChg>
      </pc:sldChg>
      <pc:sldChg chg="addSp modSp mod">
        <pc:chgData name="Cassandra Ekwegwo" userId="8440be82-84da-4552-80e8-5363bea17a94" providerId="ADAL" clId="{F84CAE9F-16CE-4329-8FB8-B4373CF25EE6}" dt="2026-06-30T16:45:44" v="25105" actId="113"/>
        <pc:sldMkLst>
          <pc:docMk/>
          <pc:sldMk cId="835147100" sldId="1243"/>
        </pc:sldMkLst>
        <pc:spChg chg="mod">
          <ac:chgData name="Cassandra Ekwegwo" userId="8440be82-84da-4552-80e8-5363bea17a94" providerId="ADAL" clId="{F84CAE9F-16CE-4329-8FB8-B4373CF25EE6}" dt="2026-06-24T14:03:09.291" v="21996" actId="1076"/>
          <ac:spMkLst>
            <pc:docMk/>
            <pc:sldMk cId="835147100" sldId="1243"/>
            <ac:spMk id="2" creationId="{DBAFD5F1-0E5F-E51B-E686-DD8B1114E8E2}"/>
          </ac:spMkLst>
        </pc:spChg>
        <pc:spChg chg="mod">
          <ac:chgData name="Cassandra Ekwegwo" userId="8440be82-84da-4552-80e8-5363bea17a94" providerId="ADAL" clId="{F84CAE9F-16CE-4329-8FB8-B4373CF25EE6}" dt="2026-06-24T14:03:09.291" v="21996" actId="1076"/>
          <ac:spMkLst>
            <pc:docMk/>
            <pc:sldMk cId="835147100" sldId="1243"/>
            <ac:spMk id="3" creationId="{561C2423-8605-4E5C-1673-4A8502E4D16C}"/>
          </ac:spMkLst>
        </pc:spChg>
        <pc:spChg chg="mod">
          <ac:chgData name="Cassandra Ekwegwo" userId="8440be82-84da-4552-80e8-5363bea17a94" providerId="ADAL" clId="{F84CAE9F-16CE-4329-8FB8-B4373CF25EE6}" dt="2026-06-29T16:11:09.165" v="23776" actId="113"/>
          <ac:spMkLst>
            <pc:docMk/>
            <pc:sldMk cId="835147100" sldId="1243"/>
            <ac:spMk id="5" creationId="{1C841174-0C33-BF0E-4CFA-106DC5B279F3}"/>
          </ac:spMkLst>
        </pc:spChg>
        <pc:spChg chg="mod">
          <ac:chgData name="Cassandra Ekwegwo" userId="8440be82-84da-4552-80e8-5363bea17a94" providerId="ADAL" clId="{F84CAE9F-16CE-4329-8FB8-B4373CF25EE6}" dt="2026-06-25T15:29:51.691" v="22599" actId="20577"/>
          <ac:spMkLst>
            <pc:docMk/>
            <pc:sldMk cId="835147100" sldId="1243"/>
            <ac:spMk id="6" creationId="{3D824EF0-F3C2-8615-FD97-358F34202CBC}"/>
          </ac:spMkLst>
        </pc:spChg>
        <pc:spChg chg="add mod">
          <ac:chgData name="Cassandra Ekwegwo" userId="8440be82-84da-4552-80e8-5363bea17a94" providerId="ADAL" clId="{F84CAE9F-16CE-4329-8FB8-B4373CF25EE6}" dt="2026-06-24T14:03:13.477" v="21997"/>
          <ac:spMkLst>
            <pc:docMk/>
            <pc:sldMk cId="835147100" sldId="1243"/>
            <ac:spMk id="7" creationId="{45A931CF-F08B-9B41-A88F-714CF105AF39}"/>
          </ac:spMkLst>
        </pc:spChg>
        <pc:spChg chg="mod">
          <ac:chgData name="Cassandra Ekwegwo" userId="8440be82-84da-4552-80e8-5363bea17a94" providerId="ADAL" clId="{F84CAE9F-16CE-4329-8FB8-B4373CF25EE6}" dt="2026-06-24T14:03:13.477" v="21997"/>
          <ac:spMkLst>
            <pc:docMk/>
            <pc:sldMk cId="835147100" sldId="1243"/>
            <ac:spMk id="11" creationId="{BE857F8C-F133-A310-8FDC-A83F2181B1B0}"/>
          </ac:spMkLst>
        </pc:spChg>
        <pc:spChg chg="mod">
          <ac:chgData name="Cassandra Ekwegwo" userId="8440be82-84da-4552-80e8-5363bea17a94" providerId="ADAL" clId="{F84CAE9F-16CE-4329-8FB8-B4373CF25EE6}" dt="2026-06-24T14:03:13.477" v="21997"/>
          <ac:spMkLst>
            <pc:docMk/>
            <pc:sldMk cId="835147100" sldId="1243"/>
            <ac:spMk id="12" creationId="{D407CBF3-1D6B-9246-2079-82071F6FE116}"/>
          </ac:spMkLst>
        </pc:spChg>
        <pc:grpChg chg="add mod">
          <ac:chgData name="Cassandra Ekwegwo" userId="8440be82-84da-4552-80e8-5363bea17a94" providerId="ADAL" clId="{F84CAE9F-16CE-4329-8FB8-B4373CF25EE6}" dt="2026-06-24T14:03:13.477" v="21997"/>
          <ac:grpSpMkLst>
            <pc:docMk/>
            <pc:sldMk cId="835147100" sldId="1243"/>
            <ac:grpSpMk id="10" creationId="{132AF92B-3CE4-2E5A-5308-EA6F3592FAD0}"/>
          </ac:grpSpMkLst>
        </pc:grpChg>
        <pc:graphicFrameChg chg="mod">
          <ac:chgData name="Cassandra Ekwegwo" userId="8440be82-84da-4552-80e8-5363bea17a94" providerId="ADAL" clId="{F84CAE9F-16CE-4329-8FB8-B4373CF25EE6}" dt="2026-06-24T20:26:48.297" v="22077" actId="1076"/>
          <ac:graphicFrameMkLst>
            <pc:docMk/>
            <pc:sldMk cId="835147100" sldId="1243"/>
            <ac:graphicFrameMk id="4" creationId="{4069515A-F7B3-4192-BCD3-2E1672FDA3B8}"/>
          </ac:graphicFrameMkLst>
        </pc:graphicFrameChg>
        <pc:graphicFrameChg chg="mod">
          <ac:chgData name="Cassandra Ekwegwo" userId="8440be82-84da-4552-80e8-5363bea17a94" providerId="ADAL" clId="{F84CAE9F-16CE-4329-8FB8-B4373CF25EE6}" dt="2026-06-24T20:26:48.297" v="22077" actId="1076"/>
          <ac:graphicFrameMkLst>
            <pc:docMk/>
            <pc:sldMk cId="835147100" sldId="1243"/>
            <ac:graphicFrameMk id="8" creationId="{519D00D6-4AA0-87F7-031A-AA1F3BBABDC6}"/>
          </ac:graphicFrameMkLst>
        </pc:graphicFrameChg>
        <pc:graphicFrameChg chg="mod">
          <ac:chgData name="Cassandra Ekwegwo" userId="8440be82-84da-4552-80e8-5363bea17a94" providerId="ADAL" clId="{F84CAE9F-16CE-4329-8FB8-B4373CF25EE6}" dt="2026-06-24T20:26:48.297" v="22077" actId="1076"/>
          <ac:graphicFrameMkLst>
            <pc:docMk/>
            <pc:sldMk cId="835147100" sldId="1243"/>
            <ac:graphicFrameMk id="9" creationId="{94275475-ACB7-4E9F-AE3D-9824FD12B852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6:45:39.712" v="25103" actId="113"/>
          <ac:graphicFrameMkLst>
            <pc:docMk/>
            <pc:sldMk cId="835147100" sldId="1243"/>
            <ac:graphicFrameMk id="13" creationId="{5EBBDAE6-D4DF-97EA-637B-1BC2176F66A6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6:45:44" v="25105" actId="113"/>
          <ac:graphicFrameMkLst>
            <pc:docMk/>
            <pc:sldMk cId="835147100" sldId="1243"/>
            <ac:graphicFrameMk id="14" creationId="{6716460C-6055-BAD7-804B-FB2C094392C8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6:45:42.214" v="25104" actId="113"/>
          <ac:graphicFrameMkLst>
            <pc:docMk/>
            <pc:sldMk cId="835147100" sldId="1243"/>
            <ac:graphicFrameMk id="15" creationId="{31BB0454-FA68-D7EF-9EBB-358800F1CC52}"/>
          </ac:graphicFrameMkLst>
        </pc:graphicFrameChg>
      </pc:sldChg>
      <pc:sldChg chg="addSp delSp modSp mod modShow">
        <pc:chgData name="Cassandra Ekwegwo" userId="8440be82-84da-4552-80e8-5363bea17a94" providerId="ADAL" clId="{F84CAE9F-16CE-4329-8FB8-B4373CF25EE6}" dt="2026-07-09T14:17:11.238" v="34166" actId="1076"/>
        <pc:sldMkLst>
          <pc:docMk/>
          <pc:sldMk cId="1675820766" sldId="1244"/>
        </pc:sldMkLst>
        <pc:spChg chg="mod">
          <ac:chgData name="Cassandra Ekwegwo" userId="8440be82-84da-4552-80e8-5363bea17a94" providerId="ADAL" clId="{F84CAE9F-16CE-4329-8FB8-B4373CF25EE6}" dt="2026-07-08T20:48:43.712" v="33923" actId="1076"/>
          <ac:spMkLst>
            <pc:docMk/>
            <pc:sldMk cId="1675820766" sldId="1244"/>
            <ac:spMk id="5" creationId="{1C841174-0C33-BF0E-4CFA-106DC5B279F3}"/>
          </ac:spMkLst>
        </pc:spChg>
        <pc:spChg chg="mod">
          <ac:chgData name="Cassandra Ekwegwo" userId="8440be82-84da-4552-80e8-5363bea17a94" providerId="ADAL" clId="{F84CAE9F-16CE-4329-8FB8-B4373CF25EE6}" dt="2026-07-09T14:16:53.981" v="34165" actId="1076"/>
          <ac:spMkLst>
            <pc:docMk/>
            <pc:sldMk cId="1675820766" sldId="1244"/>
            <ac:spMk id="6" creationId="{3D824EF0-F3C2-8615-FD97-358F34202CBC}"/>
          </ac:spMkLst>
        </pc:spChg>
        <pc:spChg chg="add mod">
          <ac:chgData name="Cassandra Ekwegwo" userId="8440be82-84da-4552-80e8-5363bea17a94" providerId="ADAL" clId="{F84CAE9F-16CE-4329-8FB8-B4373CF25EE6}" dt="2026-07-08T20:49:14.265" v="33936"/>
          <ac:spMkLst>
            <pc:docMk/>
            <pc:sldMk cId="1675820766" sldId="1244"/>
            <ac:spMk id="12" creationId="{B994F977-B063-DF10-A3A7-EEEF82D5E6BA}"/>
          </ac:spMkLst>
        </pc:spChg>
        <pc:spChg chg="mod">
          <ac:chgData name="Cassandra Ekwegwo" userId="8440be82-84da-4552-80e8-5363bea17a94" providerId="ADAL" clId="{F84CAE9F-16CE-4329-8FB8-B4373CF25EE6}" dt="2026-07-08T20:49:14.265" v="33936"/>
          <ac:spMkLst>
            <pc:docMk/>
            <pc:sldMk cId="1675820766" sldId="1244"/>
            <ac:spMk id="14" creationId="{81FBDAFA-A047-B622-6AC1-9002AAE9DB19}"/>
          </ac:spMkLst>
        </pc:spChg>
        <pc:spChg chg="mod">
          <ac:chgData name="Cassandra Ekwegwo" userId="8440be82-84da-4552-80e8-5363bea17a94" providerId="ADAL" clId="{F84CAE9F-16CE-4329-8FB8-B4373CF25EE6}" dt="2026-07-08T20:49:14.265" v="33936"/>
          <ac:spMkLst>
            <pc:docMk/>
            <pc:sldMk cId="1675820766" sldId="1244"/>
            <ac:spMk id="15" creationId="{F5253B71-B647-BF27-E1AE-BF755B7BC696}"/>
          </ac:spMkLst>
        </pc:spChg>
        <pc:spChg chg="add mod">
          <ac:chgData name="Cassandra Ekwegwo" userId="8440be82-84da-4552-80e8-5363bea17a94" providerId="ADAL" clId="{F84CAE9F-16CE-4329-8FB8-B4373CF25EE6}" dt="2026-07-09T14:12:15.829" v="34151" actId="14100"/>
          <ac:spMkLst>
            <pc:docMk/>
            <pc:sldMk cId="1675820766" sldId="1244"/>
            <ac:spMk id="17" creationId="{BE229980-9FF5-D92D-BE99-FA4CE3D1EF19}"/>
          </ac:spMkLst>
        </pc:spChg>
        <pc:spChg chg="add mod">
          <ac:chgData name="Cassandra Ekwegwo" userId="8440be82-84da-4552-80e8-5363bea17a94" providerId="ADAL" clId="{F84CAE9F-16CE-4329-8FB8-B4373CF25EE6}" dt="2026-07-08T20:59:59.723" v="34060" actId="207"/>
          <ac:spMkLst>
            <pc:docMk/>
            <pc:sldMk cId="1675820766" sldId="1244"/>
            <ac:spMk id="19" creationId="{D50208F4-3F9F-4D42-C65D-4DE65B6F06DA}"/>
          </ac:spMkLst>
        </pc:spChg>
        <pc:spChg chg="add mod">
          <ac:chgData name="Cassandra Ekwegwo" userId="8440be82-84da-4552-80e8-5363bea17a94" providerId="ADAL" clId="{F84CAE9F-16CE-4329-8FB8-B4373CF25EE6}" dt="2026-07-09T14:17:11.238" v="34166" actId="1076"/>
          <ac:spMkLst>
            <pc:docMk/>
            <pc:sldMk cId="1675820766" sldId="1244"/>
            <ac:spMk id="25" creationId="{0476B121-94BE-F555-3682-EEEB4698BA29}"/>
          </ac:spMkLst>
        </pc:spChg>
        <pc:grpChg chg="add mod">
          <ac:chgData name="Cassandra Ekwegwo" userId="8440be82-84da-4552-80e8-5363bea17a94" providerId="ADAL" clId="{F84CAE9F-16CE-4329-8FB8-B4373CF25EE6}" dt="2026-07-08T20:49:14.265" v="33936"/>
          <ac:grpSpMkLst>
            <pc:docMk/>
            <pc:sldMk cId="1675820766" sldId="1244"/>
            <ac:grpSpMk id="13" creationId="{FFFBEC2E-EF82-12EB-9E69-0A23157F03FE}"/>
          </ac:grpSpMkLst>
        </pc:grpChg>
        <pc:graphicFrameChg chg="add mod">
          <ac:chgData name="Cassandra Ekwegwo" userId="8440be82-84da-4552-80e8-5363bea17a94" providerId="ADAL" clId="{F84CAE9F-16CE-4329-8FB8-B4373CF25EE6}" dt="2026-07-09T14:12:58.879" v="34158"/>
          <ac:graphicFrameMkLst>
            <pc:docMk/>
            <pc:sldMk cId="1675820766" sldId="1244"/>
            <ac:graphicFrameMk id="16" creationId="{0DF16C6D-7323-2E63-7ECC-166034FC066C}"/>
          </ac:graphicFrameMkLst>
        </pc:graphicFrameChg>
        <pc:cxnChg chg="add mod">
          <ac:chgData name="Cassandra Ekwegwo" userId="8440be82-84da-4552-80e8-5363bea17a94" providerId="ADAL" clId="{F84CAE9F-16CE-4329-8FB8-B4373CF25EE6}" dt="2026-07-08T20:59:44.912" v="34059" actId="13822"/>
          <ac:cxnSpMkLst>
            <pc:docMk/>
            <pc:sldMk cId="1675820766" sldId="1244"/>
            <ac:cxnSpMk id="24" creationId="{D606708B-02EA-F4AC-71DE-100FE9584B0A}"/>
          </ac:cxnSpMkLst>
        </pc:cxnChg>
      </pc:sldChg>
      <pc:sldChg chg="addSp delSp modSp mod modShow">
        <pc:chgData name="Cassandra Ekwegwo" userId="8440be82-84da-4552-80e8-5363bea17a94" providerId="ADAL" clId="{F84CAE9F-16CE-4329-8FB8-B4373CF25EE6}" dt="2026-07-13T14:03:23.399" v="35055" actId="1076"/>
        <pc:sldMkLst>
          <pc:docMk/>
          <pc:sldMk cId="2858787517" sldId="1245"/>
        </pc:sldMkLst>
        <pc:spChg chg="mod">
          <ac:chgData name="Cassandra Ekwegwo" userId="8440be82-84da-4552-80e8-5363bea17a94" providerId="ADAL" clId="{F84CAE9F-16CE-4329-8FB8-B4373CF25EE6}" dt="2026-07-09T15:12:16.322" v="34167" actId="1076"/>
          <ac:spMkLst>
            <pc:docMk/>
            <pc:sldMk cId="2858787517" sldId="1245"/>
            <ac:spMk id="2" creationId="{DBAFD5F1-0E5F-E51B-E686-DD8B1114E8E2}"/>
          </ac:spMkLst>
        </pc:spChg>
        <pc:spChg chg="mod">
          <ac:chgData name="Cassandra Ekwegwo" userId="8440be82-84da-4552-80e8-5363bea17a94" providerId="ADAL" clId="{F84CAE9F-16CE-4329-8FB8-B4373CF25EE6}" dt="2026-07-09T15:12:16.322" v="34167" actId="1076"/>
          <ac:spMkLst>
            <pc:docMk/>
            <pc:sldMk cId="2858787517" sldId="1245"/>
            <ac:spMk id="3" creationId="{561C2423-8605-4E5C-1673-4A8502E4D16C}"/>
          </ac:spMkLst>
        </pc:spChg>
        <pc:spChg chg="mod">
          <ac:chgData name="Cassandra Ekwegwo" userId="8440be82-84da-4552-80e8-5363bea17a94" providerId="ADAL" clId="{F84CAE9F-16CE-4329-8FB8-B4373CF25EE6}" dt="2026-07-09T15:12:16.322" v="34167" actId="1076"/>
          <ac:spMkLst>
            <pc:docMk/>
            <pc:sldMk cId="2858787517" sldId="1245"/>
            <ac:spMk id="5" creationId="{1C841174-0C33-BF0E-4CFA-106DC5B279F3}"/>
          </ac:spMkLst>
        </pc:spChg>
        <pc:spChg chg="mod">
          <ac:chgData name="Cassandra Ekwegwo" userId="8440be82-84da-4552-80e8-5363bea17a94" providerId="ADAL" clId="{F84CAE9F-16CE-4329-8FB8-B4373CF25EE6}" dt="2026-07-09T15:56:48.936" v="34422" actId="1076"/>
          <ac:spMkLst>
            <pc:docMk/>
            <pc:sldMk cId="2858787517" sldId="1245"/>
            <ac:spMk id="7" creationId="{03758218-6A9E-6E2E-FD60-1FFF4AFBB8E0}"/>
          </ac:spMkLst>
        </pc:spChg>
        <pc:spChg chg="add mod">
          <ac:chgData name="Cassandra Ekwegwo" userId="8440be82-84da-4552-80e8-5363bea17a94" providerId="ADAL" clId="{F84CAE9F-16CE-4329-8FB8-B4373CF25EE6}" dt="2026-07-09T16:12:03.718" v="34512" actId="14100"/>
          <ac:spMkLst>
            <pc:docMk/>
            <pc:sldMk cId="2858787517" sldId="1245"/>
            <ac:spMk id="18" creationId="{5E3F8365-4DD2-F762-A595-616599E45F48}"/>
          </ac:spMkLst>
        </pc:spChg>
        <pc:spChg chg="mod">
          <ac:chgData name="Cassandra Ekwegwo" userId="8440be82-84da-4552-80e8-5363bea17a94" providerId="ADAL" clId="{F84CAE9F-16CE-4329-8FB8-B4373CF25EE6}" dt="2026-07-09T15:39:02.495" v="34233"/>
          <ac:spMkLst>
            <pc:docMk/>
            <pc:sldMk cId="2858787517" sldId="1245"/>
            <ac:spMk id="20" creationId="{B5DEBBFE-55FB-24AC-844C-2AF6DE6481B7}"/>
          </ac:spMkLst>
        </pc:spChg>
        <pc:spChg chg="mod">
          <ac:chgData name="Cassandra Ekwegwo" userId="8440be82-84da-4552-80e8-5363bea17a94" providerId="ADAL" clId="{F84CAE9F-16CE-4329-8FB8-B4373CF25EE6}" dt="2026-07-09T15:39:02.495" v="34233"/>
          <ac:spMkLst>
            <pc:docMk/>
            <pc:sldMk cId="2858787517" sldId="1245"/>
            <ac:spMk id="21" creationId="{1176989A-0E3A-1F1D-E9E8-E0AC094D4089}"/>
          </ac:spMkLst>
        </pc:spChg>
        <pc:spChg chg="add mod">
          <ac:chgData name="Cassandra Ekwegwo" userId="8440be82-84da-4552-80e8-5363bea17a94" providerId="ADAL" clId="{F84CAE9F-16CE-4329-8FB8-B4373CF25EE6}" dt="2026-07-13T14:03:23.399" v="35055" actId="1076"/>
          <ac:spMkLst>
            <pc:docMk/>
            <pc:sldMk cId="2858787517" sldId="1245"/>
            <ac:spMk id="28" creationId="{9BAF7A74-5E6A-2ACD-8E83-AA8C9794DB80}"/>
          </ac:spMkLst>
        </pc:spChg>
        <pc:spChg chg="add mod">
          <ac:chgData name="Cassandra Ekwegwo" userId="8440be82-84da-4552-80e8-5363bea17a94" providerId="ADAL" clId="{F84CAE9F-16CE-4329-8FB8-B4373CF25EE6}" dt="2026-07-13T14:03:23.399" v="35055" actId="1076"/>
          <ac:spMkLst>
            <pc:docMk/>
            <pc:sldMk cId="2858787517" sldId="1245"/>
            <ac:spMk id="29" creationId="{551BE944-09DD-BCCF-0044-85FF2E1AC170}"/>
          </ac:spMkLst>
        </pc:spChg>
        <pc:spChg chg="add mod">
          <ac:chgData name="Cassandra Ekwegwo" userId="8440be82-84da-4552-80e8-5363bea17a94" providerId="ADAL" clId="{F84CAE9F-16CE-4329-8FB8-B4373CF25EE6}" dt="2026-07-13T14:03:23.399" v="35055" actId="1076"/>
          <ac:spMkLst>
            <pc:docMk/>
            <pc:sldMk cId="2858787517" sldId="1245"/>
            <ac:spMk id="30" creationId="{3E769DCC-208A-BC0E-E85B-D2D99D20785B}"/>
          </ac:spMkLst>
        </pc:spChg>
        <pc:spChg chg="add mod">
          <ac:chgData name="Cassandra Ekwegwo" userId="8440be82-84da-4552-80e8-5363bea17a94" providerId="ADAL" clId="{F84CAE9F-16CE-4329-8FB8-B4373CF25EE6}" dt="2026-07-13T14:03:23.399" v="35055" actId="1076"/>
          <ac:spMkLst>
            <pc:docMk/>
            <pc:sldMk cId="2858787517" sldId="1245"/>
            <ac:spMk id="31" creationId="{96025B9D-FF05-C7E2-40D3-77F073801F56}"/>
          </ac:spMkLst>
        </pc:spChg>
        <pc:spChg chg="add mod">
          <ac:chgData name="Cassandra Ekwegwo" userId="8440be82-84da-4552-80e8-5363bea17a94" providerId="ADAL" clId="{F84CAE9F-16CE-4329-8FB8-B4373CF25EE6}" dt="2026-07-13T14:03:23.399" v="35055" actId="1076"/>
          <ac:spMkLst>
            <pc:docMk/>
            <pc:sldMk cId="2858787517" sldId="1245"/>
            <ac:spMk id="32" creationId="{38370DAA-74F6-864D-5CFC-1942AD267C55}"/>
          </ac:spMkLst>
        </pc:spChg>
        <pc:spChg chg="add mod">
          <ac:chgData name="Cassandra Ekwegwo" userId="8440be82-84da-4552-80e8-5363bea17a94" providerId="ADAL" clId="{F84CAE9F-16CE-4329-8FB8-B4373CF25EE6}" dt="2026-07-13T14:03:23.399" v="35055" actId="1076"/>
          <ac:spMkLst>
            <pc:docMk/>
            <pc:sldMk cId="2858787517" sldId="1245"/>
            <ac:spMk id="33" creationId="{11268345-E577-0EB9-0091-10E30EBBBCCA}"/>
          </ac:spMkLst>
        </pc:spChg>
        <pc:spChg chg="add mod">
          <ac:chgData name="Cassandra Ekwegwo" userId="8440be82-84da-4552-80e8-5363bea17a94" providerId="ADAL" clId="{F84CAE9F-16CE-4329-8FB8-B4373CF25EE6}" dt="2026-07-13T13:19:02.777" v="35052" actId="1076"/>
          <ac:spMkLst>
            <pc:docMk/>
            <pc:sldMk cId="2858787517" sldId="1245"/>
            <ac:spMk id="34" creationId="{E42D6A53-8DB1-8B15-DEA1-6BADCE9DA5FB}"/>
          </ac:spMkLst>
        </pc:spChg>
        <pc:spChg chg="add mod ord">
          <ac:chgData name="Cassandra Ekwegwo" userId="8440be82-84da-4552-80e8-5363bea17a94" providerId="ADAL" clId="{F84CAE9F-16CE-4329-8FB8-B4373CF25EE6}" dt="2026-07-13T14:03:23.399" v="35055" actId="1076"/>
          <ac:spMkLst>
            <pc:docMk/>
            <pc:sldMk cId="2858787517" sldId="1245"/>
            <ac:spMk id="36" creationId="{C56A5F15-4972-44BF-30A6-4858BFC30413}"/>
          </ac:spMkLst>
        </pc:spChg>
        <pc:spChg chg="mod">
          <ac:chgData name="Cassandra Ekwegwo" userId="8440be82-84da-4552-80e8-5363bea17a94" providerId="ADAL" clId="{F84CAE9F-16CE-4329-8FB8-B4373CF25EE6}" dt="2026-07-13T14:03:23.399" v="35055" actId="1076"/>
          <ac:spMkLst>
            <pc:docMk/>
            <pc:sldMk cId="2858787517" sldId="1245"/>
            <ac:spMk id="69" creationId="{E96A688B-B02B-DE28-4FD7-50E6063F53D3}"/>
          </ac:spMkLst>
        </pc:spChg>
        <pc:grpChg chg="add mod">
          <ac:chgData name="Cassandra Ekwegwo" userId="8440be82-84da-4552-80e8-5363bea17a94" providerId="ADAL" clId="{F84CAE9F-16CE-4329-8FB8-B4373CF25EE6}" dt="2026-07-09T15:39:02.495" v="34233"/>
          <ac:grpSpMkLst>
            <pc:docMk/>
            <pc:sldMk cId="2858787517" sldId="1245"/>
            <ac:grpSpMk id="19" creationId="{BC8A93D2-89ED-78F7-8106-D5159CC9C739}"/>
          </ac:grpSpMkLst>
        </pc:grpChg>
        <pc:grpChg chg="mod">
          <ac:chgData name="Cassandra Ekwegwo" userId="8440be82-84da-4552-80e8-5363bea17a94" providerId="ADAL" clId="{F84CAE9F-16CE-4329-8FB8-B4373CF25EE6}" dt="2026-07-09T15:44:33.498" v="34238" actId="1076"/>
          <ac:grpSpMkLst>
            <pc:docMk/>
            <pc:sldMk cId="2858787517" sldId="1245"/>
            <ac:grpSpMk id="66" creationId="{54341D8D-631E-9AE6-6DD2-D4D2F646B8E6}"/>
          </ac:grpSpMkLst>
        </pc:grpChg>
        <pc:graphicFrameChg chg="mod">
          <ac:chgData name="Cassandra Ekwegwo" userId="8440be82-84da-4552-80e8-5363bea17a94" providerId="ADAL" clId="{F84CAE9F-16CE-4329-8FB8-B4373CF25EE6}" dt="2026-07-09T15:12:29.288" v="34169" actId="1076"/>
          <ac:graphicFrameMkLst>
            <pc:docMk/>
            <pc:sldMk cId="2858787517" sldId="1245"/>
            <ac:graphicFrameMk id="4" creationId="{416CEF42-F659-7196-8D7A-21B19D14FD0B}"/>
          </ac:graphicFrameMkLst>
        </pc:graphicFrameChg>
        <pc:graphicFrameChg chg="add mod">
          <ac:chgData name="Cassandra Ekwegwo" userId="8440be82-84da-4552-80e8-5363bea17a94" providerId="ADAL" clId="{F84CAE9F-16CE-4329-8FB8-B4373CF25EE6}" dt="2026-07-09T16:26:53.293" v="34605" actId="1076"/>
          <ac:graphicFrameMkLst>
            <pc:docMk/>
            <pc:sldMk cId="2858787517" sldId="1245"/>
            <ac:graphicFrameMk id="17" creationId="{123DF88C-CC34-663E-89DB-D26788038B46}"/>
          </ac:graphicFrameMkLst>
        </pc:graphicFrameChg>
        <pc:picChg chg="add mod modCrop">
          <ac:chgData name="Cassandra Ekwegwo" userId="8440be82-84da-4552-80e8-5363bea17a94" providerId="ADAL" clId="{F84CAE9F-16CE-4329-8FB8-B4373CF25EE6}" dt="2026-07-09T15:50:01.825" v="34306" actId="1076"/>
          <ac:picMkLst>
            <pc:docMk/>
            <pc:sldMk cId="2858787517" sldId="1245"/>
            <ac:picMk id="10" creationId="{D93E8CFD-E79E-20E5-E5A0-061B16AE09FE}"/>
          </ac:picMkLst>
        </pc:picChg>
        <pc:picChg chg="add mod modCrop">
          <ac:chgData name="Cassandra Ekwegwo" userId="8440be82-84da-4552-80e8-5363bea17a94" providerId="ADAL" clId="{F84CAE9F-16CE-4329-8FB8-B4373CF25EE6}" dt="2026-07-13T14:03:23.399" v="35055" actId="1076"/>
          <ac:picMkLst>
            <pc:docMk/>
            <pc:sldMk cId="2858787517" sldId="1245"/>
            <ac:picMk id="12" creationId="{09E2BD72-88B7-AD42-464D-809FE810E6C2}"/>
          </ac:picMkLst>
        </pc:picChg>
        <pc:picChg chg="add mod">
          <ac:chgData name="Cassandra Ekwegwo" userId="8440be82-84da-4552-80e8-5363bea17a94" providerId="ADAL" clId="{F84CAE9F-16CE-4329-8FB8-B4373CF25EE6}" dt="2026-07-09T15:54:55.140" v="34419" actId="1076"/>
          <ac:picMkLst>
            <pc:docMk/>
            <pc:sldMk cId="2858787517" sldId="1245"/>
            <ac:picMk id="14" creationId="{09187E41-172B-4EEC-2DF9-8DCBE48C92A8}"/>
          </ac:picMkLst>
        </pc:picChg>
        <pc:picChg chg="add mod">
          <ac:chgData name="Cassandra Ekwegwo" userId="8440be82-84da-4552-80e8-5363bea17a94" providerId="ADAL" clId="{F84CAE9F-16CE-4329-8FB8-B4373CF25EE6}" dt="2026-07-09T15:54:56.919" v="34420" actId="1076"/>
          <ac:picMkLst>
            <pc:docMk/>
            <pc:sldMk cId="2858787517" sldId="1245"/>
            <ac:picMk id="16" creationId="{E6662024-A5C9-A5D1-1530-814ACDAC6776}"/>
          </ac:picMkLst>
        </pc:picChg>
        <pc:picChg chg="add mod">
          <ac:chgData name="Cassandra Ekwegwo" userId="8440be82-84da-4552-80e8-5363bea17a94" providerId="ADAL" clId="{F84CAE9F-16CE-4329-8FB8-B4373CF25EE6}" dt="2026-07-09T15:49:05.985" v="34290" actId="1076"/>
          <ac:picMkLst>
            <pc:docMk/>
            <pc:sldMk cId="2858787517" sldId="1245"/>
            <ac:picMk id="22" creationId="{E5FD2995-C6C5-7D7D-3B64-BAD29FC4A086}"/>
          </ac:picMkLst>
        </pc:picChg>
        <pc:picChg chg="add mod">
          <ac:chgData name="Cassandra Ekwegwo" userId="8440be82-84da-4552-80e8-5363bea17a94" providerId="ADAL" clId="{F84CAE9F-16CE-4329-8FB8-B4373CF25EE6}" dt="2026-07-13T14:03:23.399" v="35055" actId="1076"/>
          <ac:picMkLst>
            <pc:docMk/>
            <pc:sldMk cId="2858787517" sldId="1245"/>
            <ac:picMk id="23" creationId="{5083ABF6-064B-4384-22CD-A35AE2542B2C}"/>
          </ac:picMkLst>
        </pc:picChg>
        <pc:picChg chg="add mod">
          <ac:chgData name="Cassandra Ekwegwo" userId="8440be82-84da-4552-80e8-5363bea17a94" providerId="ADAL" clId="{F84CAE9F-16CE-4329-8FB8-B4373CF25EE6}" dt="2026-07-09T15:50:05.755" v="34307" actId="1076"/>
          <ac:picMkLst>
            <pc:docMk/>
            <pc:sldMk cId="2858787517" sldId="1245"/>
            <ac:picMk id="24" creationId="{F66BADE4-AB48-2B86-B86C-AF5B8C8F3889}"/>
          </ac:picMkLst>
        </pc:picChg>
        <pc:picChg chg="add mod">
          <ac:chgData name="Cassandra Ekwegwo" userId="8440be82-84da-4552-80e8-5363bea17a94" providerId="ADAL" clId="{F84CAE9F-16CE-4329-8FB8-B4373CF25EE6}" dt="2026-07-09T15:56:59.538" v="34423" actId="1076"/>
          <ac:picMkLst>
            <pc:docMk/>
            <pc:sldMk cId="2858787517" sldId="1245"/>
            <ac:picMk id="25" creationId="{6DC2E0DF-7210-9D25-9F97-074B78F9D5F5}"/>
          </ac:picMkLst>
        </pc:picChg>
        <pc:picChg chg="add mod modCrop">
          <ac:chgData name="Cassandra Ekwegwo" userId="8440be82-84da-4552-80e8-5363bea17a94" providerId="ADAL" clId="{F84CAE9F-16CE-4329-8FB8-B4373CF25EE6}" dt="2026-07-09T16:19:54.793" v="34596" actId="1076"/>
          <ac:picMkLst>
            <pc:docMk/>
            <pc:sldMk cId="2858787517" sldId="1245"/>
            <ac:picMk id="27" creationId="{B23BBD5F-C963-40E9-F000-CF8989C61040}"/>
          </ac:picMkLst>
        </pc:picChg>
        <pc:picChg chg="add mod">
          <ac:chgData name="Cassandra Ekwegwo" userId="8440be82-84da-4552-80e8-5363bea17a94" providerId="ADAL" clId="{F84CAE9F-16CE-4329-8FB8-B4373CF25EE6}" dt="2026-07-09T16:20:07.253" v="34599" actId="1076"/>
          <ac:picMkLst>
            <pc:docMk/>
            <pc:sldMk cId="2858787517" sldId="1245"/>
            <ac:picMk id="35" creationId="{88FA01F5-434D-BDBA-A91C-E9FCBEE950A0}"/>
          </ac:picMkLst>
        </pc:picChg>
        <pc:picChg chg="mod">
          <ac:chgData name="Cassandra Ekwegwo" userId="8440be82-84da-4552-80e8-5363bea17a94" providerId="ADAL" clId="{F84CAE9F-16CE-4329-8FB8-B4373CF25EE6}" dt="2026-07-09T15:39:20.098" v="34235" actId="1076"/>
          <ac:picMkLst>
            <pc:docMk/>
            <pc:sldMk cId="2858787517" sldId="1245"/>
            <ac:picMk id="68" creationId="{FEBF259B-083B-0A4E-79E0-F870680A01B9}"/>
          </ac:picMkLst>
        </pc:picChg>
      </pc:sldChg>
      <pc:sldChg chg="addSp delSp modSp mod">
        <pc:chgData name="Cassandra Ekwegwo" userId="8440be82-84da-4552-80e8-5363bea17a94" providerId="ADAL" clId="{F84CAE9F-16CE-4329-8FB8-B4373CF25EE6}" dt="2026-06-29T16:12:41.917" v="23781" actId="20577"/>
        <pc:sldMkLst>
          <pc:docMk/>
          <pc:sldMk cId="865617295" sldId="1246"/>
        </pc:sldMkLst>
        <pc:spChg chg="mod">
          <ac:chgData name="Cassandra Ekwegwo" userId="8440be82-84da-4552-80e8-5363bea17a94" providerId="ADAL" clId="{F84CAE9F-16CE-4329-8FB8-B4373CF25EE6}" dt="2026-06-29T16:12:41.917" v="23781" actId="20577"/>
          <ac:spMkLst>
            <pc:docMk/>
            <pc:sldMk cId="865617295" sldId="1246"/>
            <ac:spMk id="6" creationId="{3D824EF0-F3C2-8615-FD97-358F34202CBC}"/>
          </ac:spMkLst>
        </pc:spChg>
        <pc:spChg chg="add mod">
          <ac:chgData name="Cassandra Ekwegwo" userId="8440be82-84da-4552-80e8-5363bea17a94" providerId="ADAL" clId="{F84CAE9F-16CE-4329-8FB8-B4373CF25EE6}" dt="2026-06-29T16:07:41.279" v="23758" actId="1076"/>
          <ac:spMkLst>
            <pc:docMk/>
            <pc:sldMk cId="865617295" sldId="1246"/>
            <ac:spMk id="9" creationId="{5CCCFE90-D7C1-1542-C0F7-46DF2BE4CC41}"/>
          </ac:spMkLst>
        </pc:spChg>
        <pc:spChg chg="add mod">
          <ac:chgData name="Cassandra Ekwegwo" userId="8440be82-84da-4552-80e8-5363bea17a94" providerId="ADAL" clId="{F84CAE9F-16CE-4329-8FB8-B4373CF25EE6}" dt="2026-06-29T16:08:38.426" v="23766" actId="1076"/>
          <ac:spMkLst>
            <pc:docMk/>
            <pc:sldMk cId="865617295" sldId="1246"/>
            <ac:spMk id="10" creationId="{9CFEE50E-2848-7A72-F7C6-FC285523F956}"/>
          </ac:spMkLst>
        </pc:spChg>
        <pc:spChg chg="add mod">
          <ac:chgData name="Cassandra Ekwegwo" userId="8440be82-84da-4552-80e8-5363bea17a94" providerId="ADAL" clId="{F84CAE9F-16CE-4329-8FB8-B4373CF25EE6}" dt="2026-06-29T16:08:40.983" v="23767" actId="1076"/>
          <ac:spMkLst>
            <pc:docMk/>
            <pc:sldMk cId="865617295" sldId="1246"/>
            <ac:spMk id="11" creationId="{17785F50-16D3-1621-2243-3E1F680AFD42}"/>
          </ac:spMkLst>
        </pc:spChg>
        <pc:spChg chg="add mod">
          <ac:chgData name="Cassandra Ekwegwo" userId="8440be82-84da-4552-80e8-5363bea17a94" providerId="ADAL" clId="{F84CAE9F-16CE-4329-8FB8-B4373CF25EE6}" dt="2026-06-25T18:43:39.493" v="23300" actId="1076"/>
          <ac:spMkLst>
            <pc:docMk/>
            <pc:sldMk cId="865617295" sldId="1246"/>
            <ac:spMk id="13" creationId="{86D31DD3-7C55-3C08-30CC-508F06FBAC2D}"/>
          </ac:spMkLst>
        </pc:spChg>
        <pc:spChg chg="mod">
          <ac:chgData name="Cassandra Ekwegwo" userId="8440be82-84da-4552-80e8-5363bea17a94" providerId="ADAL" clId="{F84CAE9F-16CE-4329-8FB8-B4373CF25EE6}" dt="2026-06-25T18:43:35.917" v="23299"/>
          <ac:spMkLst>
            <pc:docMk/>
            <pc:sldMk cId="865617295" sldId="1246"/>
            <ac:spMk id="16" creationId="{B7C51AA3-FB5A-0425-8B56-BB89C81CE08C}"/>
          </ac:spMkLst>
        </pc:spChg>
        <pc:spChg chg="mod">
          <ac:chgData name="Cassandra Ekwegwo" userId="8440be82-84da-4552-80e8-5363bea17a94" providerId="ADAL" clId="{F84CAE9F-16CE-4329-8FB8-B4373CF25EE6}" dt="2026-06-25T18:43:35.917" v="23299"/>
          <ac:spMkLst>
            <pc:docMk/>
            <pc:sldMk cId="865617295" sldId="1246"/>
            <ac:spMk id="18" creationId="{B3F8FE3A-761D-3257-B3FF-1E7166B36FEF}"/>
          </ac:spMkLst>
        </pc:spChg>
        <pc:spChg chg="add mod">
          <ac:chgData name="Cassandra Ekwegwo" userId="8440be82-84da-4552-80e8-5363bea17a94" providerId="ADAL" clId="{F84CAE9F-16CE-4329-8FB8-B4373CF25EE6}" dt="2026-06-29T16:09:15.256" v="23772" actId="1076"/>
          <ac:spMkLst>
            <pc:docMk/>
            <pc:sldMk cId="865617295" sldId="1246"/>
            <ac:spMk id="26" creationId="{B5E645E9-BEF9-3936-34AB-FF1A30A618E6}"/>
          </ac:spMkLst>
        </pc:spChg>
        <pc:spChg chg="add mod">
          <ac:chgData name="Cassandra Ekwegwo" userId="8440be82-84da-4552-80e8-5363bea17a94" providerId="ADAL" clId="{F84CAE9F-16CE-4329-8FB8-B4373CF25EE6}" dt="2026-06-29T16:09:18.619" v="23773" actId="1076"/>
          <ac:spMkLst>
            <pc:docMk/>
            <pc:sldMk cId="865617295" sldId="1246"/>
            <ac:spMk id="27" creationId="{BFEE652A-B294-F97D-EDBF-1E35F842E6ED}"/>
          </ac:spMkLst>
        </pc:spChg>
        <pc:spChg chg="add mod">
          <ac:chgData name="Cassandra Ekwegwo" userId="8440be82-84da-4552-80e8-5363bea17a94" providerId="ADAL" clId="{F84CAE9F-16CE-4329-8FB8-B4373CF25EE6}" dt="2026-06-29T16:00:47.345" v="23752" actId="1076"/>
          <ac:spMkLst>
            <pc:docMk/>
            <pc:sldMk cId="865617295" sldId="1246"/>
            <ac:spMk id="28" creationId="{81CF77F2-E016-1FE5-17C1-0B6141EACB1B}"/>
          </ac:spMkLst>
        </pc:spChg>
        <pc:spChg chg="add mod">
          <ac:chgData name="Cassandra Ekwegwo" userId="8440be82-84da-4552-80e8-5363bea17a94" providerId="ADAL" clId="{F84CAE9F-16CE-4329-8FB8-B4373CF25EE6}" dt="2026-06-29T16:00:39.120" v="23750" actId="1076"/>
          <ac:spMkLst>
            <pc:docMk/>
            <pc:sldMk cId="865617295" sldId="1246"/>
            <ac:spMk id="33" creationId="{37BF2D2E-DE48-ABF7-0A27-B68DA34FA9AD}"/>
          </ac:spMkLst>
        </pc:spChg>
        <pc:spChg chg="add mod">
          <ac:chgData name="Cassandra Ekwegwo" userId="8440be82-84da-4552-80e8-5363bea17a94" providerId="ADAL" clId="{F84CAE9F-16CE-4329-8FB8-B4373CF25EE6}" dt="2026-06-29T16:00:07.997" v="23745" actId="1076"/>
          <ac:spMkLst>
            <pc:docMk/>
            <pc:sldMk cId="865617295" sldId="1246"/>
            <ac:spMk id="38" creationId="{DF278799-7917-7E76-E745-7C57543C9734}"/>
          </ac:spMkLst>
        </pc:spChg>
        <pc:spChg chg="add mod">
          <ac:chgData name="Cassandra Ekwegwo" userId="8440be82-84da-4552-80e8-5363bea17a94" providerId="ADAL" clId="{F84CAE9F-16CE-4329-8FB8-B4373CF25EE6}" dt="2026-06-29T16:00:12.074" v="23746" actId="1076"/>
          <ac:spMkLst>
            <pc:docMk/>
            <pc:sldMk cId="865617295" sldId="1246"/>
            <ac:spMk id="39" creationId="{F381E7D0-8F48-6BAF-9F67-AE1134F38E91}"/>
          </ac:spMkLst>
        </pc:spChg>
        <pc:spChg chg="add mod">
          <ac:chgData name="Cassandra Ekwegwo" userId="8440be82-84da-4552-80e8-5363bea17a94" providerId="ADAL" clId="{F84CAE9F-16CE-4329-8FB8-B4373CF25EE6}" dt="2026-06-29T16:04:37.822" v="23753" actId="113"/>
          <ac:spMkLst>
            <pc:docMk/>
            <pc:sldMk cId="865617295" sldId="1246"/>
            <ac:spMk id="42" creationId="{21862C41-3147-B882-A792-30946CF033F1}"/>
          </ac:spMkLst>
        </pc:spChg>
        <pc:spChg chg="add mod">
          <ac:chgData name="Cassandra Ekwegwo" userId="8440be82-84da-4552-80e8-5363bea17a94" providerId="ADAL" clId="{F84CAE9F-16CE-4329-8FB8-B4373CF25EE6}" dt="2026-06-29T15:37:26.919" v="23662" actId="1076"/>
          <ac:spMkLst>
            <pc:docMk/>
            <pc:sldMk cId="865617295" sldId="1246"/>
            <ac:spMk id="44" creationId="{56557AE0-478B-23AD-D5CC-C07F475F9ABF}"/>
          </ac:spMkLst>
        </pc:spChg>
        <pc:spChg chg="add mod">
          <ac:chgData name="Cassandra Ekwegwo" userId="8440be82-84da-4552-80e8-5363bea17a94" providerId="ADAL" clId="{F84CAE9F-16CE-4329-8FB8-B4373CF25EE6}" dt="2026-06-29T15:37:40.082" v="23665" actId="1076"/>
          <ac:spMkLst>
            <pc:docMk/>
            <pc:sldMk cId="865617295" sldId="1246"/>
            <ac:spMk id="45" creationId="{B7C48BE0-0A87-A38A-5BF9-5D42A8E6024A}"/>
          </ac:spMkLst>
        </pc:spChg>
        <pc:spChg chg="add mod">
          <ac:chgData name="Cassandra Ekwegwo" userId="8440be82-84da-4552-80e8-5363bea17a94" providerId="ADAL" clId="{F84CAE9F-16CE-4329-8FB8-B4373CF25EE6}" dt="2026-06-25T18:53:44.399" v="23412" actId="20577"/>
          <ac:spMkLst>
            <pc:docMk/>
            <pc:sldMk cId="865617295" sldId="1246"/>
            <ac:spMk id="46" creationId="{D4E75B70-28C6-6FF2-6B69-CEC67CBE399B}"/>
          </ac:spMkLst>
        </pc:spChg>
        <pc:spChg chg="add mod">
          <ac:chgData name="Cassandra Ekwegwo" userId="8440be82-84da-4552-80e8-5363bea17a94" providerId="ADAL" clId="{F84CAE9F-16CE-4329-8FB8-B4373CF25EE6}" dt="2026-06-25T18:57:01.305" v="23457" actId="12"/>
          <ac:spMkLst>
            <pc:docMk/>
            <pc:sldMk cId="865617295" sldId="1246"/>
            <ac:spMk id="47" creationId="{D3BEB933-5B8B-23AC-6DA6-4595DCECDEC7}"/>
          </ac:spMkLst>
        </pc:spChg>
        <pc:spChg chg="add mod">
          <ac:chgData name="Cassandra Ekwegwo" userId="8440be82-84da-4552-80e8-5363bea17a94" providerId="ADAL" clId="{F84CAE9F-16CE-4329-8FB8-B4373CF25EE6}" dt="2026-06-25T18:58:32.280" v="23479" actId="1076"/>
          <ac:spMkLst>
            <pc:docMk/>
            <pc:sldMk cId="865617295" sldId="1246"/>
            <ac:spMk id="48" creationId="{3B64AA15-A10E-E68A-4F5C-C5355B89ECE7}"/>
          </ac:spMkLst>
        </pc:spChg>
        <pc:spChg chg="add mod">
          <ac:chgData name="Cassandra Ekwegwo" userId="8440be82-84da-4552-80e8-5363bea17a94" providerId="ADAL" clId="{F84CAE9F-16CE-4329-8FB8-B4373CF25EE6}" dt="2026-06-25T18:58:48.478" v="23482" actId="14100"/>
          <ac:spMkLst>
            <pc:docMk/>
            <pc:sldMk cId="865617295" sldId="1246"/>
            <ac:spMk id="50" creationId="{8B71C2DF-63FB-7F70-2CEB-9CFAC1A78EF7}"/>
          </ac:spMkLst>
        </pc:spChg>
        <pc:spChg chg="add mod">
          <ac:chgData name="Cassandra Ekwegwo" userId="8440be82-84da-4552-80e8-5363bea17a94" providerId="ADAL" clId="{F84CAE9F-16CE-4329-8FB8-B4373CF25EE6}" dt="2026-06-25T18:58:44.233" v="23481" actId="1076"/>
          <ac:spMkLst>
            <pc:docMk/>
            <pc:sldMk cId="865617295" sldId="1246"/>
            <ac:spMk id="51" creationId="{184475F7-A106-9361-B088-C4A09996B6DD}"/>
          </ac:spMkLst>
        </pc:spChg>
        <pc:spChg chg="add mod">
          <ac:chgData name="Cassandra Ekwegwo" userId="8440be82-84da-4552-80e8-5363bea17a94" providerId="ADAL" clId="{F84CAE9F-16CE-4329-8FB8-B4373CF25EE6}" dt="2026-06-29T16:07:45.927" v="23759" actId="1076"/>
          <ac:spMkLst>
            <pc:docMk/>
            <pc:sldMk cId="865617295" sldId="1246"/>
            <ac:spMk id="52" creationId="{419CE43B-5D5D-BC82-E4DE-D55675939B90}"/>
          </ac:spMkLst>
        </pc:spChg>
        <pc:grpChg chg="add mod">
          <ac:chgData name="Cassandra Ekwegwo" userId="8440be82-84da-4552-80e8-5363bea17a94" providerId="ADAL" clId="{F84CAE9F-16CE-4329-8FB8-B4373CF25EE6}" dt="2026-06-29T15:55:32.754" v="23708" actId="14100"/>
          <ac:grpSpMkLst>
            <pc:docMk/>
            <pc:sldMk cId="865617295" sldId="1246"/>
            <ac:grpSpMk id="14" creationId="{EA6557CA-C57E-2EFF-67CA-53FB57D06B91}"/>
          </ac:grpSpMkLst>
        </pc:grpChg>
        <pc:picChg chg="add mod">
          <ac:chgData name="Cassandra Ekwegwo" userId="8440be82-84da-4552-80e8-5363bea17a94" providerId="ADAL" clId="{F84CAE9F-16CE-4329-8FB8-B4373CF25EE6}" dt="2026-06-29T16:07:32.786" v="23755" actId="1076"/>
          <ac:picMkLst>
            <pc:docMk/>
            <pc:sldMk cId="865617295" sldId="1246"/>
            <ac:picMk id="3" creationId="{DBD2C0F6-B2BD-2D70-1E8D-B01080EC1566}"/>
          </ac:picMkLst>
        </pc:picChg>
        <pc:picChg chg="add mod">
          <ac:chgData name="Cassandra Ekwegwo" userId="8440be82-84da-4552-80e8-5363bea17a94" providerId="ADAL" clId="{F84CAE9F-16CE-4329-8FB8-B4373CF25EE6}" dt="2026-06-29T16:07:34.492" v="23756" actId="1076"/>
          <ac:picMkLst>
            <pc:docMk/>
            <pc:sldMk cId="865617295" sldId="1246"/>
            <ac:picMk id="5" creationId="{83F42D81-5C65-1E85-E544-37E90513CFBC}"/>
          </ac:picMkLst>
        </pc:picChg>
        <pc:picChg chg="add mod">
          <ac:chgData name="Cassandra Ekwegwo" userId="8440be82-84da-4552-80e8-5363bea17a94" providerId="ADAL" clId="{F84CAE9F-16CE-4329-8FB8-B4373CF25EE6}" dt="2026-06-29T16:08:10.045" v="23762" actId="14100"/>
          <ac:picMkLst>
            <pc:docMk/>
            <pc:sldMk cId="865617295" sldId="1246"/>
            <ac:picMk id="15" creationId="{DA1019CF-A3AF-C78B-C3CB-43430B449C76}"/>
          </ac:picMkLst>
        </pc:picChg>
        <pc:picChg chg="add mod">
          <ac:chgData name="Cassandra Ekwegwo" userId="8440be82-84da-4552-80e8-5363bea17a94" providerId="ADAL" clId="{F84CAE9F-16CE-4329-8FB8-B4373CF25EE6}" dt="2026-06-29T16:08:17.781" v="23764" actId="14100"/>
          <ac:picMkLst>
            <pc:docMk/>
            <pc:sldMk cId="865617295" sldId="1246"/>
            <ac:picMk id="19" creationId="{59CA5511-640B-7660-D2EB-2D4121B120CB}"/>
          </ac:picMkLst>
        </pc:picChg>
        <pc:picChg chg="add mod">
          <ac:chgData name="Cassandra Ekwegwo" userId="8440be82-84da-4552-80e8-5363bea17a94" providerId="ADAL" clId="{F84CAE9F-16CE-4329-8FB8-B4373CF25EE6}" dt="2026-06-29T16:09:05.759" v="23769" actId="14100"/>
          <ac:picMkLst>
            <pc:docMk/>
            <pc:sldMk cId="865617295" sldId="1246"/>
            <ac:picMk id="23" creationId="{2A948E26-B4C5-FE97-E730-0E757F1ECB52}"/>
          </ac:picMkLst>
        </pc:picChg>
        <pc:picChg chg="add mod">
          <ac:chgData name="Cassandra Ekwegwo" userId="8440be82-84da-4552-80e8-5363bea17a94" providerId="ADAL" clId="{F84CAE9F-16CE-4329-8FB8-B4373CF25EE6}" dt="2026-06-29T16:09:11.884" v="23771" actId="14100"/>
          <ac:picMkLst>
            <pc:docMk/>
            <pc:sldMk cId="865617295" sldId="1246"/>
            <ac:picMk id="25" creationId="{729A58D8-6DC8-B465-0A61-DFACA87F43B6}"/>
          </ac:picMkLst>
        </pc:picChg>
        <pc:picChg chg="add mod">
          <ac:chgData name="Cassandra Ekwegwo" userId="8440be82-84da-4552-80e8-5363bea17a94" providerId="ADAL" clId="{F84CAE9F-16CE-4329-8FB8-B4373CF25EE6}" dt="2026-06-29T16:00:35.328" v="23749" actId="1076"/>
          <ac:picMkLst>
            <pc:docMk/>
            <pc:sldMk cId="865617295" sldId="1246"/>
            <ac:picMk id="30" creationId="{33131AD6-FAC5-CFDB-5EB9-A0617D00C8E2}"/>
          </ac:picMkLst>
        </pc:picChg>
        <pc:picChg chg="add mod">
          <ac:chgData name="Cassandra Ekwegwo" userId="8440be82-84da-4552-80e8-5363bea17a94" providerId="ADAL" clId="{F84CAE9F-16CE-4329-8FB8-B4373CF25EE6}" dt="2026-06-29T16:00:18.428" v="23747" actId="14100"/>
          <ac:picMkLst>
            <pc:docMk/>
            <pc:sldMk cId="865617295" sldId="1246"/>
            <ac:picMk id="32" creationId="{01D2C636-3423-D0FD-E8A5-A44F2DD2C426}"/>
          </ac:picMkLst>
        </pc:picChg>
        <pc:picChg chg="add mod">
          <ac:chgData name="Cassandra Ekwegwo" userId="8440be82-84da-4552-80e8-5363bea17a94" providerId="ADAL" clId="{F84CAE9F-16CE-4329-8FB8-B4373CF25EE6}" dt="2026-06-29T16:00:00.944" v="23743" actId="14100"/>
          <ac:picMkLst>
            <pc:docMk/>
            <pc:sldMk cId="865617295" sldId="1246"/>
            <ac:picMk id="35" creationId="{A6450179-A13A-EF99-093F-79C22796C757}"/>
          </ac:picMkLst>
        </pc:picChg>
        <pc:picChg chg="add mod">
          <ac:chgData name="Cassandra Ekwegwo" userId="8440be82-84da-4552-80e8-5363bea17a94" providerId="ADAL" clId="{F84CAE9F-16CE-4329-8FB8-B4373CF25EE6}" dt="2026-06-29T16:00:03.021" v="23744" actId="14100"/>
          <ac:picMkLst>
            <pc:docMk/>
            <pc:sldMk cId="865617295" sldId="1246"/>
            <ac:picMk id="37" creationId="{DBE38A6B-966C-2F92-1BD5-94F54ACC5ADD}"/>
          </ac:picMkLst>
        </pc:picChg>
        <pc:picChg chg="add mod">
          <ac:chgData name="Cassandra Ekwegwo" userId="8440be82-84da-4552-80e8-5363bea17a94" providerId="ADAL" clId="{F84CAE9F-16CE-4329-8FB8-B4373CF25EE6}" dt="2026-06-29T15:37:22.097" v="23661" actId="1076"/>
          <ac:picMkLst>
            <pc:docMk/>
            <pc:sldMk cId="865617295" sldId="1246"/>
            <ac:picMk id="41" creationId="{C97413C8-62E6-BADD-B1A9-17CAE85CF92B}"/>
          </ac:picMkLst>
        </pc:picChg>
        <pc:picChg chg="add mod">
          <ac:chgData name="Cassandra Ekwegwo" userId="8440be82-84da-4552-80e8-5363bea17a94" providerId="ADAL" clId="{F84CAE9F-16CE-4329-8FB8-B4373CF25EE6}" dt="2026-06-29T15:37:37.136" v="23664" actId="1076"/>
          <ac:picMkLst>
            <pc:docMk/>
            <pc:sldMk cId="865617295" sldId="1246"/>
            <ac:picMk id="43" creationId="{F8680BAF-8737-17A9-D513-B0C32DDC6E50}"/>
          </ac:picMkLst>
        </pc:picChg>
      </pc:sldChg>
      <pc:sldChg chg="addSp delSp modSp mod">
        <pc:chgData name="Cassandra Ekwegwo" userId="8440be82-84da-4552-80e8-5363bea17a94" providerId="ADAL" clId="{F84CAE9F-16CE-4329-8FB8-B4373CF25EE6}" dt="2026-06-25T18:43:29.014" v="23298" actId="27918"/>
        <pc:sldMkLst>
          <pc:docMk/>
          <pc:sldMk cId="2013936885" sldId="1247"/>
        </pc:sldMkLst>
        <pc:spChg chg="mod">
          <ac:chgData name="Cassandra Ekwegwo" userId="8440be82-84da-4552-80e8-5363bea17a94" providerId="ADAL" clId="{F84CAE9F-16CE-4329-8FB8-B4373CF25EE6}" dt="2026-06-25T16:19:57.352" v="23217" actId="1076"/>
          <ac:spMkLst>
            <pc:docMk/>
            <pc:sldMk cId="2013936885" sldId="1247"/>
            <ac:spMk id="2" creationId="{DBAFD5F1-0E5F-E51B-E686-DD8B1114E8E2}"/>
          </ac:spMkLst>
        </pc:spChg>
        <pc:spChg chg="mod">
          <ac:chgData name="Cassandra Ekwegwo" userId="8440be82-84da-4552-80e8-5363bea17a94" providerId="ADAL" clId="{F84CAE9F-16CE-4329-8FB8-B4373CF25EE6}" dt="2026-06-25T16:20:06.963" v="23219" actId="1076"/>
          <ac:spMkLst>
            <pc:docMk/>
            <pc:sldMk cId="2013936885" sldId="1247"/>
            <ac:spMk id="3" creationId="{561C2423-8605-4E5C-1673-4A8502E4D16C}"/>
          </ac:spMkLst>
        </pc:spChg>
        <pc:spChg chg="mod">
          <ac:chgData name="Cassandra Ekwegwo" userId="8440be82-84da-4552-80e8-5363bea17a94" providerId="ADAL" clId="{F84CAE9F-16CE-4329-8FB8-B4373CF25EE6}" dt="2026-06-25T16:27:34.692" v="23275" actId="14100"/>
          <ac:spMkLst>
            <pc:docMk/>
            <pc:sldMk cId="2013936885" sldId="1247"/>
            <ac:spMk id="5" creationId="{1C841174-0C33-BF0E-4CFA-106DC5B279F3}"/>
          </ac:spMkLst>
        </pc:spChg>
        <pc:spChg chg="mod">
          <ac:chgData name="Cassandra Ekwegwo" userId="8440be82-84da-4552-80e8-5363bea17a94" providerId="ADAL" clId="{F84CAE9F-16CE-4329-8FB8-B4373CF25EE6}" dt="2026-06-25T15:59:23.022" v="22733" actId="1076"/>
          <ac:spMkLst>
            <pc:docMk/>
            <pc:sldMk cId="2013936885" sldId="1247"/>
            <ac:spMk id="6" creationId="{3D824EF0-F3C2-8615-FD97-358F34202CBC}"/>
          </ac:spMkLst>
        </pc:spChg>
        <pc:spChg chg="add mod">
          <ac:chgData name="Cassandra Ekwegwo" userId="8440be82-84da-4552-80e8-5363bea17a94" providerId="ADAL" clId="{F84CAE9F-16CE-4329-8FB8-B4373CF25EE6}" dt="2026-06-25T15:53:24.705" v="22660" actId="1076"/>
          <ac:spMkLst>
            <pc:docMk/>
            <pc:sldMk cId="2013936885" sldId="1247"/>
            <ac:spMk id="7" creationId="{B107B2F7-EC80-9055-872C-8B8D46CF4BCC}"/>
          </ac:spMkLst>
        </pc:spChg>
        <pc:spChg chg="add mod">
          <ac:chgData name="Cassandra Ekwegwo" userId="8440be82-84da-4552-80e8-5363bea17a94" providerId="ADAL" clId="{F84CAE9F-16CE-4329-8FB8-B4373CF25EE6}" dt="2026-06-25T16:20:10.646" v="23220"/>
          <ac:spMkLst>
            <pc:docMk/>
            <pc:sldMk cId="2013936885" sldId="1247"/>
            <ac:spMk id="11" creationId="{5AC3FCAC-CA64-FBC3-B8FC-3DA01E5F9A55}"/>
          </ac:spMkLst>
        </pc:spChg>
        <pc:spChg chg="mod">
          <ac:chgData name="Cassandra Ekwegwo" userId="8440be82-84da-4552-80e8-5363bea17a94" providerId="ADAL" clId="{F84CAE9F-16CE-4329-8FB8-B4373CF25EE6}" dt="2026-06-25T16:20:10.646" v="23220"/>
          <ac:spMkLst>
            <pc:docMk/>
            <pc:sldMk cId="2013936885" sldId="1247"/>
            <ac:spMk id="13" creationId="{871DD7A9-F444-ED2B-26BE-26C86A943276}"/>
          </ac:spMkLst>
        </pc:spChg>
        <pc:spChg chg="mod">
          <ac:chgData name="Cassandra Ekwegwo" userId="8440be82-84da-4552-80e8-5363bea17a94" providerId="ADAL" clId="{F84CAE9F-16CE-4329-8FB8-B4373CF25EE6}" dt="2026-06-25T16:20:10.646" v="23220"/>
          <ac:spMkLst>
            <pc:docMk/>
            <pc:sldMk cId="2013936885" sldId="1247"/>
            <ac:spMk id="14" creationId="{FB7A7970-127C-1930-F536-7EF391783526}"/>
          </ac:spMkLst>
        </pc:spChg>
        <pc:spChg chg="add mod">
          <ac:chgData name="Cassandra Ekwegwo" userId="8440be82-84da-4552-80e8-5363bea17a94" providerId="ADAL" clId="{F84CAE9F-16CE-4329-8FB8-B4373CF25EE6}" dt="2026-06-25T16:27:53.320" v="23277" actId="5793"/>
          <ac:spMkLst>
            <pc:docMk/>
            <pc:sldMk cId="2013936885" sldId="1247"/>
            <ac:spMk id="18" creationId="{6F5338EF-8103-8AEE-2DD4-8E328900FE9A}"/>
          </ac:spMkLst>
        </pc:spChg>
        <pc:spChg chg="add mod">
          <ac:chgData name="Cassandra Ekwegwo" userId="8440be82-84da-4552-80e8-5363bea17a94" providerId="ADAL" clId="{F84CAE9F-16CE-4329-8FB8-B4373CF25EE6}" dt="2026-06-25T16:28:07.548" v="23279" actId="1076"/>
          <ac:spMkLst>
            <pc:docMk/>
            <pc:sldMk cId="2013936885" sldId="1247"/>
            <ac:spMk id="19" creationId="{D980678F-741F-BFF6-16CB-C11946523A18}"/>
          </ac:spMkLst>
        </pc:spChg>
        <pc:grpChg chg="add mod">
          <ac:chgData name="Cassandra Ekwegwo" userId="8440be82-84da-4552-80e8-5363bea17a94" providerId="ADAL" clId="{F84CAE9F-16CE-4329-8FB8-B4373CF25EE6}" dt="2026-06-25T16:24:21.619" v="23245" actId="1076"/>
          <ac:grpSpMkLst>
            <pc:docMk/>
            <pc:sldMk cId="2013936885" sldId="1247"/>
            <ac:grpSpMk id="12" creationId="{A474B39A-CDE2-DC15-761B-23583D167145}"/>
          </ac:grpSpMkLst>
        </pc:grpChg>
        <pc:graphicFrameChg chg="add mod">
          <ac:chgData name="Cassandra Ekwegwo" userId="8440be82-84da-4552-80e8-5363bea17a94" providerId="ADAL" clId="{F84CAE9F-16CE-4329-8FB8-B4373CF25EE6}" dt="2026-06-25T15:53:16.255" v="22659" actId="1076"/>
          <ac:graphicFrameMkLst>
            <pc:docMk/>
            <pc:sldMk cId="2013936885" sldId="1247"/>
            <ac:graphicFrameMk id="4" creationId="{9F52BF1B-CE32-3A18-550A-B85111982ABE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25T16:29:12.677" v="23280" actId="114"/>
          <ac:graphicFrameMkLst>
            <pc:docMk/>
            <pc:sldMk cId="2013936885" sldId="1247"/>
            <ac:graphicFrameMk id="8" creationId="{574DD2F2-32B6-7E86-6DC8-3D03C2751A0A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25T16:29:17.393" v="23281" actId="114"/>
          <ac:graphicFrameMkLst>
            <pc:docMk/>
            <pc:sldMk cId="2013936885" sldId="1247"/>
            <ac:graphicFrameMk id="9" creationId="{7B8DA627-0665-F195-A8B4-E309F4CEF3D2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25T15:58:19.451" v="22723" actId="20577"/>
          <ac:graphicFrameMkLst>
            <pc:docMk/>
            <pc:sldMk cId="2013936885" sldId="1247"/>
            <ac:graphicFrameMk id="10" creationId="{05C2DCA8-BF10-6990-9F32-F5251B74E80D}"/>
          </ac:graphicFrameMkLst>
        </pc:graphicFrameChg>
      </pc:sldChg>
      <pc:sldChg chg="addSp delSp modSp mod">
        <pc:chgData name="Cassandra Ekwegwo" userId="8440be82-84da-4552-80e8-5363bea17a94" providerId="ADAL" clId="{F84CAE9F-16CE-4329-8FB8-B4373CF25EE6}" dt="2026-07-08T20:12:15.389" v="33921" actId="1076"/>
        <pc:sldMkLst>
          <pc:docMk/>
          <pc:sldMk cId="183785417" sldId="1258"/>
        </pc:sldMkLst>
        <pc:spChg chg="mod">
          <ac:chgData name="Cassandra Ekwegwo" userId="8440be82-84da-4552-80e8-5363bea17a94" providerId="ADAL" clId="{F84CAE9F-16CE-4329-8FB8-B4373CF25EE6}" dt="2026-07-07T14:26:48.474" v="30366" actId="1076"/>
          <ac:spMkLst>
            <pc:docMk/>
            <pc:sldMk cId="183785417" sldId="1258"/>
            <ac:spMk id="4" creationId="{D4D1F342-8569-56DA-B347-CDD740C4E07B}"/>
          </ac:spMkLst>
        </pc:spChg>
        <pc:spChg chg="add mod">
          <ac:chgData name="Cassandra Ekwegwo" userId="8440be82-84da-4552-80e8-5363bea17a94" providerId="ADAL" clId="{F84CAE9F-16CE-4329-8FB8-B4373CF25EE6}" dt="2026-07-07T14:27:10.229" v="30371"/>
          <ac:spMkLst>
            <pc:docMk/>
            <pc:sldMk cId="183785417" sldId="1258"/>
            <ac:spMk id="12" creationId="{CBFA5C2D-AC63-A4C3-1F2B-BB45DC781AC5}"/>
          </ac:spMkLst>
        </pc:spChg>
        <pc:spChg chg="mod">
          <ac:chgData name="Cassandra Ekwegwo" userId="8440be82-84da-4552-80e8-5363bea17a94" providerId="ADAL" clId="{F84CAE9F-16CE-4329-8FB8-B4373CF25EE6}" dt="2026-07-07T14:27:10.229" v="30371"/>
          <ac:spMkLst>
            <pc:docMk/>
            <pc:sldMk cId="183785417" sldId="1258"/>
            <ac:spMk id="14" creationId="{46FCE3EA-7368-D2E9-FFE0-1F402AF18552}"/>
          </ac:spMkLst>
        </pc:spChg>
        <pc:spChg chg="mod">
          <ac:chgData name="Cassandra Ekwegwo" userId="8440be82-84da-4552-80e8-5363bea17a94" providerId="ADAL" clId="{F84CAE9F-16CE-4329-8FB8-B4373CF25EE6}" dt="2026-07-07T14:27:10.229" v="30371"/>
          <ac:spMkLst>
            <pc:docMk/>
            <pc:sldMk cId="183785417" sldId="1258"/>
            <ac:spMk id="15" creationId="{365E550E-B189-C76E-8D1E-25CD5D3672D8}"/>
          </ac:spMkLst>
        </pc:spChg>
        <pc:spChg chg="add mod">
          <ac:chgData name="Cassandra Ekwegwo" userId="8440be82-84da-4552-80e8-5363bea17a94" providerId="ADAL" clId="{F84CAE9F-16CE-4329-8FB8-B4373CF25EE6}" dt="2026-07-07T16:20:13.269" v="30942" actId="207"/>
          <ac:spMkLst>
            <pc:docMk/>
            <pc:sldMk cId="183785417" sldId="1258"/>
            <ac:spMk id="22" creationId="{9AFE1423-5BCA-B0AE-C51E-FAE36B8B6E24}"/>
          </ac:spMkLst>
        </pc:spChg>
        <pc:spChg chg="add mod">
          <ac:chgData name="Cassandra Ekwegwo" userId="8440be82-84da-4552-80e8-5363bea17a94" providerId="ADAL" clId="{F84CAE9F-16CE-4329-8FB8-B4373CF25EE6}" dt="2026-07-08T20:12:15.389" v="33921" actId="1076"/>
          <ac:spMkLst>
            <pc:docMk/>
            <pc:sldMk cId="183785417" sldId="1258"/>
            <ac:spMk id="23" creationId="{A35992A2-1862-2089-7286-960D6762E28E}"/>
          </ac:spMkLst>
        </pc:spChg>
        <pc:grpChg chg="add mod">
          <ac:chgData name="Cassandra Ekwegwo" userId="8440be82-84da-4552-80e8-5363bea17a94" providerId="ADAL" clId="{F84CAE9F-16CE-4329-8FB8-B4373CF25EE6}" dt="2026-07-07T16:18:50.772" v="30926" actId="1076"/>
          <ac:grpSpMkLst>
            <pc:docMk/>
            <pc:sldMk cId="183785417" sldId="1258"/>
            <ac:grpSpMk id="13" creationId="{4AFDBAE0-EA1A-3DAA-BB02-D7C771E3A939}"/>
          </ac:grpSpMkLst>
        </pc:grpChg>
        <pc:graphicFrameChg chg="add mod">
          <ac:chgData name="Cassandra Ekwegwo" userId="8440be82-84da-4552-80e8-5363bea17a94" providerId="ADAL" clId="{F84CAE9F-16CE-4329-8FB8-B4373CF25EE6}" dt="2026-07-07T16:21:12.524" v="30950" actId="113"/>
          <ac:graphicFrameMkLst>
            <pc:docMk/>
            <pc:sldMk cId="183785417" sldId="1258"/>
            <ac:graphicFrameMk id="17" creationId="{2D003907-0805-CEC5-EB1C-C6072DAC3505}"/>
          </ac:graphicFrameMkLst>
        </pc:graphicFrameChg>
        <pc:graphicFrameChg chg="add mod">
          <ac:chgData name="Cassandra Ekwegwo" userId="8440be82-84da-4552-80e8-5363bea17a94" providerId="ADAL" clId="{F84CAE9F-16CE-4329-8FB8-B4373CF25EE6}" dt="2026-07-07T16:18:30.472" v="30922" actId="1076"/>
          <ac:graphicFrameMkLst>
            <pc:docMk/>
            <pc:sldMk cId="183785417" sldId="1258"/>
            <ac:graphicFrameMk id="20" creationId="{C148EB49-F136-84AA-4B35-4A0EDED5931A}"/>
          </ac:graphicFrameMkLst>
        </pc:graphicFrameChg>
        <pc:picChg chg="add mod">
          <ac:chgData name="Cassandra Ekwegwo" userId="8440be82-84da-4552-80e8-5363bea17a94" providerId="ADAL" clId="{F84CAE9F-16CE-4329-8FB8-B4373CF25EE6}" dt="2026-07-08T20:12:15.389" v="33921" actId="1076"/>
          <ac:picMkLst>
            <pc:docMk/>
            <pc:sldMk cId="183785417" sldId="1258"/>
            <ac:picMk id="25" creationId="{1DB52DBC-0CA8-4AA1-6D06-78AE0B5F798C}"/>
          </ac:picMkLst>
        </pc:picChg>
        <pc:picChg chg="add mod">
          <ac:chgData name="Cassandra Ekwegwo" userId="8440be82-84da-4552-80e8-5363bea17a94" providerId="ADAL" clId="{F84CAE9F-16CE-4329-8FB8-B4373CF25EE6}" dt="2026-07-07T16:19:16.314" v="30935" actId="14100"/>
          <ac:picMkLst>
            <pc:docMk/>
            <pc:sldMk cId="183785417" sldId="1258"/>
            <ac:picMk id="27" creationId="{4DAB8FDF-8834-0BE1-DE6C-2730ED6082B7}"/>
          </ac:picMkLst>
        </pc:picChg>
      </pc:sldChg>
      <pc:sldChg chg="addSp delSp modSp mod">
        <pc:chgData name="Cassandra Ekwegwo" userId="8440be82-84da-4552-80e8-5363bea17a94" providerId="ADAL" clId="{F84CAE9F-16CE-4329-8FB8-B4373CF25EE6}" dt="2026-07-08T18:45:23.912" v="33231" actId="27918"/>
        <pc:sldMkLst>
          <pc:docMk/>
          <pc:sldMk cId="2926134143" sldId="1259"/>
        </pc:sldMkLst>
        <pc:spChg chg="mod">
          <ac:chgData name="Cassandra Ekwegwo" userId="8440be82-84da-4552-80e8-5363bea17a94" providerId="ADAL" clId="{F84CAE9F-16CE-4329-8FB8-B4373CF25EE6}" dt="2026-07-07T19:26:44.290" v="30963" actId="1076"/>
          <ac:spMkLst>
            <pc:docMk/>
            <pc:sldMk cId="2926134143" sldId="1259"/>
            <ac:spMk id="4" creationId="{D4D1F342-8569-56DA-B347-CDD740C4E07B}"/>
          </ac:spMkLst>
        </pc:spChg>
        <pc:spChg chg="add mod">
          <ac:chgData name="Cassandra Ekwegwo" userId="8440be82-84da-4552-80e8-5363bea17a94" providerId="ADAL" clId="{F84CAE9F-16CE-4329-8FB8-B4373CF25EE6}" dt="2026-07-07T19:44:02.994" v="31219" actId="404"/>
          <ac:spMkLst>
            <pc:docMk/>
            <pc:sldMk cId="2926134143" sldId="1259"/>
            <ac:spMk id="16" creationId="{F3125579-F334-4480-AA8D-040C9D53C74A}"/>
          </ac:spMkLst>
        </pc:spChg>
        <pc:spChg chg="mod">
          <ac:chgData name="Cassandra Ekwegwo" userId="8440be82-84da-4552-80e8-5363bea17a94" providerId="ADAL" clId="{F84CAE9F-16CE-4329-8FB8-B4373CF25EE6}" dt="2026-07-07T19:44:02.994" v="31219" actId="404"/>
          <ac:spMkLst>
            <pc:docMk/>
            <pc:sldMk cId="2926134143" sldId="1259"/>
            <ac:spMk id="18" creationId="{F590D825-7445-1523-E3E7-0A16A7B8EC7B}"/>
          </ac:spMkLst>
        </pc:spChg>
        <pc:spChg chg="mod">
          <ac:chgData name="Cassandra Ekwegwo" userId="8440be82-84da-4552-80e8-5363bea17a94" providerId="ADAL" clId="{F84CAE9F-16CE-4329-8FB8-B4373CF25EE6}" dt="2026-07-07T19:44:02.994" v="31219" actId="404"/>
          <ac:spMkLst>
            <pc:docMk/>
            <pc:sldMk cId="2926134143" sldId="1259"/>
            <ac:spMk id="19" creationId="{7D113058-B71A-F373-C33E-5CCC07C1849E}"/>
          </ac:spMkLst>
        </pc:spChg>
        <pc:spChg chg="add mod">
          <ac:chgData name="Cassandra Ekwegwo" userId="8440be82-84da-4552-80e8-5363bea17a94" providerId="ADAL" clId="{F84CAE9F-16CE-4329-8FB8-B4373CF25EE6}" dt="2026-07-07T20:05:48.728" v="31524" actId="1076"/>
          <ac:spMkLst>
            <pc:docMk/>
            <pc:sldMk cId="2926134143" sldId="1259"/>
            <ac:spMk id="20" creationId="{589F345C-A9E7-5322-44DA-31B1365DD881}"/>
          </ac:spMkLst>
        </pc:spChg>
        <pc:spChg chg="add mod">
          <ac:chgData name="Cassandra Ekwegwo" userId="8440be82-84da-4552-80e8-5363bea17a94" providerId="ADAL" clId="{F84CAE9F-16CE-4329-8FB8-B4373CF25EE6}" dt="2026-07-07T20:06:54.473" v="31532" actId="1076"/>
          <ac:spMkLst>
            <pc:docMk/>
            <pc:sldMk cId="2926134143" sldId="1259"/>
            <ac:spMk id="21" creationId="{28CA4C41-3B27-88A8-0ACB-2CAEC37069B8}"/>
          </ac:spMkLst>
        </pc:spChg>
        <pc:grpChg chg="add mod">
          <ac:chgData name="Cassandra Ekwegwo" userId="8440be82-84da-4552-80e8-5363bea17a94" providerId="ADAL" clId="{F84CAE9F-16CE-4329-8FB8-B4373CF25EE6}" dt="2026-07-07T19:31:50.074" v="30978"/>
          <ac:grpSpMkLst>
            <pc:docMk/>
            <pc:sldMk cId="2926134143" sldId="1259"/>
            <ac:grpSpMk id="17" creationId="{83103314-DF5A-4646-F161-CF7DFB4471F2}"/>
          </ac:grpSpMkLst>
        </pc:grpChg>
        <pc:graphicFrameChg chg="add del mod">
          <ac:chgData name="Cassandra Ekwegwo" userId="8440be82-84da-4552-80e8-5363bea17a94" providerId="ADAL" clId="{F84CAE9F-16CE-4329-8FB8-B4373CF25EE6}" dt="2026-07-07T20:05:32.434" v="31521" actId="1076"/>
          <ac:graphicFrameMkLst>
            <pc:docMk/>
            <pc:sldMk cId="2926134143" sldId="1259"/>
            <ac:graphicFrameMk id="8" creationId="{C5E205AC-458D-D363-CFCC-C0F0E35AA584}"/>
          </ac:graphicFrameMkLst>
        </pc:graphicFrameChg>
        <pc:graphicFrameChg chg="add mod">
          <ac:chgData name="Cassandra Ekwegwo" userId="8440be82-84da-4552-80e8-5363bea17a94" providerId="ADAL" clId="{F84CAE9F-16CE-4329-8FB8-B4373CF25EE6}" dt="2026-07-07T20:06:37.452" v="31529" actId="14100"/>
          <ac:graphicFrameMkLst>
            <pc:docMk/>
            <pc:sldMk cId="2926134143" sldId="1259"/>
            <ac:graphicFrameMk id="11" creationId="{2C089115-DD92-D644-71E4-214E23624B24}"/>
          </ac:graphicFrameMkLst>
        </pc:graphicFrameChg>
        <pc:picChg chg="add mod">
          <ac:chgData name="Cassandra Ekwegwo" userId="8440be82-84da-4552-80e8-5363bea17a94" providerId="ADAL" clId="{F84CAE9F-16CE-4329-8FB8-B4373CF25EE6}" dt="2026-07-07T20:05:58.094" v="31527" actId="1076"/>
          <ac:picMkLst>
            <pc:docMk/>
            <pc:sldMk cId="2926134143" sldId="1259"/>
            <ac:picMk id="23" creationId="{E2A5362A-1654-4043-472B-394892AC52CD}"/>
          </ac:picMkLst>
        </pc:picChg>
        <pc:picChg chg="add mod">
          <ac:chgData name="Cassandra Ekwegwo" userId="8440be82-84da-4552-80e8-5363bea17a94" providerId="ADAL" clId="{F84CAE9F-16CE-4329-8FB8-B4373CF25EE6}" dt="2026-07-07T20:06:57.630" v="31534" actId="14100"/>
          <ac:picMkLst>
            <pc:docMk/>
            <pc:sldMk cId="2926134143" sldId="1259"/>
            <ac:picMk id="25" creationId="{941BF0D9-14ED-1645-17E8-BFFEC0B328E5}"/>
          </ac:picMkLst>
        </pc:picChg>
        <pc:cxnChg chg="add mod">
          <ac:chgData name="Cassandra Ekwegwo" userId="8440be82-84da-4552-80e8-5363bea17a94" providerId="ADAL" clId="{F84CAE9F-16CE-4329-8FB8-B4373CF25EE6}" dt="2026-07-07T20:08:16.733" v="31545" actId="13822"/>
          <ac:cxnSpMkLst>
            <pc:docMk/>
            <pc:sldMk cId="2926134143" sldId="1259"/>
            <ac:cxnSpMk id="29" creationId="{772A9160-98DA-512B-B4EE-09920362D52C}"/>
          </ac:cxnSpMkLst>
        </pc:cxnChg>
        <pc:cxnChg chg="add mod">
          <ac:chgData name="Cassandra Ekwegwo" userId="8440be82-84da-4552-80e8-5363bea17a94" providerId="ADAL" clId="{F84CAE9F-16CE-4329-8FB8-B4373CF25EE6}" dt="2026-07-07T20:09:03.702" v="31552" actId="1076"/>
          <ac:cxnSpMkLst>
            <pc:docMk/>
            <pc:sldMk cId="2926134143" sldId="1259"/>
            <ac:cxnSpMk id="34" creationId="{5ED871B9-7469-29F2-D41E-1497FED4EBC9}"/>
          </ac:cxnSpMkLst>
        </pc:cxnChg>
      </pc:sldChg>
      <pc:sldChg chg="addSp delSp modSp add del mod">
        <pc:chgData name="Cassandra Ekwegwo" userId="8440be82-84da-4552-80e8-5363bea17a94" providerId="ADAL" clId="{F84CAE9F-16CE-4329-8FB8-B4373CF25EE6}" dt="2026-07-09T17:00:06.428" v="34676" actId="20577"/>
        <pc:sldMkLst>
          <pc:docMk/>
          <pc:sldMk cId="70946925" sldId="4542"/>
        </pc:sldMkLst>
        <pc:spChg chg="add mod">
          <ac:chgData name="Cassandra Ekwegwo" userId="8440be82-84da-4552-80e8-5363bea17a94" providerId="ADAL" clId="{F84CAE9F-16CE-4329-8FB8-B4373CF25EE6}" dt="2026-07-09T17:00:06.428" v="34676" actId="20577"/>
          <ac:spMkLst>
            <pc:docMk/>
            <pc:sldMk cId="70946925" sldId="4542"/>
            <ac:spMk id="5" creationId="{C1887D8B-B847-C365-3255-FE11D4A47AE0}"/>
          </ac:spMkLst>
        </pc:spChg>
        <pc:spChg chg="mod">
          <ac:chgData name="Cassandra Ekwegwo" userId="8440be82-84da-4552-80e8-5363bea17a94" providerId="ADAL" clId="{F84CAE9F-16CE-4329-8FB8-B4373CF25EE6}" dt="2026-07-09T16:48:22.710" v="34617" actId="14100"/>
          <ac:spMkLst>
            <pc:docMk/>
            <pc:sldMk cId="70946925" sldId="4542"/>
            <ac:spMk id="12" creationId="{A6D198A4-9E5B-F690-EEE1-1E03793B59EA}"/>
          </ac:spMkLst>
        </pc:spChg>
        <pc:spChg chg="mod">
          <ac:chgData name="Cassandra Ekwegwo" userId="8440be82-84da-4552-80e8-5363bea17a94" providerId="ADAL" clId="{F84CAE9F-16CE-4329-8FB8-B4373CF25EE6}" dt="2026-07-09T16:49:32.020" v="34639" actId="1076"/>
          <ac:spMkLst>
            <pc:docMk/>
            <pc:sldMk cId="70946925" sldId="4542"/>
            <ac:spMk id="36" creationId="{B137A539-34CB-80FB-E1A1-1E32BA4F50B6}"/>
          </ac:spMkLst>
        </pc:spChg>
        <pc:grpChg chg="mod">
          <ac:chgData name="Cassandra Ekwegwo" userId="8440be82-84da-4552-80e8-5363bea17a94" providerId="ADAL" clId="{F84CAE9F-16CE-4329-8FB8-B4373CF25EE6}" dt="2026-07-09T16:49:37" v="34640" actId="1076"/>
          <ac:grpSpMkLst>
            <pc:docMk/>
            <pc:sldMk cId="70946925" sldId="4542"/>
            <ac:grpSpMk id="38" creationId="{EABD2055-4D5B-DB4A-C4D5-AA91EF89EEFA}"/>
          </ac:grpSpMkLst>
        </pc:grpChg>
        <pc:graphicFrameChg chg="add mod">
          <ac:chgData name="Cassandra Ekwegwo" userId="8440be82-84da-4552-80e8-5363bea17a94" providerId="ADAL" clId="{F84CAE9F-16CE-4329-8FB8-B4373CF25EE6}" dt="2026-06-16T15:20:55.635" v="19283" actId="14100"/>
          <ac:graphicFrameMkLst>
            <pc:docMk/>
            <pc:sldMk cId="70946925" sldId="4542"/>
            <ac:graphicFrameMk id="3" creationId="{6A66A5D6-5531-0196-C553-8A3AB04BD909}"/>
          </ac:graphicFrameMkLst>
        </pc:graphicFrameChg>
      </pc:sldChg>
      <pc:sldChg chg="addSp delSp modSp add mod">
        <pc:chgData name="Cassandra Ekwegwo" userId="8440be82-84da-4552-80e8-5363bea17a94" providerId="ADAL" clId="{F84CAE9F-16CE-4329-8FB8-B4373CF25EE6}" dt="2026-07-09T16:55:09.727" v="34672" actId="255"/>
        <pc:sldMkLst>
          <pc:docMk/>
          <pc:sldMk cId="2272648894" sldId="4543"/>
        </pc:sldMkLst>
        <pc:spChg chg="add mod">
          <ac:chgData name="Cassandra Ekwegwo" userId="8440be82-84da-4552-80e8-5363bea17a94" providerId="ADAL" clId="{F84CAE9F-16CE-4329-8FB8-B4373CF25EE6}" dt="2026-07-09T16:55:09.727" v="34672" actId="255"/>
          <ac:spMkLst>
            <pc:docMk/>
            <pc:sldMk cId="2272648894" sldId="4543"/>
            <ac:spMk id="3" creationId="{98EF0672-81D8-820E-2CCE-50A23C6EDDBA}"/>
          </ac:spMkLst>
        </pc:spChg>
        <pc:spChg chg="mod">
          <ac:chgData name="Cassandra Ekwegwo" userId="8440be82-84da-4552-80e8-5363bea17a94" providerId="ADAL" clId="{F84CAE9F-16CE-4329-8FB8-B4373CF25EE6}" dt="2026-07-09T16:51:36.039" v="34654" actId="1076"/>
          <ac:spMkLst>
            <pc:docMk/>
            <pc:sldMk cId="2272648894" sldId="4543"/>
            <ac:spMk id="78" creationId="{6DEE036C-167A-4B3E-E844-B86FD472AAC5}"/>
          </ac:spMkLst>
        </pc:spChg>
        <pc:grpChg chg="mod">
          <ac:chgData name="Cassandra Ekwegwo" userId="8440be82-84da-4552-80e8-5363bea17a94" providerId="ADAL" clId="{F84CAE9F-16CE-4329-8FB8-B4373CF25EE6}" dt="2026-07-09T16:51:41.027" v="34655" actId="1076"/>
          <ac:grpSpMkLst>
            <pc:docMk/>
            <pc:sldMk cId="2272648894" sldId="4543"/>
            <ac:grpSpMk id="79" creationId="{94DC5798-E063-5A4A-A1E6-199EDB907435}"/>
          </ac:grpSpMkLst>
        </pc:grpChg>
        <pc:graphicFrameChg chg="add mod">
          <ac:chgData name="Cassandra Ekwegwo" userId="8440be82-84da-4552-80e8-5363bea17a94" providerId="ADAL" clId="{F84CAE9F-16CE-4329-8FB8-B4373CF25EE6}" dt="2026-06-16T15:52:35.731" v="19311" actId="1076"/>
          <ac:graphicFrameMkLst>
            <pc:docMk/>
            <pc:sldMk cId="2272648894" sldId="4543"/>
            <ac:graphicFrameMk id="2" creationId="{E2C1586A-7F3F-96BE-AD13-8C3E97411468}"/>
          </ac:graphicFrameMkLst>
        </pc:graphicFrameChg>
      </pc:sldChg>
      <pc:sldChg chg="addSp delSp modSp add mod">
        <pc:chgData name="Cassandra Ekwegwo" userId="8440be82-84da-4552-80e8-5363bea17a94" providerId="ADAL" clId="{F84CAE9F-16CE-4329-8FB8-B4373CF25EE6}" dt="2026-07-13T14:05:39.551" v="35056" actId="113"/>
        <pc:sldMkLst>
          <pc:docMk/>
          <pc:sldMk cId="1271245829" sldId="4544"/>
        </pc:sldMkLst>
        <pc:spChg chg="mod">
          <ac:chgData name="Cassandra Ekwegwo" userId="8440be82-84da-4552-80e8-5363bea17a94" providerId="ADAL" clId="{F84CAE9F-16CE-4329-8FB8-B4373CF25EE6}" dt="2026-07-09T17:00:38.888" v="34677" actId="1076"/>
          <ac:spMkLst>
            <pc:docMk/>
            <pc:sldMk cId="1271245829" sldId="4544"/>
            <ac:spMk id="2" creationId="{34088C85-821A-91C2-D656-2929E69E373B}"/>
          </ac:spMkLst>
        </pc:spChg>
        <pc:spChg chg="add mod">
          <ac:chgData name="Cassandra Ekwegwo" userId="8440be82-84da-4552-80e8-5363bea17a94" providerId="ADAL" clId="{F84CAE9F-16CE-4329-8FB8-B4373CF25EE6}" dt="2026-07-13T14:05:39.551" v="35056" actId="113"/>
          <ac:spMkLst>
            <pc:docMk/>
            <pc:sldMk cId="1271245829" sldId="4544"/>
            <ac:spMk id="3" creationId="{C1B1390A-F1B3-B3A5-644E-214CD726CB00}"/>
          </ac:spMkLst>
        </pc:spChg>
        <pc:grpChg chg="mod">
          <ac:chgData name="Cassandra Ekwegwo" userId="8440be82-84da-4552-80e8-5363bea17a94" providerId="ADAL" clId="{F84CAE9F-16CE-4329-8FB8-B4373CF25EE6}" dt="2026-07-09T17:00:43.689" v="34678" actId="1076"/>
          <ac:grpSpMkLst>
            <pc:docMk/>
            <pc:sldMk cId="1271245829" sldId="4544"/>
            <ac:grpSpMk id="4" creationId="{6853EDF8-84A7-DC79-F332-72A4831F9549}"/>
          </ac:grpSpMkLst>
        </pc:grpChg>
      </pc:sldChg>
      <pc:sldChg chg="addSp delSp modSp add mod">
        <pc:chgData name="Cassandra Ekwegwo" userId="8440be82-84da-4552-80e8-5363bea17a94" providerId="ADAL" clId="{F84CAE9F-16CE-4329-8FB8-B4373CF25EE6}" dt="2026-07-09T17:13:01.618" v="34720" actId="207"/>
        <pc:sldMkLst>
          <pc:docMk/>
          <pc:sldMk cId="4211187631" sldId="4545"/>
        </pc:sldMkLst>
        <pc:spChg chg="mod">
          <ac:chgData name="Cassandra Ekwegwo" userId="8440be82-84da-4552-80e8-5363bea17a94" providerId="ADAL" clId="{F84CAE9F-16CE-4329-8FB8-B4373CF25EE6}" dt="2026-07-09T17:08:06.733" v="34699" actId="1076"/>
          <ac:spMkLst>
            <pc:docMk/>
            <pc:sldMk cId="4211187631" sldId="4545"/>
            <ac:spMk id="2" creationId="{8C14C638-7B0D-6E99-EEE4-6BD20FB7B1DE}"/>
          </ac:spMkLst>
        </pc:spChg>
        <pc:spChg chg="add mod">
          <ac:chgData name="Cassandra Ekwegwo" userId="8440be82-84da-4552-80e8-5363bea17a94" providerId="ADAL" clId="{F84CAE9F-16CE-4329-8FB8-B4373CF25EE6}" dt="2026-07-09T17:13:01.618" v="34720" actId="207"/>
          <ac:spMkLst>
            <pc:docMk/>
            <pc:sldMk cId="4211187631" sldId="4545"/>
            <ac:spMk id="4" creationId="{9108E201-F615-4180-A131-C4DB0E2D4F90}"/>
          </ac:spMkLst>
        </pc:spChg>
        <pc:grpChg chg="mod">
          <ac:chgData name="Cassandra Ekwegwo" userId="8440be82-84da-4552-80e8-5363bea17a94" providerId="ADAL" clId="{F84CAE9F-16CE-4329-8FB8-B4373CF25EE6}" dt="2026-07-09T17:08:11.280" v="34700" actId="1076"/>
          <ac:grpSpMkLst>
            <pc:docMk/>
            <pc:sldMk cId="4211187631" sldId="4545"/>
            <ac:grpSpMk id="5" creationId="{19D27163-8773-7644-DA10-EDCD6815174F}"/>
          </ac:grpSpMkLst>
        </pc:grpChg>
        <pc:grpChg chg="mod">
          <ac:chgData name="Cassandra Ekwegwo" userId="8440be82-84da-4552-80e8-5363bea17a94" providerId="ADAL" clId="{F84CAE9F-16CE-4329-8FB8-B4373CF25EE6}" dt="2026-07-09T17:08:14.703" v="34701" actId="1076"/>
          <ac:grpSpMkLst>
            <pc:docMk/>
            <pc:sldMk cId="4211187631" sldId="4545"/>
            <ac:grpSpMk id="21" creationId="{DFABDB91-A184-FD46-7F66-C414A2104FF1}"/>
          </ac:grpSpMkLst>
        </pc:grpChg>
      </pc:sldChg>
      <pc:sldChg chg="addSp delSp modSp add mod">
        <pc:chgData name="Cassandra Ekwegwo" userId="8440be82-84da-4552-80e8-5363bea17a94" providerId="ADAL" clId="{F84CAE9F-16CE-4329-8FB8-B4373CF25EE6}" dt="2026-07-09T17:16:59.330" v="34746" actId="113"/>
        <pc:sldMkLst>
          <pc:docMk/>
          <pc:sldMk cId="468398500" sldId="4546"/>
        </pc:sldMkLst>
        <pc:spChg chg="add mod">
          <ac:chgData name="Cassandra Ekwegwo" userId="8440be82-84da-4552-80e8-5363bea17a94" providerId="ADAL" clId="{F84CAE9F-16CE-4329-8FB8-B4373CF25EE6}" dt="2026-07-09T17:16:59.330" v="34746" actId="113"/>
          <ac:spMkLst>
            <pc:docMk/>
            <pc:sldMk cId="468398500" sldId="4546"/>
            <ac:spMk id="4" creationId="{A19F9B65-FCCA-3C24-8884-F3E1D7D548CE}"/>
          </ac:spMkLst>
        </pc:spChg>
        <pc:grpChg chg="mod">
          <ac:chgData name="Cassandra Ekwegwo" userId="8440be82-84da-4552-80e8-5363bea17a94" providerId="ADAL" clId="{F84CAE9F-16CE-4329-8FB8-B4373CF25EE6}" dt="2026-07-09T17:13:27.089" v="34721" actId="1076"/>
          <ac:grpSpMkLst>
            <pc:docMk/>
            <pc:sldMk cId="468398500" sldId="4546"/>
            <ac:grpSpMk id="38" creationId="{80093C5F-F259-A809-312A-3E5BF1C791A5}"/>
          </ac:grpSpMkLst>
        </pc:grpChg>
        <pc:grpChg chg="mod">
          <ac:chgData name="Cassandra Ekwegwo" userId="8440be82-84da-4552-80e8-5363bea17a94" providerId="ADAL" clId="{F84CAE9F-16CE-4329-8FB8-B4373CF25EE6}" dt="2026-07-09T17:13:33.920" v="34722" actId="1076"/>
          <ac:grpSpMkLst>
            <pc:docMk/>
            <pc:sldMk cId="468398500" sldId="4546"/>
            <ac:grpSpMk id="39" creationId="{41F4A3A2-735D-4A15-7A85-5E68883AFB68}"/>
          </ac:grpSpMkLst>
        </pc:grpChg>
      </pc:sldChg>
      <pc:sldChg chg="addSp delSp modSp add mod ord">
        <pc:chgData name="Cassandra Ekwegwo" userId="8440be82-84da-4552-80e8-5363bea17a94" providerId="ADAL" clId="{F84CAE9F-16CE-4329-8FB8-B4373CF25EE6}" dt="2026-07-09T19:02:50.395" v="34808" actId="207"/>
        <pc:sldMkLst>
          <pc:docMk/>
          <pc:sldMk cId="689135822" sldId="4547"/>
        </pc:sldMkLst>
        <pc:spChg chg="mod">
          <ac:chgData name="Cassandra Ekwegwo" userId="8440be82-84da-4552-80e8-5363bea17a94" providerId="ADAL" clId="{F84CAE9F-16CE-4329-8FB8-B4373CF25EE6}" dt="2026-07-09T18:25:17.137" v="34761" actId="1076"/>
          <ac:spMkLst>
            <pc:docMk/>
            <pc:sldMk cId="689135822" sldId="4547"/>
            <ac:spMk id="2" creationId="{ED79F50C-9FDF-6EC1-B26B-78CF131E489B}"/>
          </ac:spMkLst>
        </pc:spChg>
        <pc:spChg chg="mod">
          <ac:chgData name="Cassandra Ekwegwo" userId="8440be82-84da-4552-80e8-5363bea17a94" providerId="ADAL" clId="{F84CAE9F-16CE-4329-8FB8-B4373CF25EE6}" dt="2026-07-09T17:24:21.038" v="34757" actId="1076"/>
          <ac:spMkLst>
            <pc:docMk/>
            <pc:sldMk cId="689135822" sldId="4547"/>
            <ac:spMk id="12" creationId="{9F259CB7-2E5B-652E-267A-AB0108BF0A8D}"/>
          </ac:spMkLst>
        </pc:spChg>
        <pc:spChg chg="add mod">
          <ac:chgData name="Cassandra Ekwegwo" userId="8440be82-84da-4552-80e8-5363bea17a94" providerId="ADAL" clId="{F84CAE9F-16CE-4329-8FB8-B4373CF25EE6}" dt="2026-07-09T19:02:50.395" v="34808" actId="207"/>
          <ac:spMkLst>
            <pc:docMk/>
            <pc:sldMk cId="689135822" sldId="4547"/>
            <ac:spMk id="13" creationId="{9DFE8B4E-29F1-BD16-58EE-AE3EEE112864}"/>
          </ac:spMkLst>
        </pc:spChg>
        <pc:spChg chg="mod">
          <ac:chgData name="Cassandra Ekwegwo" userId="8440be82-84da-4552-80e8-5363bea17a94" providerId="ADAL" clId="{F84CAE9F-16CE-4329-8FB8-B4373CF25EE6}" dt="2026-07-09T17:23:06.878" v="34749" actId="404"/>
          <ac:spMkLst>
            <pc:docMk/>
            <pc:sldMk cId="689135822" sldId="4547"/>
            <ac:spMk id="19" creationId="{F141FC09-6E4B-D13D-148C-BC6C834A68D2}"/>
          </ac:spMkLst>
        </pc:spChg>
        <pc:spChg chg="mod">
          <ac:chgData name="Cassandra Ekwegwo" userId="8440be82-84da-4552-80e8-5363bea17a94" providerId="ADAL" clId="{F84CAE9F-16CE-4329-8FB8-B4373CF25EE6}" dt="2026-07-09T17:23:01.992" v="34748" actId="404"/>
          <ac:spMkLst>
            <pc:docMk/>
            <pc:sldMk cId="689135822" sldId="4547"/>
            <ac:spMk id="24" creationId="{CF86B3A5-439D-A2EB-54CA-FED865958D98}"/>
          </ac:spMkLst>
        </pc:spChg>
        <pc:spChg chg="mod">
          <ac:chgData name="Cassandra Ekwegwo" userId="8440be82-84da-4552-80e8-5363bea17a94" providerId="ADAL" clId="{F84CAE9F-16CE-4329-8FB8-B4373CF25EE6}" dt="2026-07-09T17:23:15.707" v="34751" actId="404"/>
          <ac:spMkLst>
            <pc:docMk/>
            <pc:sldMk cId="689135822" sldId="4547"/>
            <ac:spMk id="31" creationId="{F8049686-2A30-5A59-9D55-768403D37B4E}"/>
          </ac:spMkLst>
        </pc:spChg>
        <pc:spChg chg="mod">
          <ac:chgData name="Cassandra Ekwegwo" userId="8440be82-84da-4552-80e8-5363bea17a94" providerId="ADAL" clId="{F84CAE9F-16CE-4329-8FB8-B4373CF25EE6}" dt="2026-07-09T17:23:10.892" v="34750" actId="404"/>
          <ac:spMkLst>
            <pc:docMk/>
            <pc:sldMk cId="689135822" sldId="4547"/>
            <ac:spMk id="42" creationId="{87B95924-1DD7-02B7-470C-D891317A1148}"/>
          </ac:spMkLst>
        </pc:spChg>
        <pc:spChg chg="mod">
          <ac:chgData name="Cassandra Ekwegwo" userId="8440be82-84da-4552-80e8-5363bea17a94" providerId="ADAL" clId="{F84CAE9F-16CE-4329-8FB8-B4373CF25EE6}" dt="2026-07-09T17:24:17.799" v="34756" actId="1076"/>
          <ac:spMkLst>
            <pc:docMk/>
            <pc:sldMk cId="689135822" sldId="4547"/>
            <ac:spMk id="61" creationId="{979D847E-1F4A-E70B-CB08-56C8B719AB1C}"/>
          </ac:spMkLst>
        </pc:spChg>
        <pc:spChg chg="mod">
          <ac:chgData name="Cassandra Ekwegwo" userId="8440be82-84da-4552-80e8-5363bea17a94" providerId="ADAL" clId="{F84CAE9F-16CE-4329-8FB8-B4373CF25EE6}" dt="2026-07-09T17:24:17.799" v="34756" actId="1076"/>
          <ac:spMkLst>
            <pc:docMk/>
            <pc:sldMk cId="689135822" sldId="4547"/>
            <ac:spMk id="62" creationId="{274DDAE8-62F4-A530-C26A-B4F1F4A12477}"/>
          </ac:spMkLst>
        </pc:spChg>
        <pc:grpChg chg="mod">
          <ac:chgData name="Cassandra Ekwegwo" userId="8440be82-84da-4552-80e8-5363bea17a94" providerId="ADAL" clId="{F84CAE9F-16CE-4329-8FB8-B4373CF25EE6}" dt="2026-07-09T18:25:24.497" v="34762" actId="1076"/>
          <ac:grpSpMkLst>
            <pc:docMk/>
            <pc:sldMk cId="689135822" sldId="4547"/>
            <ac:grpSpMk id="4" creationId="{74061C57-0CF1-AE27-3A8E-CFE695F76C99}"/>
          </ac:grpSpMkLst>
        </pc:grpChg>
        <pc:graphicFrameChg chg="mod">
          <ac:chgData name="Cassandra Ekwegwo" userId="8440be82-84da-4552-80e8-5363bea17a94" providerId="ADAL" clId="{F84CAE9F-16CE-4329-8FB8-B4373CF25EE6}" dt="2026-07-09T18:27:31.615" v="34764" actId="1076"/>
          <ac:graphicFrameMkLst>
            <pc:docMk/>
            <pc:sldMk cId="689135822" sldId="4547"/>
            <ac:graphicFrameMk id="3" creationId="{EDE6618B-9CFE-71A9-FF56-924773414BDB}"/>
          </ac:graphicFrameMkLst>
        </pc:graphicFrameChg>
      </pc:sldChg>
      <pc:sldChg chg="addSp delSp modSp mod">
        <pc:chgData name="Cassandra Ekwegwo" userId="8440be82-84da-4552-80e8-5363bea17a94" providerId="ADAL" clId="{F84CAE9F-16CE-4329-8FB8-B4373CF25EE6}" dt="2026-07-09T19:19:25.927" v="34842" actId="20577"/>
        <pc:sldMkLst>
          <pc:docMk/>
          <pc:sldMk cId="3630668546" sldId="4548"/>
        </pc:sldMkLst>
        <pc:spChg chg="add mod">
          <ac:chgData name="Cassandra Ekwegwo" userId="8440be82-84da-4552-80e8-5363bea17a94" providerId="ADAL" clId="{F84CAE9F-16CE-4329-8FB8-B4373CF25EE6}" dt="2026-07-09T19:19:25.927" v="34842" actId="20577"/>
          <ac:spMkLst>
            <pc:docMk/>
            <pc:sldMk cId="3630668546" sldId="4548"/>
            <ac:spMk id="4" creationId="{131CD2EE-26E5-2799-BA33-19BD45D2779B}"/>
          </ac:spMkLst>
        </pc:spChg>
        <pc:grpChg chg="mod">
          <ac:chgData name="Cassandra Ekwegwo" userId="8440be82-84da-4552-80e8-5363bea17a94" providerId="ADAL" clId="{F84CAE9F-16CE-4329-8FB8-B4373CF25EE6}" dt="2026-07-09T19:06:04.013" v="34809" actId="1076"/>
          <ac:grpSpMkLst>
            <pc:docMk/>
            <pc:sldMk cId="3630668546" sldId="4548"/>
            <ac:grpSpMk id="5" creationId="{EDFB9170-C3B8-1250-C25A-562DAEE3BD7A}"/>
          </ac:grpSpMkLst>
        </pc:grpChg>
      </pc:sldChg>
      <pc:sldChg chg="addSp delSp modSp mod">
        <pc:chgData name="Cassandra Ekwegwo" userId="8440be82-84da-4552-80e8-5363bea17a94" providerId="ADAL" clId="{F84CAE9F-16CE-4329-8FB8-B4373CF25EE6}" dt="2026-06-16T16:00:39.872" v="19318" actId="27918"/>
        <pc:sldMkLst>
          <pc:docMk/>
          <pc:sldMk cId="1949872758" sldId="4549"/>
        </pc:sldMkLst>
      </pc:sldChg>
      <pc:sldChg chg="addSp delSp modSp add mod modShow">
        <pc:chgData name="Cassandra Ekwegwo" userId="8440be82-84da-4552-80e8-5363bea17a94" providerId="ADAL" clId="{F84CAE9F-16CE-4329-8FB8-B4373CF25EE6}" dt="2026-07-09T19:26:11.262" v="34882" actId="20577"/>
        <pc:sldMkLst>
          <pc:docMk/>
          <pc:sldMk cId="2037560126" sldId="4550"/>
        </pc:sldMkLst>
        <pc:spChg chg="add mod">
          <ac:chgData name="Cassandra Ekwegwo" userId="8440be82-84da-4552-80e8-5363bea17a94" providerId="ADAL" clId="{F84CAE9F-16CE-4329-8FB8-B4373CF25EE6}" dt="2026-07-09T19:26:11.262" v="34882" actId="20577"/>
          <ac:spMkLst>
            <pc:docMk/>
            <pc:sldMk cId="2037560126" sldId="4550"/>
            <ac:spMk id="6" creationId="{14549840-7D0D-AC1F-1066-BA28457A8373}"/>
          </ac:spMkLst>
        </pc:spChg>
        <pc:grpChg chg="mod">
          <ac:chgData name="Cassandra Ekwegwo" userId="8440be82-84da-4552-80e8-5363bea17a94" providerId="ADAL" clId="{F84CAE9F-16CE-4329-8FB8-B4373CF25EE6}" dt="2026-07-09T19:19:42.349" v="34843" actId="1076"/>
          <ac:grpSpMkLst>
            <pc:docMk/>
            <pc:sldMk cId="2037560126" sldId="4550"/>
            <ac:grpSpMk id="3" creationId="{DD0C1AFE-C9C0-3EE3-02BC-CF3C24CE763E}"/>
          </ac:grpSpMkLst>
        </pc:grpChg>
      </pc:sldChg>
      <pc:sldChg chg="addSp modSp mod">
        <pc:chgData name="Cassandra Ekwegwo" userId="8440be82-84da-4552-80e8-5363bea17a94" providerId="ADAL" clId="{F84CAE9F-16CE-4329-8FB8-B4373CF25EE6}" dt="2026-07-09T19:38:44.052" v="34911" actId="122"/>
        <pc:sldMkLst>
          <pc:docMk/>
          <pc:sldMk cId="4089778675" sldId="4551"/>
        </pc:sldMkLst>
        <pc:spChg chg="mod">
          <ac:chgData name="Cassandra Ekwegwo" userId="8440be82-84da-4552-80e8-5363bea17a94" providerId="ADAL" clId="{F84CAE9F-16CE-4329-8FB8-B4373CF25EE6}" dt="2026-07-09T19:27:48.634" v="34884" actId="404"/>
          <ac:spMkLst>
            <pc:docMk/>
            <pc:sldMk cId="4089778675" sldId="4551"/>
            <ac:spMk id="2" creationId="{D29D9D01-224C-73EC-7CC5-E4C3D807C06F}"/>
          </ac:spMkLst>
        </pc:spChg>
        <pc:spChg chg="add mod">
          <ac:chgData name="Cassandra Ekwegwo" userId="8440be82-84da-4552-80e8-5363bea17a94" providerId="ADAL" clId="{F84CAE9F-16CE-4329-8FB8-B4373CF25EE6}" dt="2026-07-09T19:38:44.052" v="34911" actId="122"/>
          <ac:spMkLst>
            <pc:docMk/>
            <pc:sldMk cId="4089778675" sldId="4551"/>
            <ac:spMk id="10" creationId="{A149762F-9427-5C6D-8967-479D2FF4B4FE}"/>
          </ac:spMkLst>
        </pc:spChg>
        <pc:grpChg chg="mod">
          <ac:chgData name="Cassandra Ekwegwo" userId="8440be82-84da-4552-80e8-5363bea17a94" providerId="ADAL" clId="{F84CAE9F-16CE-4329-8FB8-B4373CF25EE6}" dt="2026-07-09T19:28:11.369" v="34888" actId="1076"/>
          <ac:grpSpMkLst>
            <pc:docMk/>
            <pc:sldMk cId="4089778675" sldId="4551"/>
            <ac:grpSpMk id="6" creationId="{8DBA85BE-2DA7-47E4-7701-D4A0250E1033}"/>
          </ac:grpSpMkLst>
        </pc:grpChg>
      </pc:sldChg>
      <pc:sldChg chg="addSp modSp mod">
        <pc:chgData name="Cassandra Ekwegwo" userId="8440be82-84da-4552-80e8-5363bea17a94" providerId="ADAL" clId="{F84CAE9F-16CE-4329-8FB8-B4373CF25EE6}" dt="2026-07-09T20:06:56.133" v="34972" actId="207"/>
        <pc:sldMkLst>
          <pc:docMk/>
          <pc:sldMk cId="1623877740" sldId="4552"/>
        </pc:sldMkLst>
        <pc:spChg chg="mod">
          <ac:chgData name="Cassandra Ekwegwo" userId="8440be82-84da-4552-80e8-5363bea17a94" providerId="ADAL" clId="{F84CAE9F-16CE-4329-8FB8-B4373CF25EE6}" dt="2026-07-09T19:41:09.318" v="34913" actId="1076"/>
          <ac:spMkLst>
            <pc:docMk/>
            <pc:sldMk cId="1623877740" sldId="4552"/>
            <ac:spMk id="2" creationId="{4833FBE8-C0E2-9ABB-9F55-A2A4CE78A94D}"/>
          </ac:spMkLst>
        </pc:spChg>
        <pc:spChg chg="add mod">
          <ac:chgData name="Cassandra Ekwegwo" userId="8440be82-84da-4552-80e8-5363bea17a94" providerId="ADAL" clId="{F84CAE9F-16CE-4329-8FB8-B4373CF25EE6}" dt="2026-07-09T20:06:56.133" v="34972" actId="207"/>
          <ac:spMkLst>
            <pc:docMk/>
            <pc:sldMk cId="1623877740" sldId="4552"/>
            <ac:spMk id="6" creationId="{948FFF70-F969-AE52-8BB7-A8FBD5473CA2}"/>
          </ac:spMkLst>
        </pc:spChg>
        <pc:grpChg chg="mod">
          <ac:chgData name="Cassandra Ekwegwo" userId="8440be82-84da-4552-80e8-5363bea17a94" providerId="ADAL" clId="{F84CAE9F-16CE-4329-8FB8-B4373CF25EE6}" dt="2026-07-09T19:41:15.204" v="34915" actId="1076"/>
          <ac:grpSpMkLst>
            <pc:docMk/>
            <pc:sldMk cId="1623877740" sldId="4552"/>
            <ac:grpSpMk id="10" creationId="{25641A7B-4F53-F3D6-CB02-2D4D04611427}"/>
          </ac:grpSpMkLst>
        </pc:grpChg>
      </pc:sldChg>
      <pc:sldChg chg="addSp modSp mod">
        <pc:chgData name="Cassandra Ekwegwo" userId="8440be82-84da-4552-80e8-5363bea17a94" providerId="ADAL" clId="{F84CAE9F-16CE-4329-8FB8-B4373CF25EE6}" dt="2026-07-09T20:11:31.720" v="35000" actId="207"/>
        <pc:sldMkLst>
          <pc:docMk/>
          <pc:sldMk cId="2509644093" sldId="4553"/>
        </pc:sldMkLst>
        <pc:spChg chg="mod">
          <ac:chgData name="Cassandra Ekwegwo" userId="8440be82-84da-4552-80e8-5363bea17a94" providerId="ADAL" clId="{F84CAE9F-16CE-4329-8FB8-B4373CF25EE6}" dt="2026-07-09T20:09:45.798" v="34974" actId="1076"/>
          <ac:spMkLst>
            <pc:docMk/>
            <pc:sldMk cId="2509644093" sldId="4553"/>
            <ac:spMk id="2" creationId="{A4EEC15B-734E-39F4-8E2D-19DB69B1E6CC}"/>
          </ac:spMkLst>
        </pc:spChg>
        <pc:spChg chg="add mod">
          <ac:chgData name="Cassandra Ekwegwo" userId="8440be82-84da-4552-80e8-5363bea17a94" providerId="ADAL" clId="{F84CAE9F-16CE-4329-8FB8-B4373CF25EE6}" dt="2026-07-09T20:11:31.720" v="35000" actId="207"/>
          <ac:spMkLst>
            <pc:docMk/>
            <pc:sldMk cId="2509644093" sldId="4553"/>
            <ac:spMk id="10" creationId="{824EDD20-EB22-92C0-0F63-C034E662E63E}"/>
          </ac:spMkLst>
        </pc:spChg>
        <pc:grpChg chg="mod">
          <ac:chgData name="Cassandra Ekwegwo" userId="8440be82-84da-4552-80e8-5363bea17a94" providerId="ADAL" clId="{F84CAE9F-16CE-4329-8FB8-B4373CF25EE6}" dt="2026-07-09T20:09:49.241" v="34975" actId="1076"/>
          <ac:grpSpMkLst>
            <pc:docMk/>
            <pc:sldMk cId="2509644093" sldId="4553"/>
            <ac:grpSpMk id="6" creationId="{DE32705D-6B3D-78D4-F262-7A8CD382D539}"/>
          </ac:grpSpMkLst>
        </pc:grpChg>
      </pc:sldChg>
      <pc:sldChg chg="mod">
        <pc:chgData name="Cassandra Ekwegwo" userId="8440be82-84da-4552-80e8-5363bea17a94" providerId="ADAL" clId="{F84CAE9F-16CE-4329-8FB8-B4373CF25EE6}" dt="2026-06-16T16:23:02.055" v="19327" actId="27918"/>
        <pc:sldMkLst>
          <pc:docMk/>
          <pc:sldMk cId="1235493236" sldId="4556"/>
        </pc:sldMkLst>
      </pc:sldChg>
      <pc:sldChg chg="addSp modSp mod">
        <pc:chgData name="Cassandra Ekwegwo" userId="8440be82-84da-4552-80e8-5363bea17a94" providerId="ADAL" clId="{F84CAE9F-16CE-4329-8FB8-B4373CF25EE6}" dt="2026-07-09T20:31:10.167" v="35037" actId="1076"/>
        <pc:sldMkLst>
          <pc:docMk/>
          <pc:sldMk cId="3260816862" sldId="4557"/>
        </pc:sldMkLst>
        <pc:spChg chg="mod">
          <ac:chgData name="Cassandra Ekwegwo" userId="8440be82-84da-4552-80e8-5363bea17a94" providerId="ADAL" clId="{F84CAE9F-16CE-4329-8FB8-B4373CF25EE6}" dt="2026-07-09T20:31:10.167" v="35037" actId="1076"/>
          <ac:spMkLst>
            <pc:docMk/>
            <pc:sldMk cId="3260816862" sldId="4557"/>
            <ac:spMk id="2" creationId="{613108E9-5AB6-4A83-992D-17DE0374215A}"/>
          </ac:spMkLst>
        </pc:spChg>
        <pc:spChg chg="add mod">
          <ac:chgData name="Cassandra Ekwegwo" userId="8440be82-84da-4552-80e8-5363bea17a94" providerId="ADAL" clId="{F84CAE9F-16CE-4329-8FB8-B4373CF25EE6}" dt="2026-07-09T20:30:55.783" v="35035" actId="1076"/>
          <ac:spMkLst>
            <pc:docMk/>
            <pc:sldMk cId="3260816862" sldId="4557"/>
            <ac:spMk id="19" creationId="{CFEEE712-882B-CCB1-3A8F-FC5AB2D367AC}"/>
          </ac:spMkLst>
        </pc:spChg>
        <pc:grpChg chg="mod">
          <ac:chgData name="Cassandra Ekwegwo" userId="8440be82-84da-4552-80e8-5363bea17a94" providerId="ADAL" clId="{F84CAE9F-16CE-4329-8FB8-B4373CF25EE6}" dt="2026-07-09T20:31:02.968" v="35036" actId="1076"/>
          <ac:grpSpMkLst>
            <pc:docMk/>
            <pc:sldMk cId="3260816862" sldId="4557"/>
            <ac:grpSpMk id="6" creationId="{768B2790-044A-B0D7-62E3-F462859AE6D2}"/>
          </ac:grpSpMkLst>
        </pc:grpChg>
      </pc:sldChg>
      <pc:sldChg chg="modSp mod">
        <pc:chgData name="Cassandra Ekwegwo" userId="8440be82-84da-4552-80e8-5363bea17a94" providerId="ADAL" clId="{F84CAE9F-16CE-4329-8FB8-B4373CF25EE6}" dt="2026-07-09T20:13:13.535" v="35001" actId="1076"/>
        <pc:sldMkLst>
          <pc:docMk/>
          <pc:sldMk cId="4088983423" sldId="4558"/>
        </pc:sldMkLst>
        <pc:spChg chg="mod">
          <ac:chgData name="Cassandra Ekwegwo" userId="8440be82-84da-4552-80e8-5363bea17a94" providerId="ADAL" clId="{F84CAE9F-16CE-4329-8FB8-B4373CF25EE6}" dt="2026-07-09T20:13:13.535" v="35001" actId="1076"/>
          <ac:spMkLst>
            <pc:docMk/>
            <pc:sldMk cId="4088983423" sldId="4558"/>
            <ac:spMk id="2" creationId="{8D82AAC9-F4D4-6737-AE0A-9BB6D1440B6A}"/>
          </ac:spMkLst>
        </pc:spChg>
      </pc:sldChg>
      <pc:sldChg chg="modSp mod">
        <pc:chgData name="Cassandra Ekwegwo" userId="8440be82-84da-4552-80e8-5363bea17a94" providerId="ADAL" clId="{F84CAE9F-16CE-4329-8FB8-B4373CF25EE6}" dt="2026-06-17T15:24:58.099" v="19816" actId="1076"/>
        <pc:sldMkLst>
          <pc:docMk/>
          <pc:sldMk cId="3015243438" sldId="4560"/>
        </pc:sldMkLst>
        <pc:grpChg chg="mod">
          <ac:chgData name="Cassandra Ekwegwo" userId="8440be82-84da-4552-80e8-5363bea17a94" providerId="ADAL" clId="{F84CAE9F-16CE-4329-8FB8-B4373CF25EE6}" dt="2026-06-17T15:24:58.099" v="19816" actId="1076"/>
          <ac:grpSpMkLst>
            <pc:docMk/>
            <pc:sldMk cId="3015243438" sldId="4560"/>
            <ac:grpSpMk id="36" creationId="{3DFCD31A-D719-8009-7B08-FCEFA45B7F7D}"/>
          </ac:grpSpMkLst>
        </pc:grpChg>
      </pc:sldChg>
      <pc:sldChg chg="modSp mod">
        <pc:chgData name="Cassandra Ekwegwo" userId="8440be82-84da-4552-80e8-5363bea17a94" providerId="ADAL" clId="{F84CAE9F-16CE-4329-8FB8-B4373CF25EE6}" dt="2026-06-17T15:25:48.581" v="19817" actId="1076"/>
        <pc:sldMkLst>
          <pc:docMk/>
          <pc:sldMk cId="3315656499" sldId="4562"/>
        </pc:sldMkLst>
        <pc:grpChg chg="mod">
          <ac:chgData name="Cassandra Ekwegwo" userId="8440be82-84da-4552-80e8-5363bea17a94" providerId="ADAL" clId="{F84CAE9F-16CE-4329-8FB8-B4373CF25EE6}" dt="2026-06-17T15:25:48.581" v="19817" actId="1076"/>
          <ac:grpSpMkLst>
            <pc:docMk/>
            <pc:sldMk cId="3315656499" sldId="4562"/>
            <ac:grpSpMk id="36" creationId="{DC46D604-723B-ADD5-3286-2D804899768A}"/>
          </ac:grpSpMkLst>
        </pc:grpChg>
      </pc:sldChg>
      <pc:sldChg chg="addSp modSp mod">
        <pc:chgData name="Cassandra Ekwegwo" userId="8440be82-84da-4552-80e8-5363bea17a94" providerId="ADAL" clId="{F84CAE9F-16CE-4329-8FB8-B4373CF25EE6}" dt="2026-06-15T19:58:45.331" v="19200" actId="1076"/>
        <pc:sldMkLst>
          <pc:docMk/>
          <pc:sldMk cId="2847012049" sldId="4600"/>
        </pc:sldMkLst>
        <pc:picChg chg="mod">
          <ac:chgData name="Cassandra Ekwegwo" userId="8440be82-84da-4552-80e8-5363bea17a94" providerId="ADAL" clId="{F84CAE9F-16CE-4329-8FB8-B4373CF25EE6}" dt="2026-06-15T18:09:08.017" v="19178" actId="1076"/>
          <ac:picMkLst>
            <pc:docMk/>
            <pc:sldMk cId="2847012049" sldId="4600"/>
            <ac:picMk id="5" creationId="{8526F01A-4411-997B-B173-502A56F4C15E}"/>
          </ac:picMkLst>
        </pc:picChg>
        <pc:picChg chg="add mod">
          <ac:chgData name="Cassandra Ekwegwo" userId="8440be82-84da-4552-80e8-5363bea17a94" providerId="ADAL" clId="{F84CAE9F-16CE-4329-8FB8-B4373CF25EE6}" dt="2026-06-15T19:58:30.165" v="19196" actId="1076"/>
          <ac:picMkLst>
            <pc:docMk/>
            <pc:sldMk cId="2847012049" sldId="4600"/>
            <ac:picMk id="6" creationId="{E4DA74D3-C323-A7C9-3125-CE78C82B6BBE}"/>
          </ac:picMkLst>
        </pc:picChg>
        <pc:picChg chg="add mod">
          <ac:chgData name="Cassandra Ekwegwo" userId="8440be82-84da-4552-80e8-5363bea17a94" providerId="ADAL" clId="{F84CAE9F-16CE-4329-8FB8-B4373CF25EE6}" dt="2026-06-15T19:58:45.331" v="19200" actId="1076"/>
          <ac:picMkLst>
            <pc:docMk/>
            <pc:sldMk cId="2847012049" sldId="4600"/>
            <ac:picMk id="13" creationId="{B56E4759-8D30-6F6B-8934-CF27F3B3C6C9}"/>
          </ac:picMkLst>
        </pc:picChg>
      </pc:sldChg>
      <pc:sldChg chg="addSp modSp mod">
        <pc:chgData name="Cassandra Ekwegwo" userId="8440be82-84da-4552-80e8-5363bea17a94" providerId="ADAL" clId="{F84CAE9F-16CE-4329-8FB8-B4373CF25EE6}" dt="2026-06-16T14:19:17.209" v="19244" actId="1076"/>
        <pc:sldMkLst>
          <pc:docMk/>
          <pc:sldMk cId="1673235375" sldId="4601"/>
        </pc:sldMkLst>
        <pc:picChg chg="mod">
          <ac:chgData name="Cassandra Ekwegwo" userId="8440be82-84da-4552-80e8-5363bea17a94" providerId="ADAL" clId="{F84CAE9F-16CE-4329-8FB8-B4373CF25EE6}" dt="2026-06-16T14:17:02.220" v="19241" actId="1076"/>
          <ac:picMkLst>
            <pc:docMk/>
            <pc:sldMk cId="1673235375" sldId="4601"/>
            <ac:picMk id="2" creationId="{0EE38BEE-1FE8-7AED-D5FA-1C736B36070D}"/>
          </ac:picMkLst>
        </pc:picChg>
        <pc:picChg chg="add mod">
          <ac:chgData name="Cassandra Ekwegwo" userId="8440be82-84da-4552-80e8-5363bea17a94" providerId="ADAL" clId="{F84CAE9F-16CE-4329-8FB8-B4373CF25EE6}" dt="2026-06-16T14:19:17.209" v="19244" actId="1076"/>
          <ac:picMkLst>
            <pc:docMk/>
            <pc:sldMk cId="1673235375" sldId="4601"/>
            <ac:picMk id="6" creationId="{6549B490-91CE-89F1-42F9-DD50448ECF5C}"/>
          </ac:picMkLst>
        </pc:picChg>
      </pc:sldChg>
      <pc:sldChg chg="addSp modSp mod">
        <pc:chgData name="Cassandra Ekwegwo" userId="8440be82-84da-4552-80e8-5363bea17a94" providerId="ADAL" clId="{F84CAE9F-16CE-4329-8FB8-B4373CF25EE6}" dt="2026-06-16T14:40:04.988" v="19254" actId="1076"/>
        <pc:sldMkLst>
          <pc:docMk/>
          <pc:sldMk cId="3716701586" sldId="4602"/>
        </pc:sldMkLst>
        <pc:picChg chg="mod">
          <ac:chgData name="Cassandra Ekwegwo" userId="8440be82-84da-4552-80e8-5363bea17a94" providerId="ADAL" clId="{F84CAE9F-16CE-4329-8FB8-B4373CF25EE6}" dt="2026-06-16T13:48:16.301" v="19220" actId="1076"/>
          <ac:picMkLst>
            <pc:docMk/>
            <pc:sldMk cId="3716701586" sldId="4602"/>
            <ac:picMk id="2" creationId="{3EECD528-01A9-0603-7AB9-338BDBD3377D}"/>
          </ac:picMkLst>
        </pc:picChg>
        <pc:picChg chg="add mod">
          <ac:chgData name="Cassandra Ekwegwo" userId="8440be82-84da-4552-80e8-5363bea17a94" providerId="ADAL" clId="{F84CAE9F-16CE-4329-8FB8-B4373CF25EE6}" dt="2026-06-16T14:27:12.017" v="19245" actId="1076"/>
          <ac:picMkLst>
            <pc:docMk/>
            <pc:sldMk cId="3716701586" sldId="4602"/>
            <ac:picMk id="6" creationId="{4E08747B-40EC-AECE-1A7A-3D794B369222}"/>
          </ac:picMkLst>
        </pc:picChg>
        <pc:picChg chg="add mod">
          <ac:chgData name="Cassandra Ekwegwo" userId="8440be82-84da-4552-80e8-5363bea17a94" providerId="ADAL" clId="{F84CAE9F-16CE-4329-8FB8-B4373CF25EE6}" dt="2026-06-16T14:40:04.988" v="19254" actId="1076"/>
          <ac:picMkLst>
            <pc:docMk/>
            <pc:sldMk cId="3716701586" sldId="4602"/>
            <ac:picMk id="13" creationId="{584CFE01-6951-E89D-6D4E-C57D9C30E839}"/>
          </ac:picMkLst>
        </pc:picChg>
      </pc:sldChg>
      <pc:sldChg chg="modSp mod">
        <pc:chgData name="Cassandra Ekwegwo" userId="8440be82-84da-4552-80e8-5363bea17a94" providerId="ADAL" clId="{F84CAE9F-16CE-4329-8FB8-B4373CF25EE6}" dt="2026-06-23T17:57:16.652" v="19878" actId="1076"/>
        <pc:sldMkLst>
          <pc:docMk/>
          <pc:sldMk cId="169825814" sldId="4603"/>
        </pc:sldMkLst>
        <pc:spChg chg="mod">
          <ac:chgData name="Cassandra Ekwegwo" userId="8440be82-84da-4552-80e8-5363bea17a94" providerId="ADAL" clId="{F84CAE9F-16CE-4329-8FB8-B4373CF25EE6}" dt="2026-06-23T17:57:16.652" v="19878" actId="1076"/>
          <ac:spMkLst>
            <pc:docMk/>
            <pc:sldMk cId="169825814" sldId="4603"/>
            <ac:spMk id="3" creationId="{4165AA15-3742-C496-5C26-0FA94A079CFA}"/>
          </ac:spMkLst>
        </pc:spChg>
      </pc:sldChg>
      <pc:sldChg chg="addSp modSp mod">
        <pc:chgData name="Cassandra Ekwegwo" userId="8440be82-84da-4552-80e8-5363bea17a94" providerId="ADAL" clId="{F84CAE9F-16CE-4329-8FB8-B4373CF25EE6}" dt="2026-06-15T20:31:22.793" v="19216" actId="1076"/>
        <pc:sldMkLst>
          <pc:docMk/>
          <pc:sldMk cId="1257198483" sldId="4604"/>
        </pc:sldMkLst>
        <pc:picChg chg="mod">
          <ac:chgData name="Cassandra Ekwegwo" userId="8440be82-84da-4552-80e8-5363bea17a94" providerId="ADAL" clId="{F84CAE9F-16CE-4329-8FB8-B4373CF25EE6}" dt="2026-06-15T20:28:28.597" v="19207" actId="1076"/>
          <ac:picMkLst>
            <pc:docMk/>
            <pc:sldMk cId="1257198483" sldId="4604"/>
            <ac:picMk id="2" creationId="{96727ABD-4E7C-DE9F-A520-6FE5C2077D22}"/>
          </ac:picMkLst>
        </pc:picChg>
        <pc:picChg chg="add mod">
          <ac:chgData name="Cassandra Ekwegwo" userId="8440be82-84da-4552-80e8-5363bea17a94" providerId="ADAL" clId="{F84CAE9F-16CE-4329-8FB8-B4373CF25EE6}" dt="2026-06-15T20:30:57.932" v="19208" actId="1076"/>
          <ac:picMkLst>
            <pc:docMk/>
            <pc:sldMk cId="1257198483" sldId="4604"/>
            <ac:picMk id="6" creationId="{141B94E4-003A-5244-3C50-E8F58BCCBD66}"/>
          </ac:picMkLst>
        </pc:picChg>
        <pc:picChg chg="add mod">
          <ac:chgData name="Cassandra Ekwegwo" userId="8440be82-84da-4552-80e8-5363bea17a94" providerId="ADAL" clId="{F84CAE9F-16CE-4329-8FB8-B4373CF25EE6}" dt="2026-06-15T20:31:22.793" v="19216" actId="1076"/>
          <ac:picMkLst>
            <pc:docMk/>
            <pc:sldMk cId="1257198483" sldId="4604"/>
            <ac:picMk id="13" creationId="{5F155E4C-6461-594B-1366-AE7D07C1D7C1}"/>
          </ac:picMkLst>
        </pc:picChg>
      </pc:sldChg>
      <pc:sldChg chg="addSp modSp mod">
        <pc:chgData name="Cassandra Ekwegwo" userId="8440be82-84da-4552-80e8-5363bea17a94" providerId="ADAL" clId="{F84CAE9F-16CE-4329-8FB8-B4373CF25EE6}" dt="2026-06-16T14:10:35.192" v="19240" actId="1076"/>
        <pc:sldMkLst>
          <pc:docMk/>
          <pc:sldMk cId="3520576937" sldId="4606"/>
        </pc:sldMkLst>
        <pc:spChg chg="mod">
          <ac:chgData name="Cassandra Ekwegwo" userId="8440be82-84da-4552-80e8-5363bea17a94" providerId="ADAL" clId="{F84CAE9F-16CE-4329-8FB8-B4373CF25EE6}" dt="2026-06-16T14:07:13.818" v="19232" actId="14100"/>
          <ac:spMkLst>
            <pc:docMk/>
            <pc:sldMk cId="3520576937" sldId="4606"/>
            <ac:spMk id="6" creationId="{038FBAAB-9A78-E68A-4DE2-24F4D85F8FA8}"/>
          </ac:spMkLst>
        </pc:spChg>
        <pc:picChg chg="mod">
          <ac:chgData name="Cassandra Ekwegwo" userId="8440be82-84da-4552-80e8-5363bea17a94" providerId="ADAL" clId="{F84CAE9F-16CE-4329-8FB8-B4373CF25EE6}" dt="2026-06-16T14:06:38.098" v="19225" actId="1076"/>
          <ac:picMkLst>
            <pc:docMk/>
            <pc:sldMk cId="3520576937" sldId="4606"/>
            <ac:picMk id="2" creationId="{A40092D0-2FBC-B809-5504-C50380F8EEB8}"/>
          </ac:picMkLst>
        </pc:picChg>
        <pc:picChg chg="add mod modCrop">
          <ac:chgData name="Cassandra Ekwegwo" userId="8440be82-84da-4552-80e8-5363bea17a94" providerId="ADAL" clId="{F84CAE9F-16CE-4329-8FB8-B4373CF25EE6}" dt="2026-06-16T14:09:31.109" v="19234" actId="1076"/>
          <ac:picMkLst>
            <pc:docMk/>
            <pc:sldMk cId="3520576937" sldId="4606"/>
            <ac:picMk id="5" creationId="{D7E4D269-DA11-46E0-D62D-91768E7C8614}"/>
          </ac:picMkLst>
        </pc:picChg>
        <pc:picChg chg="add mod">
          <ac:chgData name="Cassandra Ekwegwo" userId="8440be82-84da-4552-80e8-5363bea17a94" providerId="ADAL" clId="{F84CAE9F-16CE-4329-8FB8-B4373CF25EE6}" dt="2026-06-16T14:10:35.192" v="19240" actId="1076"/>
          <ac:picMkLst>
            <pc:docMk/>
            <pc:sldMk cId="3520576937" sldId="4606"/>
            <ac:picMk id="13" creationId="{F9028EAB-0E5C-CA3A-5E54-8732678F49FF}"/>
          </ac:picMkLst>
        </pc:picChg>
      </pc:sldChg>
      <pc:sldChg chg="addSp delSp modSp add mod modShow">
        <pc:chgData name="Cassandra Ekwegwo" userId="8440be82-84da-4552-80e8-5363bea17a94" providerId="ADAL" clId="{F84CAE9F-16CE-4329-8FB8-B4373CF25EE6}" dt="2026-06-16T16:21:07.464" v="19326" actId="27918"/>
        <pc:sldMkLst>
          <pc:docMk/>
          <pc:sldMk cId="4091406528" sldId="4670"/>
        </pc:sldMkLst>
      </pc:sldChg>
      <pc:sldChg chg="addSp modSp mod modShow">
        <pc:chgData name="Cassandra Ekwegwo" userId="8440be82-84da-4552-80e8-5363bea17a94" providerId="ADAL" clId="{F84CAE9F-16CE-4329-8FB8-B4373CF25EE6}" dt="2026-07-06T18:31:40.982" v="28169" actId="27918"/>
        <pc:sldMkLst>
          <pc:docMk/>
          <pc:sldMk cId="2913806398" sldId="4700"/>
        </pc:sldMkLst>
      </pc:sldChg>
      <pc:sldChg chg="addSp delSp modSp add mod ord">
        <pc:chgData name="Cassandra Ekwegwo" userId="8440be82-84da-4552-80e8-5363bea17a94" providerId="ADAL" clId="{F84CAE9F-16CE-4329-8FB8-B4373CF25EE6}" dt="2026-06-30T16:56:21.115" v="25440"/>
        <pc:sldMkLst>
          <pc:docMk/>
          <pc:sldMk cId="66939143" sldId="4704"/>
        </pc:sldMkLst>
        <pc:spChg chg="mod">
          <ac:chgData name="Cassandra Ekwegwo" userId="8440be82-84da-4552-80e8-5363bea17a94" providerId="ADAL" clId="{F84CAE9F-16CE-4329-8FB8-B4373CF25EE6}" dt="2026-06-17T14:02:39.718" v="19761" actId="1076"/>
          <ac:spMkLst>
            <pc:docMk/>
            <pc:sldMk cId="66939143" sldId="4704"/>
            <ac:spMk id="7" creationId="{D3F8052E-613F-529E-39C5-E3F471205D81}"/>
          </ac:spMkLst>
        </pc:spChg>
        <pc:spChg chg="add mod ord">
          <ac:chgData name="Cassandra Ekwegwo" userId="8440be82-84da-4552-80e8-5363bea17a94" providerId="ADAL" clId="{F84CAE9F-16CE-4329-8FB8-B4373CF25EE6}" dt="2026-06-17T14:10:30.005" v="19810" actId="1076"/>
          <ac:spMkLst>
            <pc:docMk/>
            <pc:sldMk cId="66939143" sldId="4704"/>
            <ac:spMk id="15" creationId="{4FB5AB09-5197-9188-AA35-259523AD71A5}"/>
          </ac:spMkLst>
        </pc:spChg>
        <pc:spChg chg="add mod">
          <ac:chgData name="Cassandra Ekwegwo" userId="8440be82-84da-4552-80e8-5363bea17a94" providerId="ADAL" clId="{F84CAE9F-16CE-4329-8FB8-B4373CF25EE6}" dt="2026-06-17T14:43:00.937" v="19815" actId="14100"/>
          <ac:spMkLst>
            <pc:docMk/>
            <pc:sldMk cId="66939143" sldId="4704"/>
            <ac:spMk id="16" creationId="{A3BE2860-80F2-2FDD-8C1B-1AC50184E705}"/>
          </ac:spMkLst>
        </pc:spChg>
        <pc:spChg chg="mod ord">
          <ac:chgData name="Cassandra Ekwegwo" userId="8440be82-84da-4552-80e8-5363bea17a94" providerId="ADAL" clId="{F84CAE9F-16CE-4329-8FB8-B4373CF25EE6}" dt="2026-06-17T14:10:00.760" v="19806" actId="1076"/>
          <ac:spMkLst>
            <pc:docMk/>
            <pc:sldMk cId="66939143" sldId="4704"/>
            <ac:spMk id="18" creationId="{571921CD-D9C1-3FBD-EBAD-458D94B4B5B9}"/>
          </ac:spMkLst>
        </pc:spChg>
        <pc:spChg chg="mod ord">
          <ac:chgData name="Cassandra Ekwegwo" userId="8440be82-84da-4552-80e8-5363bea17a94" providerId="ADAL" clId="{F84CAE9F-16CE-4329-8FB8-B4373CF25EE6}" dt="2026-06-17T14:10:10.278" v="19808" actId="14100"/>
          <ac:spMkLst>
            <pc:docMk/>
            <pc:sldMk cId="66939143" sldId="4704"/>
            <ac:spMk id="20" creationId="{B949D5D0-3BC1-DA44-07FA-09D2AB3292AA}"/>
          </ac:spMkLst>
        </pc:spChg>
        <pc:spChg chg="mod ord">
          <ac:chgData name="Cassandra Ekwegwo" userId="8440be82-84da-4552-80e8-5363bea17a94" providerId="ADAL" clId="{F84CAE9F-16CE-4329-8FB8-B4373CF25EE6}" dt="2026-06-17T14:10:19.693" v="19809" actId="1076"/>
          <ac:spMkLst>
            <pc:docMk/>
            <pc:sldMk cId="66939143" sldId="4704"/>
            <ac:spMk id="23" creationId="{6A205E0A-EFC3-1B59-7ECF-BE22296D862C}"/>
          </ac:spMkLst>
        </pc:spChg>
        <pc:picChg chg="add mod">
          <ac:chgData name="Cassandra Ekwegwo" userId="8440be82-84da-4552-80e8-5363bea17a94" providerId="ADAL" clId="{F84CAE9F-16CE-4329-8FB8-B4373CF25EE6}" dt="2026-06-17T14:08:48.605" v="19797" actId="1076"/>
          <ac:picMkLst>
            <pc:docMk/>
            <pc:sldMk cId="66939143" sldId="4704"/>
            <ac:picMk id="30" creationId="{52AF2F0B-60FE-5E79-FB55-BC6566DCEF65}"/>
          </ac:picMkLst>
        </pc:picChg>
        <pc:picChg chg="add mod">
          <ac:chgData name="Cassandra Ekwegwo" userId="8440be82-84da-4552-80e8-5363bea17a94" providerId="ADAL" clId="{F84CAE9F-16CE-4329-8FB8-B4373CF25EE6}" dt="2026-06-17T14:42:47.657" v="19813" actId="1076"/>
          <ac:picMkLst>
            <pc:docMk/>
            <pc:sldMk cId="66939143" sldId="4704"/>
            <ac:picMk id="32" creationId="{85B4C20D-86A7-4EBF-87A8-6B563A93B58E}"/>
          </ac:picMkLst>
        </pc:picChg>
      </pc:sldChg>
      <pc:sldChg chg="addSp delSp modSp mod">
        <pc:chgData name="Cassandra Ekwegwo" userId="8440be82-84da-4552-80e8-5363bea17a94" providerId="ADAL" clId="{F84CAE9F-16CE-4329-8FB8-B4373CF25EE6}" dt="2026-06-15T19:55:51.576" v="19194" actId="1076"/>
        <pc:sldMkLst>
          <pc:docMk/>
          <pc:sldMk cId="1952017003" sldId="4707"/>
        </pc:sldMkLst>
        <pc:spChg chg="mod">
          <ac:chgData name="Cassandra Ekwegwo" userId="8440be82-84da-4552-80e8-5363bea17a94" providerId="ADAL" clId="{F84CAE9F-16CE-4329-8FB8-B4373CF25EE6}" dt="2026-06-15T19:55:51.576" v="19194" actId="1076"/>
          <ac:spMkLst>
            <pc:docMk/>
            <pc:sldMk cId="1952017003" sldId="4707"/>
            <ac:spMk id="3" creationId="{F6984835-EAF5-E70F-927A-C374D9BD86EF}"/>
          </ac:spMkLst>
        </pc:spChg>
        <pc:picChg chg="mod">
          <ac:chgData name="Cassandra Ekwegwo" userId="8440be82-84da-4552-80e8-5363bea17a94" providerId="ADAL" clId="{F84CAE9F-16CE-4329-8FB8-B4373CF25EE6}" dt="2026-06-15T16:49:17.811" v="19171" actId="1076"/>
          <ac:picMkLst>
            <pc:docMk/>
            <pc:sldMk cId="1952017003" sldId="4707"/>
            <ac:picMk id="5" creationId="{A11E43FD-2E58-C32E-0D90-54B5281EB20F}"/>
          </ac:picMkLst>
        </pc:picChg>
        <pc:picChg chg="add mod">
          <ac:chgData name="Cassandra Ekwegwo" userId="8440be82-84da-4552-80e8-5363bea17a94" providerId="ADAL" clId="{F84CAE9F-16CE-4329-8FB8-B4373CF25EE6}" dt="2026-06-15T18:05:56.638" v="19177" actId="1076"/>
          <ac:picMkLst>
            <pc:docMk/>
            <pc:sldMk cId="1952017003" sldId="4707"/>
            <ac:picMk id="11" creationId="{96B511B3-BE09-CDA7-97D5-3BD51E5D6725}"/>
          </ac:picMkLst>
        </pc:picChg>
        <pc:picChg chg="add mod">
          <ac:chgData name="Cassandra Ekwegwo" userId="8440be82-84da-4552-80e8-5363bea17a94" providerId="ADAL" clId="{F84CAE9F-16CE-4329-8FB8-B4373CF25EE6}" dt="2026-06-15T19:55:43.542" v="19193" actId="1076"/>
          <ac:picMkLst>
            <pc:docMk/>
            <pc:sldMk cId="1952017003" sldId="4707"/>
            <ac:picMk id="16" creationId="{13040365-BB39-3FB1-CCD2-18DEED970ED7}"/>
          </ac:picMkLst>
        </pc:picChg>
      </pc:sldChg>
      <pc:sldChg chg="ord">
        <pc:chgData name="Cassandra Ekwegwo" userId="8440be82-84da-4552-80e8-5363bea17a94" providerId="ADAL" clId="{F84CAE9F-16CE-4329-8FB8-B4373CF25EE6}" dt="2026-07-01T13:42:43.839" v="25442"/>
        <pc:sldMkLst>
          <pc:docMk/>
          <pc:sldMk cId="2037832609" sldId="4716"/>
        </pc:sldMkLst>
      </pc:sldChg>
      <pc:sldChg chg="addSp delSp modSp mod">
        <pc:chgData name="Cassandra Ekwegwo" userId="8440be82-84da-4552-80e8-5363bea17a94" providerId="ADAL" clId="{F84CAE9F-16CE-4329-8FB8-B4373CF25EE6}" dt="2026-06-25T15:30:34.147" v="22611" actId="20577"/>
        <pc:sldMkLst>
          <pc:docMk/>
          <pc:sldMk cId="1964816231" sldId="4720"/>
        </pc:sldMkLst>
        <pc:spChg chg="mod">
          <ac:chgData name="Cassandra Ekwegwo" userId="8440be82-84da-4552-80e8-5363bea17a94" providerId="ADAL" clId="{F84CAE9F-16CE-4329-8FB8-B4373CF25EE6}" dt="2026-06-23T19:20:08.646" v="21436" actId="207"/>
          <ac:spMkLst>
            <pc:docMk/>
            <pc:sldMk cId="1964816231" sldId="4720"/>
            <ac:spMk id="5" creationId="{8DC9F5FF-6A42-E25A-2EB4-9E7D654899AC}"/>
          </ac:spMkLst>
        </pc:spChg>
        <pc:spChg chg="mod">
          <ac:chgData name="Cassandra Ekwegwo" userId="8440be82-84da-4552-80e8-5363bea17a94" providerId="ADAL" clId="{F84CAE9F-16CE-4329-8FB8-B4373CF25EE6}" dt="2026-06-25T15:30:34.147" v="22611" actId="20577"/>
          <ac:spMkLst>
            <pc:docMk/>
            <pc:sldMk cId="1964816231" sldId="4720"/>
            <ac:spMk id="6" creationId="{5B7B7D83-3F9B-CC6D-9BF0-690E1801EB8E}"/>
          </ac:spMkLst>
        </pc:spChg>
        <pc:spChg chg="add mod">
          <ac:chgData name="Cassandra Ekwegwo" userId="8440be82-84da-4552-80e8-5363bea17a94" providerId="ADAL" clId="{F84CAE9F-16CE-4329-8FB8-B4373CF25EE6}" dt="2026-06-23T18:40:45.868" v="20511"/>
          <ac:spMkLst>
            <pc:docMk/>
            <pc:sldMk cId="1964816231" sldId="4720"/>
            <ac:spMk id="15" creationId="{26DAECB8-718D-1D84-2BAF-93F3AFEFA689}"/>
          </ac:spMkLst>
        </pc:spChg>
        <pc:spChg chg="mod">
          <ac:chgData name="Cassandra Ekwegwo" userId="8440be82-84da-4552-80e8-5363bea17a94" providerId="ADAL" clId="{F84CAE9F-16CE-4329-8FB8-B4373CF25EE6}" dt="2026-06-23T18:40:45.868" v="20511"/>
          <ac:spMkLst>
            <pc:docMk/>
            <pc:sldMk cId="1964816231" sldId="4720"/>
            <ac:spMk id="17" creationId="{C085D05B-2CAA-BD7A-2272-A821F7D6523D}"/>
          </ac:spMkLst>
        </pc:spChg>
        <pc:spChg chg="mod">
          <ac:chgData name="Cassandra Ekwegwo" userId="8440be82-84da-4552-80e8-5363bea17a94" providerId="ADAL" clId="{F84CAE9F-16CE-4329-8FB8-B4373CF25EE6}" dt="2026-06-23T18:40:45.868" v="20511"/>
          <ac:spMkLst>
            <pc:docMk/>
            <pc:sldMk cId="1964816231" sldId="4720"/>
            <ac:spMk id="18" creationId="{5A11A0EC-F04E-9CA3-ABB7-FA23585457C4}"/>
          </ac:spMkLst>
        </pc:spChg>
        <pc:grpChg chg="add mod">
          <ac:chgData name="Cassandra Ekwegwo" userId="8440be82-84da-4552-80e8-5363bea17a94" providerId="ADAL" clId="{F84CAE9F-16CE-4329-8FB8-B4373CF25EE6}" dt="2026-06-23T18:40:45.868" v="20511"/>
          <ac:grpSpMkLst>
            <pc:docMk/>
            <pc:sldMk cId="1964816231" sldId="4720"/>
            <ac:grpSpMk id="16" creationId="{3355A1C6-5334-957B-9EB8-0B61AD8B330C}"/>
          </ac:grpSpMkLst>
        </pc:grpChg>
        <pc:graphicFrameChg chg="mod">
          <ac:chgData name="Cassandra Ekwegwo" userId="8440be82-84da-4552-80e8-5363bea17a94" providerId="ADAL" clId="{F84CAE9F-16CE-4329-8FB8-B4373CF25EE6}" dt="2026-06-23T17:48:32.720" v="19829" actId="1076"/>
          <ac:graphicFrameMkLst>
            <pc:docMk/>
            <pc:sldMk cId="1964816231" sldId="4720"/>
            <ac:graphicFrameMk id="7" creationId="{D46BA66A-4B2D-BD77-3D7A-22079DD3BDFA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24T13:35:50.147" v="21502" actId="113"/>
          <ac:graphicFrameMkLst>
            <pc:docMk/>
            <pc:sldMk cId="1964816231" sldId="4720"/>
            <ac:graphicFrameMk id="10" creationId="{FAF0ACBF-9073-57AE-2713-A78021257555}"/>
          </ac:graphicFrameMkLst>
        </pc:graphicFrameChg>
      </pc:sldChg>
      <pc:sldChg chg="addSp delSp modSp mod">
        <pc:chgData name="Cassandra Ekwegwo" userId="8440be82-84da-4552-80e8-5363bea17a94" providerId="ADAL" clId="{F84CAE9F-16CE-4329-8FB8-B4373CF25EE6}" dt="2026-07-01T18:29:34.030" v="26978" actId="113"/>
        <pc:sldMkLst>
          <pc:docMk/>
          <pc:sldMk cId="48089134" sldId="4721"/>
        </pc:sldMkLst>
        <pc:spChg chg="mod">
          <ac:chgData name="Cassandra Ekwegwo" userId="8440be82-84da-4552-80e8-5363bea17a94" providerId="ADAL" clId="{F84CAE9F-16CE-4329-8FB8-B4373CF25EE6}" dt="2026-06-29T16:15:45.990" v="23787" actId="1076"/>
          <ac:spMkLst>
            <pc:docMk/>
            <pc:sldMk cId="48089134" sldId="4721"/>
            <ac:spMk id="2" creationId="{77818CE0-5CD9-C84A-BD2F-3ADA69C3D31E}"/>
          </ac:spMkLst>
        </pc:spChg>
        <pc:spChg chg="mod">
          <ac:chgData name="Cassandra Ekwegwo" userId="8440be82-84da-4552-80e8-5363bea17a94" providerId="ADAL" clId="{F84CAE9F-16CE-4329-8FB8-B4373CF25EE6}" dt="2026-06-29T16:15:45.990" v="23787" actId="1076"/>
          <ac:spMkLst>
            <pc:docMk/>
            <pc:sldMk cId="48089134" sldId="4721"/>
            <ac:spMk id="3" creationId="{07A0E16C-EA71-F96B-A2F5-0F5A8A4EE336}"/>
          </ac:spMkLst>
        </pc:spChg>
        <pc:spChg chg="add mod">
          <ac:chgData name="Cassandra Ekwegwo" userId="8440be82-84da-4552-80e8-5363bea17a94" providerId="ADAL" clId="{F84CAE9F-16CE-4329-8FB8-B4373CF25EE6}" dt="2026-06-29T16:15:47.737" v="23788"/>
          <ac:spMkLst>
            <pc:docMk/>
            <pc:sldMk cId="48089134" sldId="4721"/>
            <ac:spMk id="4" creationId="{A94404C2-C3B8-0AAB-2F39-AFC55BE1DE33}"/>
          </ac:spMkLst>
        </pc:spChg>
        <pc:spChg chg="mod">
          <ac:chgData name="Cassandra Ekwegwo" userId="8440be82-84da-4552-80e8-5363bea17a94" providerId="ADAL" clId="{F84CAE9F-16CE-4329-8FB8-B4373CF25EE6}" dt="2026-06-30T13:52:07.108" v="24964" actId="20577"/>
          <ac:spMkLst>
            <pc:docMk/>
            <pc:sldMk cId="48089134" sldId="4721"/>
            <ac:spMk id="6" creationId="{57B04A58-A9F2-4FEE-7BE2-009B5E842B57}"/>
          </ac:spMkLst>
        </pc:spChg>
        <pc:spChg chg="mod">
          <ac:chgData name="Cassandra Ekwegwo" userId="8440be82-84da-4552-80e8-5363bea17a94" providerId="ADAL" clId="{F84CAE9F-16CE-4329-8FB8-B4373CF25EE6}" dt="2026-06-29T16:15:47.737" v="23788"/>
          <ac:spMkLst>
            <pc:docMk/>
            <pc:sldMk cId="48089134" sldId="4721"/>
            <ac:spMk id="9" creationId="{18B78131-75EE-72FA-EF5C-44B207FEEF90}"/>
          </ac:spMkLst>
        </pc:spChg>
        <pc:spChg chg="mod">
          <ac:chgData name="Cassandra Ekwegwo" userId="8440be82-84da-4552-80e8-5363bea17a94" providerId="ADAL" clId="{F84CAE9F-16CE-4329-8FB8-B4373CF25EE6}" dt="2026-06-29T16:15:47.737" v="23788"/>
          <ac:spMkLst>
            <pc:docMk/>
            <pc:sldMk cId="48089134" sldId="4721"/>
            <ac:spMk id="10" creationId="{41D6329F-8F3F-789D-F36A-420EEDCCE49A}"/>
          </ac:spMkLst>
        </pc:spChg>
        <pc:spChg chg="add mod">
          <ac:chgData name="Cassandra Ekwegwo" userId="8440be82-84da-4552-80e8-5363bea17a94" providerId="ADAL" clId="{F84CAE9F-16CE-4329-8FB8-B4373CF25EE6}" dt="2026-06-29T20:48:27.867" v="24375" actId="1076"/>
          <ac:spMkLst>
            <pc:docMk/>
            <pc:sldMk cId="48089134" sldId="4721"/>
            <ac:spMk id="18" creationId="{7F3BAC1C-8EB2-D5BA-A669-26090C1EA583}"/>
          </ac:spMkLst>
        </pc:spChg>
        <pc:spChg chg="add mod">
          <ac:chgData name="Cassandra Ekwegwo" userId="8440be82-84da-4552-80e8-5363bea17a94" providerId="ADAL" clId="{F84CAE9F-16CE-4329-8FB8-B4373CF25EE6}" dt="2026-06-29T20:21:48.762" v="24188" actId="1076"/>
          <ac:spMkLst>
            <pc:docMk/>
            <pc:sldMk cId="48089134" sldId="4721"/>
            <ac:spMk id="20" creationId="{F32DA844-7333-E9CC-AE0A-886883FF6F94}"/>
          </ac:spMkLst>
        </pc:spChg>
        <pc:spChg chg="add mod">
          <ac:chgData name="Cassandra Ekwegwo" userId="8440be82-84da-4552-80e8-5363bea17a94" providerId="ADAL" clId="{F84CAE9F-16CE-4329-8FB8-B4373CF25EE6}" dt="2026-06-29T20:48:10.665" v="24371" actId="1076"/>
          <ac:spMkLst>
            <pc:docMk/>
            <pc:sldMk cId="48089134" sldId="4721"/>
            <ac:spMk id="22" creationId="{E0488E8A-938F-944A-A234-553CF67D60BE}"/>
          </ac:spMkLst>
        </pc:spChg>
        <pc:spChg chg="add mod">
          <ac:chgData name="Cassandra Ekwegwo" userId="8440be82-84da-4552-80e8-5363bea17a94" providerId="ADAL" clId="{F84CAE9F-16CE-4329-8FB8-B4373CF25EE6}" dt="2026-06-29T20:48:25.377" v="24374" actId="1076"/>
          <ac:spMkLst>
            <pc:docMk/>
            <pc:sldMk cId="48089134" sldId="4721"/>
            <ac:spMk id="23" creationId="{3DBB8F37-F311-AAAF-1EB8-9EC53F593831}"/>
          </ac:spMkLst>
        </pc:spChg>
        <pc:spChg chg="add mod">
          <ac:chgData name="Cassandra Ekwegwo" userId="8440be82-84da-4552-80e8-5363bea17a94" providerId="ADAL" clId="{F84CAE9F-16CE-4329-8FB8-B4373CF25EE6}" dt="2026-06-30T13:58:48.096" v="24978" actId="1076"/>
          <ac:spMkLst>
            <pc:docMk/>
            <pc:sldMk cId="48089134" sldId="4721"/>
            <ac:spMk id="47" creationId="{2AD96F93-92E8-EC92-198B-FC1576FA5B3F}"/>
          </ac:spMkLst>
        </pc:spChg>
        <pc:spChg chg="add mod">
          <ac:chgData name="Cassandra Ekwegwo" userId="8440be82-84da-4552-80e8-5363bea17a94" providerId="ADAL" clId="{F84CAE9F-16CE-4329-8FB8-B4373CF25EE6}" dt="2026-07-01T18:29:13.408" v="26972" actId="113"/>
          <ac:spMkLst>
            <pc:docMk/>
            <pc:sldMk cId="48089134" sldId="4721"/>
            <ac:spMk id="48" creationId="{CBBC28F7-C0BB-8428-0EDC-4B6430335509}"/>
          </ac:spMkLst>
        </pc:spChg>
        <pc:spChg chg="add mod">
          <ac:chgData name="Cassandra Ekwegwo" userId="8440be82-84da-4552-80e8-5363bea17a94" providerId="ADAL" clId="{F84CAE9F-16CE-4329-8FB8-B4373CF25EE6}" dt="2026-07-01T18:29:21.361" v="26973" actId="113"/>
          <ac:spMkLst>
            <pc:docMk/>
            <pc:sldMk cId="48089134" sldId="4721"/>
            <ac:spMk id="49" creationId="{BC4DCF66-3E7E-9E17-B45A-BFAD3F3804E9}"/>
          </ac:spMkLst>
        </pc:spChg>
        <pc:spChg chg="add mod">
          <ac:chgData name="Cassandra Ekwegwo" userId="8440be82-84da-4552-80e8-5363bea17a94" providerId="ADAL" clId="{F84CAE9F-16CE-4329-8FB8-B4373CF25EE6}" dt="2026-07-01T18:29:04.870" v="26969" actId="113"/>
          <ac:spMkLst>
            <pc:docMk/>
            <pc:sldMk cId="48089134" sldId="4721"/>
            <ac:spMk id="50" creationId="{FE20FA6B-DA66-46FB-9515-A264AB99DF8D}"/>
          </ac:spMkLst>
        </pc:spChg>
        <pc:spChg chg="add mod">
          <ac:chgData name="Cassandra Ekwegwo" userId="8440be82-84da-4552-80e8-5363bea17a94" providerId="ADAL" clId="{F84CAE9F-16CE-4329-8FB8-B4373CF25EE6}" dt="2026-07-01T18:29:23.304" v="26974" actId="113"/>
          <ac:spMkLst>
            <pc:docMk/>
            <pc:sldMk cId="48089134" sldId="4721"/>
            <ac:spMk id="51" creationId="{EB0EA413-E012-DC90-455B-B6D37333A46D}"/>
          </ac:spMkLst>
        </pc:spChg>
        <pc:spChg chg="add mod">
          <ac:chgData name="Cassandra Ekwegwo" userId="8440be82-84da-4552-80e8-5363bea17a94" providerId="ADAL" clId="{F84CAE9F-16CE-4329-8FB8-B4373CF25EE6}" dt="2026-06-30T13:51:20.257" v="24956" actId="1076"/>
          <ac:spMkLst>
            <pc:docMk/>
            <pc:sldMk cId="48089134" sldId="4721"/>
            <ac:spMk id="52" creationId="{5A2DE50C-690E-CEFE-153B-C84D9770D329}"/>
          </ac:spMkLst>
        </pc:spChg>
        <pc:spChg chg="add mod">
          <ac:chgData name="Cassandra Ekwegwo" userId="8440be82-84da-4552-80e8-5363bea17a94" providerId="ADAL" clId="{F84CAE9F-16CE-4329-8FB8-B4373CF25EE6}" dt="2026-06-30T13:51:16.617" v="24955" actId="1076"/>
          <ac:spMkLst>
            <pc:docMk/>
            <pc:sldMk cId="48089134" sldId="4721"/>
            <ac:spMk id="53" creationId="{9831C39D-D8DD-C6D8-6C71-CE928E179921}"/>
          </ac:spMkLst>
        </pc:spChg>
        <pc:spChg chg="add mod">
          <ac:chgData name="Cassandra Ekwegwo" userId="8440be82-84da-4552-80e8-5363bea17a94" providerId="ADAL" clId="{F84CAE9F-16CE-4329-8FB8-B4373CF25EE6}" dt="2026-06-29T20:49:12.755" v="24383" actId="1076"/>
          <ac:spMkLst>
            <pc:docMk/>
            <pc:sldMk cId="48089134" sldId="4721"/>
            <ac:spMk id="54" creationId="{6AF3230D-313B-557F-9FE9-FE03878F5709}"/>
          </ac:spMkLst>
        </pc:spChg>
        <pc:spChg chg="add mod">
          <ac:chgData name="Cassandra Ekwegwo" userId="8440be82-84da-4552-80e8-5363bea17a94" providerId="ADAL" clId="{F84CAE9F-16CE-4329-8FB8-B4373CF25EE6}" dt="2026-06-29T20:19:46.584" v="24165" actId="1076"/>
          <ac:spMkLst>
            <pc:docMk/>
            <pc:sldMk cId="48089134" sldId="4721"/>
            <ac:spMk id="55" creationId="{6217AE92-0FBF-DE76-3233-8A0645BEEDE3}"/>
          </ac:spMkLst>
        </pc:spChg>
        <pc:spChg chg="add mod">
          <ac:chgData name="Cassandra Ekwegwo" userId="8440be82-84da-4552-80e8-5363bea17a94" providerId="ADAL" clId="{F84CAE9F-16CE-4329-8FB8-B4373CF25EE6}" dt="2026-07-01T18:29:30.712" v="26977" actId="113"/>
          <ac:spMkLst>
            <pc:docMk/>
            <pc:sldMk cId="48089134" sldId="4721"/>
            <ac:spMk id="56" creationId="{A3E060DC-1130-EE34-EF43-A8222C2BDA22}"/>
          </ac:spMkLst>
        </pc:spChg>
        <pc:spChg chg="add mod">
          <ac:chgData name="Cassandra Ekwegwo" userId="8440be82-84da-4552-80e8-5363bea17a94" providerId="ADAL" clId="{F84CAE9F-16CE-4329-8FB8-B4373CF25EE6}" dt="2026-07-01T18:29:34.030" v="26978" actId="113"/>
          <ac:spMkLst>
            <pc:docMk/>
            <pc:sldMk cId="48089134" sldId="4721"/>
            <ac:spMk id="57" creationId="{BC3B4ADD-4326-9D30-5659-E1A2D084A470}"/>
          </ac:spMkLst>
        </pc:spChg>
        <pc:spChg chg="add mod">
          <ac:chgData name="Cassandra Ekwegwo" userId="8440be82-84da-4552-80e8-5363bea17a94" providerId="ADAL" clId="{F84CAE9F-16CE-4329-8FB8-B4373CF25EE6}" dt="2026-07-01T18:29:28.510" v="26976" actId="113"/>
          <ac:spMkLst>
            <pc:docMk/>
            <pc:sldMk cId="48089134" sldId="4721"/>
            <ac:spMk id="58" creationId="{5AA30CF8-1062-037A-7BA2-96BCC7BE2FCF}"/>
          </ac:spMkLst>
        </pc:spChg>
        <pc:spChg chg="add mod">
          <ac:chgData name="Cassandra Ekwegwo" userId="8440be82-84da-4552-80e8-5363bea17a94" providerId="ADAL" clId="{F84CAE9F-16CE-4329-8FB8-B4373CF25EE6}" dt="2026-07-01T18:29:26.051" v="26975" actId="113"/>
          <ac:spMkLst>
            <pc:docMk/>
            <pc:sldMk cId="48089134" sldId="4721"/>
            <ac:spMk id="59" creationId="{CB2B5AE5-25CD-8053-5E86-93A24FA54289}"/>
          </ac:spMkLst>
        </pc:spChg>
        <pc:spChg chg="add mod">
          <ac:chgData name="Cassandra Ekwegwo" userId="8440be82-84da-4552-80e8-5363bea17a94" providerId="ADAL" clId="{F84CAE9F-16CE-4329-8FB8-B4373CF25EE6}" dt="2026-06-29T20:16:44.840" v="24123" actId="1076"/>
          <ac:spMkLst>
            <pc:docMk/>
            <pc:sldMk cId="48089134" sldId="4721"/>
            <ac:spMk id="60" creationId="{C73991F1-5B06-6FC4-AA99-8C7A2E95C9B4}"/>
          </ac:spMkLst>
        </pc:spChg>
        <pc:spChg chg="add mod">
          <ac:chgData name="Cassandra Ekwegwo" userId="8440be82-84da-4552-80e8-5363bea17a94" providerId="ADAL" clId="{F84CAE9F-16CE-4329-8FB8-B4373CF25EE6}" dt="2026-06-29T20:16:44.840" v="24123" actId="1076"/>
          <ac:spMkLst>
            <pc:docMk/>
            <pc:sldMk cId="48089134" sldId="4721"/>
            <ac:spMk id="61" creationId="{41080124-60A8-5276-C731-87CF0EB0A80C}"/>
          </ac:spMkLst>
        </pc:spChg>
        <pc:spChg chg="add mod">
          <ac:chgData name="Cassandra Ekwegwo" userId="8440be82-84da-4552-80e8-5363bea17a94" providerId="ADAL" clId="{F84CAE9F-16CE-4329-8FB8-B4373CF25EE6}" dt="2026-06-30T13:55:10.514" v="24973" actId="1076"/>
          <ac:spMkLst>
            <pc:docMk/>
            <pc:sldMk cId="48089134" sldId="4721"/>
            <ac:spMk id="62" creationId="{C2A68B11-3EBD-0AA9-D800-9B0C0F7C9887}"/>
          </ac:spMkLst>
        </pc:spChg>
        <pc:spChg chg="add mod">
          <ac:chgData name="Cassandra Ekwegwo" userId="8440be82-84da-4552-80e8-5363bea17a94" providerId="ADAL" clId="{F84CAE9F-16CE-4329-8FB8-B4373CF25EE6}" dt="2026-06-30T13:55:10.514" v="24973" actId="1076"/>
          <ac:spMkLst>
            <pc:docMk/>
            <pc:sldMk cId="48089134" sldId="4721"/>
            <ac:spMk id="63" creationId="{CF8E8E37-FA96-C8F6-6A9A-5B464268B229}"/>
          </ac:spMkLst>
        </pc:spChg>
        <pc:spChg chg="add mod">
          <ac:chgData name="Cassandra Ekwegwo" userId="8440be82-84da-4552-80e8-5363bea17a94" providerId="ADAL" clId="{F84CAE9F-16CE-4329-8FB8-B4373CF25EE6}" dt="2026-06-30T13:55:10.514" v="24973" actId="1076"/>
          <ac:spMkLst>
            <pc:docMk/>
            <pc:sldMk cId="48089134" sldId="4721"/>
            <ac:spMk id="64" creationId="{6988EE34-5437-0FB0-6413-35B69315DF16}"/>
          </ac:spMkLst>
        </pc:spChg>
        <pc:spChg chg="add mod">
          <ac:chgData name="Cassandra Ekwegwo" userId="8440be82-84da-4552-80e8-5363bea17a94" providerId="ADAL" clId="{F84CAE9F-16CE-4329-8FB8-B4373CF25EE6}" dt="2026-06-30T13:55:10.514" v="24973" actId="1076"/>
          <ac:spMkLst>
            <pc:docMk/>
            <pc:sldMk cId="48089134" sldId="4721"/>
            <ac:spMk id="65" creationId="{719564CD-3215-EED9-EE21-1BB40EF5336D}"/>
          </ac:spMkLst>
        </pc:spChg>
        <pc:spChg chg="add mod">
          <ac:chgData name="Cassandra Ekwegwo" userId="8440be82-84da-4552-80e8-5363bea17a94" providerId="ADAL" clId="{F84CAE9F-16CE-4329-8FB8-B4373CF25EE6}" dt="2026-06-30T13:52:45.597" v="24967" actId="14100"/>
          <ac:spMkLst>
            <pc:docMk/>
            <pc:sldMk cId="48089134" sldId="4721"/>
            <ac:spMk id="104" creationId="{C03E0492-FB1C-20A5-CE80-55DAA275C781}"/>
          </ac:spMkLst>
        </pc:spChg>
        <pc:grpChg chg="add mod">
          <ac:chgData name="Cassandra Ekwegwo" userId="8440be82-84da-4552-80e8-5363bea17a94" providerId="ADAL" clId="{F84CAE9F-16CE-4329-8FB8-B4373CF25EE6}" dt="2026-06-29T19:57:45.388" v="24039" actId="14100"/>
          <ac:grpSpMkLst>
            <pc:docMk/>
            <pc:sldMk cId="48089134" sldId="4721"/>
            <ac:grpSpMk id="8" creationId="{C81A73D1-A5C5-9937-B02B-E19554EC654C}"/>
          </ac:grpSpMkLst>
        </pc:grpChg>
        <pc:graphicFrameChg chg="add mod">
          <ac:chgData name="Cassandra Ekwegwo" userId="8440be82-84da-4552-80e8-5363bea17a94" providerId="ADAL" clId="{F84CAE9F-16CE-4329-8FB8-B4373CF25EE6}" dt="2026-06-30T13:33:53.929" v="24678"/>
          <ac:graphicFrameMkLst>
            <pc:docMk/>
            <pc:sldMk cId="48089134" sldId="4721"/>
            <ac:graphicFrameMk id="92" creationId="{8386071C-14B6-A367-6BF5-1DAAEA4DB7ED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3:32:54.153" v="24673" actId="14100"/>
          <ac:graphicFrameMkLst>
            <pc:docMk/>
            <pc:sldMk cId="48089134" sldId="4721"/>
            <ac:graphicFrameMk id="93" creationId="{8386071C-14B6-A367-6BF5-1DAAEA4DB7ED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3:33:07.088" v="24675" actId="1076"/>
          <ac:graphicFrameMkLst>
            <pc:docMk/>
            <pc:sldMk cId="48089134" sldId="4721"/>
            <ac:graphicFrameMk id="94" creationId="{8386071C-14B6-A367-6BF5-1DAAEA4DB7ED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3:33:00.751" v="24674" actId="1076"/>
          <ac:graphicFrameMkLst>
            <pc:docMk/>
            <pc:sldMk cId="48089134" sldId="4721"/>
            <ac:graphicFrameMk id="95" creationId="{8386071C-14B6-A367-6BF5-1DAAEA4DB7ED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3:33:16.365" v="24677" actId="1076"/>
          <ac:graphicFrameMkLst>
            <pc:docMk/>
            <pc:sldMk cId="48089134" sldId="4721"/>
            <ac:graphicFrameMk id="96" creationId="{8386071C-14B6-A367-6BF5-1DAAEA4DB7ED}"/>
          </ac:graphicFrameMkLst>
        </pc:graphicFrameChg>
        <pc:graphicFrameChg chg="add del mod">
          <ac:chgData name="Cassandra Ekwegwo" userId="8440be82-84da-4552-80e8-5363bea17a94" providerId="ADAL" clId="{F84CAE9F-16CE-4329-8FB8-B4373CF25EE6}" dt="2026-06-30T13:33:11.966" v="24676" actId="1076"/>
          <ac:graphicFrameMkLst>
            <pc:docMk/>
            <pc:sldMk cId="48089134" sldId="4721"/>
            <ac:graphicFrameMk id="97" creationId="{8386071C-14B6-A367-6BF5-1DAAEA4DB7ED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3:58:11.621" v="24976" actId="1076"/>
          <ac:graphicFrameMkLst>
            <pc:docMk/>
            <pc:sldMk cId="48089134" sldId="4721"/>
            <ac:graphicFrameMk id="100" creationId="{8386071C-14B6-A367-6BF5-1DAAEA4DB7ED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3:58:11.621" v="24976" actId="1076"/>
          <ac:graphicFrameMkLst>
            <pc:docMk/>
            <pc:sldMk cId="48089134" sldId="4721"/>
            <ac:graphicFrameMk id="101" creationId="{8386071C-14B6-A367-6BF5-1DAAEA4DB7ED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3:58:22.431" v="24977" actId="1076"/>
          <ac:graphicFrameMkLst>
            <pc:docMk/>
            <pc:sldMk cId="48089134" sldId="4721"/>
            <ac:graphicFrameMk id="102" creationId="{8386071C-14B6-A367-6BF5-1DAAEA4DB7ED}"/>
          </ac:graphicFrameMkLst>
        </pc:graphicFrameChg>
        <pc:graphicFrameChg chg="add mod">
          <ac:chgData name="Cassandra Ekwegwo" userId="8440be82-84da-4552-80e8-5363bea17a94" providerId="ADAL" clId="{F84CAE9F-16CE-4329-8FB8-B4373CF25EE6}" dt="2026-06-30T13:58:22.431" v="24977" actId="1076"/>
          <ac:graphicFrameMkLst>
            <pc:docMk/>
            <pc:sldMk cId="48089134" sldId="4721"/>
            <ac:graphicFrameMk id="103" creationId="{8386071C-14B6-A367-6BF5-1DAAEA4DB7ED}"/>
          </ac:graphicFrameMkLst>
        </pc:graphicFrameChg>
      </pc:sldChg>
      <pc:sldChg chg="addSp delSp modSp mod">
        <pc:chgData name="Cassandra Ekwegwo" userId="8440be82-84da-4552-80e8-5363bea17a94" providerId="ADAL" clId="{F84CAE9F-16CE-4329-8FB8-B4373CF25EE6}" dt="2026-06-30T16:55:32.768" v="25438"/>
        <pc:sldMkLst>
          <pc:docMk/>
          <pc:sldMk cId="1886741090" sldId="4722"/>
        </pc:sldMkLst>
        <pc:spChg chg="mod">
          <ac:chgData name="Cassandra Ekwegwo" userId="8440be82-84da-4552-80e8-5363bea17a94" providerId="ADAL" clId="{F84CAE9F-16CE-4329-8FB8-B4373CF25EE6}" dt="2026-06-30T14:00:56.630" v="24988" actId="1076"/>
          <ac:spMkLst>
            <pc:docMk/>
            <pc:sldMk cId="1886741090" sldId="4722"/>
            <ac:spMk id="2" creationId="{A949D5D8-15DF-F2E5-919E-B9D54BC4E04B}"/>
          </ac:spMkLst>
        </pc:spChg>
        <pc:spChg chg="mod">
          <ac:chgData name="Cassandra Ekwegwo" userId="8440be82-84da-4552-80e8-5363bea17a94" providerId="ADAL" clId="{F84CAE9F-16CE-4329-8FB8-B4373CF25EE6}" dt="2026-06-30T14:00:56.630" v="24988" actId="1076"/>
          <ac:spMkLst>
            <pc:docMk/>
            <pc:sldMk cId="1886741090" sldId="4722"/>
            <ac:spMk id="3" creationId="{7F16FDD3-0EBA-466A-2A4C-B9447A1E24A5}"/>
          </ac:spMkLst>
        </pc:spChg>
        <pc:spChg chg="mod">
          <ac:chgData name="Cassandra Ekwegwo" userId="8440be82-84da-4552-80e8-5363bea17a94" providerId="ADAL" clId="{F84CAE9F-16CE-4329-8FB8-B4373CF25EE6}" dt="2026-06-30T16:40:00.247" v="25090" actId="20577"/>
          <ac:spMkLst>
            <pc:docMk/>
            <pc:sldMk cId="1886741090" sldId="4722"/>
            <ac:spMk id="6" creationId="{C8B92FA3-78EB-F625-AC2C-D2E9CF87051F}"/>
          </ac:spMkLst>
        </pc:spChg>
        <pc:spChg chg="add mod">
          <ac:chgData name="Cassandra Ekwegwo" userId="8440be82-84da-4552-80e8-5363bea17a94" providerId="ADAL" clId="{F84CAE9F-16CE-4329-8FB8-B4373CF25EE6}" dt="2026-06-30T15:12:06.804" v="24989"/>
          <ac:spMkLst>
            <pc:docMk/>
            <pc:sldMk cId="1886741090" sldId="4722"/>
            <ac:spMk id="9" creationId="{ABE70015-5093-165B-2D56-CA8DCE2D9F48}"/>
          </ac:spMkLst>
        </pc:spChg>
        <pc:spChg chg="mod">
          <ac:chgData name="Cassandra Ekwegwo" userId="8440be82-84da-4552-80e8-5363bea17a94" providerId="ADAL" clId="{F84CAE9F-16CE-4329-8FB8-B4373CF25EE6}" dt="2026-06-30T15:12:06.804" v="24989"/>
          <ac:spMkLst>
            <pc:docMk/>
            <pc:sldMk cId="1886741090" sldId="4722"/>
            <ac:spMk id="11" creationId="{80F3D55A-EB7C-14EE-40BF-13C5D7F8FF06}"/>
          </ac:spMkLst>
        </pc:spChg>
        <pc:spChg chg="mod">
          <ac:chgData name="Cassandra Ekwegwo" userId="8440be82-84da-4552-80e8-5363bea17a94" providerId="ADAL" clId="{F84CAE9F-16CE-4329-8FB8-B4373CF25EE6}" dt="2026-06-30T15:12:06.804" v="24989"/>
          <ac:spMkLst>
            <pc:docMk/>
            <pc:sldMk cId="1886741090" sldId="4722"/>
            <ac:spMk id="12" creationId="{A7811A5C-80AB-3B90-E02E-A22891EDE42C}"/>
          </ac:spMkLst>
        </pc:spChg>
        <pc:spChg chg="add mod">
          <ac:chgData name="Cassandra Ekwegwo" userId="8440be82-84da-4552-80e8-5363bea17a94" providerId="ADAL" clId="{F84CAE9F-16CE-4329-8FB8-B4373CF25EE6}" dt="2026-06-30T16:52:39.869" v="25433" actId="1076"/>
          <ac:spMkLst>
            <pc:docMk/>
            <pc:sldMk cId="1886741090" sldId="4722"/>
            <ac:spMk id="14" creationId="{F0DEBC64-B9C1-44B5-D904-F3FA076E42DF}"/>
          </ac:spMkLst>
        </pc:spChg>
        <pc:grpChg chg="add mod">
          <ac:chgData name="Cassandra Ekwegwo" userId="8440be82-84da-4552-80e8-5363bea17a94" providerId="ADAL" clId="{F84CAE9F-16CE-4329-8FB8-B4373CF25EE6}" dt="2026-06-30T15:12:06.804" v="24989"/>
          <ac:grpSpMkLst>
            <pc:docMk/>
            <pc:sldMk cId="1886741090" sldId="4722"/>
            <ac:grpSpMk id="10" creationId="{5396B71D-0494-D76A-C494-2A70682D5BEF}"/>
          </ac:grpSpMkLst>
        </pc:grpChg>
        <pc:graphicFrameChg chg="add mod">
          <ac:chgData name="Cassandra Ekwegwo" userId="8440be82-84da-4552-80e8-5363bea17a94" providerId="ADAL" clId="{F84CAE9F-16CE-4329-8FB8-B4373CF25EE6}" dt="2026-06-30T16:55:32.768" v="25438"/>
          <ac:graphicFrameMkLst>
            <pc:docMk/>
            <pc:sldMk cId="1886741090" sldId="4722"/>
            <ac:graphicFrameMk id="13" creationId="{60451D4A-7094-3C7D-A302-AD443E227C03}"/>
          </ac:graphicFrameMkLst>
        </pc:graphicFrameChg>
      </pc:sldChg>
      <pc:sldChg chg="addSp delSp modSp new mod">
        <pc:chgData name="Cassandra Ekwegwo" userId="8440be82-84da-4552-80e8-5363bea17a94" providerId="ADAL" clId="{F84CAE9F-16CE-4329-8FB8-B4373CF25EE6}" dt="2026-07-07T14:24:21.697" v="30362" actId="207"/>
        <pc:sldMkLst>
          <pc:docMk/>
          <pc:sldMk cId="3965869357" sldId="4723"/>
        </pc:sldMkLst>
        <pc:spChg chg="add mod">
          <ac:chgData name="Cassandra Ekwegwo" userId="8440be82-84da-4552-80e8-5363bea17a94" providerId="ADAL" clId="{F84CAE9F-16CE-4329-8FB8-B4373CF25EE6}" dt="2026-07-01T14:56:34.362" v="25449"/>
          <ac:spMkLst>
            <pc:docMk/>
            <pc:sldMk cId="3965869357" sldId="4723"/>
            <ac:spMk id="6" creationId="{F6ACA9A3-F547-7313-13C3-8A51FB997552}"/>
          </ac:spMkLst>
        </pc:spChg>
        <pc:spChg chg="mod">
          <ac:chgData name="Cassandra Ekwegwo" userId="8440be82-84da-4552-80e8-5363bea17a94" providerId="ADAL" clId="{F84CAE9F-16CE-4329-8FB8-B4373CF25EE6}" dt="2026-07-01T14:56:34.362" v="25449"/>
          <ac:spMkLst>
            <pc:docMk/>
            <pc:sldMk cId="3965869357" sldId="4723"/>
            <ac:spMk id="8" creationId="{0646AF21-DF12-2118-6A34-9769C4E10AFE}"/>
          </ac:spMkLst>
        </pc:spChg>
        <pc:spChg chg="mod">
          <ac:chgData name="Cassandra Ekwegwo" userId="8440be82-84da-4552-80e8-5363bea17a94" providerId="ADAL" clId="{F84CAE9F-16CE-4329-8FB8-B4373CF25EE6}" dt="2026-07-01T14:56:34.362" v="25449"/>
          <ac:spMkLst>
            <pc:docMk/>
            <pc:sldMk cId="3965869357" sldId="4723"/>
            <ac:spMk id="9" creationId="{A6252BC9-2C30-9367-DC77-25C0AFFAAECC}"/>
          </ac:spMkLst>
        </pc:spChg>
        <pc:spChg chg="add mod">
          <ac:chgData name="Cassandra Ekwegwo" userId="8440be82-84da-4552-80e8-5363bea17a94" providerId="ADAL" clId="{F84CAE9F-16CE-4329-8FB8-B4373CF25EE6}" dt="2026-07-07T14:17:54.016" v="30320" actId="113"/>
          <ac:spMkLst>
            <pc:docMk/>
            <pc:sldMk cId="3965869357" sldId="4723"/>
            <ac:spMk id="12" creationId="{AE30ED32-067D-4420-6DD6-B8A036F00E4C}"/>
          </ac:spMkLst>
        </pc:spChg>
        <pc:spChg chg="add mod">
          <ac:chgData name="Cassandra Ekwegwo" userId="8440be82-84da-4552-80e8-5363bea17a94" providerId="ADAL" clId="{F84CAE9F-16CE-4329-8FB8-B4373CF25EE6}" dt="2026-07-07T14:17:37.712" v="30317" actId="113"/>
          <ac:spMkLst>
            <pc:docMk/>
            <pc:sldMk cId="3965869357" sldId="4723"/>
            <ac:spMk id="13" creationId="{227F90C7-3675-B29B-61A6-ECA27A178BC6}"/>
          </ac:spMkLst>
        </pc:spChg>
        <pc:spChg chg="add mod">
          <ac:chgData name="Cassandra Ekwegwo" userId="8440be82-84da-4552-80e8-5363bea17a94" providerId="ADAL" clId="{F84CAE9F-16CE-4329-8FB8-B4373CF25EE6}" dt="2026-07-07T14:18:04.470" v="30322" actId="113"/>
          <ac:spMkLst>
            <pc:docMk/>
            <pc:sldMk cId="3965869357" sldId="4723"/>
            <ac:spMk id="14" creationId="{50CD5D3F-6942-BDAD-6DBD-A838D3E05B29}"/>
          </ac:spMkLst>
        </pc:spChg>
        <pc:spChg chg="add mod">
          <ac:chgData name="Cassandra Ekwegwo" userId="8440be82-84da-4552-80e8-5363bea17a94" providerId="ADAL" clId="{F84CAE9F-16CE-4329-8FB8-B4373CF25EE6}" dt="2026-07-07T14:18:20.171" v="30326" actId="113"/>
          <ac:spMkLst>
            <pc:docMk/>
            <pc:sldMk cId="3965869357" sldId="4723"/>
            <ac:spMk id="19" creationId="{799980E3-325C-DB89-E419-F3064575C08C}"/>
          </ac:spMkLst>
        </pc:spChg>
        <pc:spChg chg="add mod">
          <ac:chgData name="Cassandra Ekwegwo" userId="8440be82-84da-4552-80e8-5363bea17a94" providerId="ADAL" clId="{F84CAE9F-16CE-4329-8FB8-B4373CF25EE6}" dt="2026-07-07T14:18:14.744" v="30325" actId="113"/>
          <ac:spMkLst>
            <pc:docMk/>
            <pc:sldMk cId="3965869357" sldId="4723"/>
            <ac:spMk id="20" creationId="{AD6F6464-4D75-3E23-71BA-600F08F105F6}"/>
          </ac:spMkLst>
        </pc:spChg>
        <pc:grpChg chg="add mod">
          <ac:chgData name="Cassandra Ekwegwo" userId="8440be82-84da-4552-80e8-5363bea17a94" providerId="ADAL" clId="{F84CAE9F-16CE-4329-8FB8-B4373CF25EE6}" dt="2026-07-01T14:56:34.362" v="25449"/>
          <ac:grpSpMkLst>
            <pc:docMk/>
            <pc:sldMk cId="3965869357" sldId="4723"/>
            <ac:grpSpMk id="7" creationId="{79A347BE-EA6F-D700-7002-6F1C2A8B4E98}"/>
          </ac:grpSpMkLst>
        </pc:grpChg>
        <pc:graphicFrameChg chg="add mod">
          <ac:chgData name="Cassandra Ekwegwo" userId="8440be82-84da-4552-80e8-5363bea17a94" providerId="ADAL" clId="{F84CAE9F-16CE-4329-8FB8-B4373CF25EE6}" dt="2026-07-07T14:19:05.623" v="30334" actId="14100"/>
          <ac:graphicFrameMkLst>
            <pc:docMk/>
            <pc:sldMk cId="3965869357" sldId="4723"/>
            <ac:graphicFrameMk id="11" creationId="{0305B6C7-339C-7D9D-C174-0F1FEEE15334}"/>
          </ac:graphicFrameMkLst>
        </pc:graphicFrameChg>
        <pc:graphicFrameChg chg="add mod">
          <ac:chgData name="Cassandra Ekwegwo" userId="8440be82-84da-4552-80e8-5363bea17a94" providerId="ADAL" clId="{F84CAE9F-16CE-4329-8FB8-B4373CF25EE6}" dt="2026-07-07T14:15:44.499" v="30310"/>
          <ac:graphicFrameMkLst>
            <pc:docMk/>
            <pc:sldMk cId="3965869357" sldId="4723"/>
            <ac:graphicFrameMk id="18" creationId="{4538315F-C938-47E1-46D2-41ABAD5814A9}"/>
          </ac:graphicFrameMkLst>
        </pc:graphicFrameChg>
        <pc:graphicFrameChg chg="add mod">
          <ac:chgData name="Cassandra Ekwegwo" userId="8440be82-84da-4552-80e8-5363bea17a94" providerId="ADAL" clId="{F84CAE9F-16CE-4329-8FB8-B4373CF25EE6}" dt="2026-07-07T14:19:03.156" v="30333" actId="14100"/>
          <ac:graphicFrameMkLst>
            <pc:docMk/>
            <pc:sldMk cId="3965869357" sldId="4723"/>
            <ac:graphicFrameMk id="21" creationId="{872741CA-60BB-BB37-B5F5-20E8F3264D67}"/>
          </ac:graphicFrameMkLst>
        </pc:graphicFrameChg>
        <pc:picChg chg="add mod">
          <ac:chgData name="Cassandra Ekwegwo" userId="8440be82-84da-4552-80e8-5363bea17a94" providerId="ADAL" clId="{F84CAE9F-16CE-4329-8FB8-B4373CF25EE6}" dt="2026-07-07T14:20:50.272" v="30341" actId="207"/>
          <ac:picMkLst>
            <pc:docMk/>
            <pc:sldMk cId="3965869357" sldId="4723"/>
            <ac:picMk id="23" creationId="{3199BCBE-2BE4-7C4A-31C3-AE9B2E2C6137}"/>
          </ac:picMkLst>
        </pc:picChg>
        <pc:picChg chg="add mod">
          <ac:chgData name="Cassandra Ekwegwo" userId="8440be82-84da-4552-80e8-5363bea17a94" providerId="ADAL" clId="{F84CAE9F-16CE-4329-8FB8-B4373CF25EE6}" dt="2026-07-07T14:24:00.430" v="30359" actId="207"/>
          <ac:picMkLst>
            <pc:docMk/>
            <pc:sldMk cId="3965869357" sldId="4723"/>
            <ac:picMk id="25" creationId="{3DFCFB30-7180-E307-CC2B-1BD29CDC8122}"/>
          </ac:picMkLst>
        </pc:picChg>
        <pc:picChg chg="add mod">
          <ac:chgData name="Cassandra Ekwegwo" userId="8440be82-84da-4552-80e8-5363bea17a94" providerId="ADAL" clId="{F84CAE9F-16CE-4329-8FB8-B4373CF25EE6}" dt="2026-07-07T14:24:11.389" v="30360" actId="207"/>
          <ac:picMkLst>
            <pc:docMk/>
            <pc:sldMk cId="3965869357" sldId="4723"/>
            <ac:picMk id="27" creationId="{47FD115F-FAF5-5CF1-A0E5-34F3E1ED830B}"/>
          </ac:picMkLst>
        </pc:picChg>
        <pc:picChg chg="add mod">
          <ac:chgData name="Cassandra Ekwegwo" userId="8440be82-84da-4552-80e8-5363bea17a94" providerId="ADAL" clId="{F84CAE9F-16CE-4329-8FB8-B4373CF25EE6}" dt="2026-07-07T14:24:17.420" v="30361" actId="207"/>
          <ac:picMkLst>
            <pc:docMk/>
            <pc:sldMk cId="3965869357" sldId="4723"/>
            <ac:picMk id="29" creationId="{E07C3D06-95BE-AF1A-B727-02BA36D8E4E9}"/>
          </ac:picMkLst>
        </pc:picChg>
        <pc:picChg chg="add mod">
          <ac:chgData name="Cassandra Ekwegwo" userId="8440be82-84da-4552-80e8-5363bea17a94" providerId="ADAL" clId="{F84CAE9F-16CE-4329-8FB8-B4373CF25EE6}" dt="2026-07-07T14:24:21.697" v="30362" actId="207"/>
          <ac:picMkLst>
            <pc:docMk/>
            <pc:sldMk cId="3965869357" sldId="4723"/>
            <ac:picMk id="31" creationId="{335AD63E-547D-6E1E-ADF1-5184D8B66E74}"/>
          </ac:picMkLst>
        </pc:picChg>
      </pc:sldChg>
      <pc:sldChg chg="addSp delSp modSp new mod">
        <pc:chgData name="Cassandra Ekwegwo" userId="8440be82-84da-4552-80e8-5363bea17a94" providerId="ADAL" clId="{F84CAE9F-16CE-4329-8FB8-B4373CF25EE6}" dt="2026-07-06T18:58:47.363" v="28600" actId="21"/>
        <pc:sldMkLst>
          <pc:docMk/>
          <pc:sldMk cId="3354824819" sldId="4725"/>
        </pc:sldMkLst>
        <pc:spChg chg="add mod">
          <ac:chgData name="Cassandra Ekwegwo" userId="8440be82-84da-4552-80e8-5363bea17a94" providerId="ADAL" clId="{F84CAE9F-16CE-4329-8FB8-B4373CF25EE6}" dt="2026-07-01T17:03:56.681" v="26826" actId="1076"/>
          <ac:spMkLst>
            <pc:docMk/>
            <pc:sldMk cId="3354824819" sldId="4725"/>
            <ac:spMk id="6" creationId="{5F01EBDF-2868-562F-8EB7-134882A42813}"/>
          </ac:spMkLst>
        </pc:spChg>
        <pc:spChg chg="add mod">
          <ac:chgData name="Cassandra Ekwegwo" userId="8440be82-84da-4552-80e8-5363bea17a94" providerId="ADAL" clId="{F84CAE9F-16CE-4329-8FB8-B4373CF25EE6}" dt="2026-07-01T17:03:56.681" v="26826" actId="1076"/>
          <ac:spMkLst>
            <pc:docMk/>
            <pc:sldMk cId="3354824819" sldId="4725"/>
            <ac:spMk id="7" creationId="{97C7E96F-C0CA-024C-360B-853991EE8BC1}"/>
          </ac:spMkLst>
        </pc:spChg>
        <pc:spChg chg="add mod">
          <ac:chgData name="Cassandra Ekwegwo" userId="8440be82-84da-4552-80e8-5363bea17a94" providerId="ADAL" clId="{F84CAE9F-16CE-4329-8FB8-B4373CF25EE6}" dt="2026-07-01T17:11:11.260" v="26965" actId="20577"/>
          <ac:spMkLst>
            <pc:docMk/>
            <pc:sldMk cId="3354824819" sldId="4725"/>
            <ac:spMk id="11" creationId="{500E39A9-CEFB-B882-0F60-F3AF9EF45933}"/>
          </ac:spMkLst>
        </pc:spChg>
        <pc:spChg chg="add mod">
          <ac:chgData name="Cassandra Ekwegwo" userId="8440be82-84da-4552-80e8-5363bea17a94" providerId="ADAL" clId="{F84CAE9F-16CE-4329-8FB8-B4373CF25EE6}" dt="2026-07-01T17:11:49.966" v="26967" actId="1076"/>
          <ac:spMkLst>
            <pc:docMk/>
            <pc:sldMk cId="3354824819" sldId="4725"/>
            <ac:spMk id="12" creationId="{A55C4FC9-1C0D-F221-26EC-C9FEE8FF81C4}"/>
          </ac:spMkLst>
        </pc:spChg>
        <pc:spChg chg="add mod">
          <ac:chgData name="Cassandra Ekwegwo" userId="8440be82-84da-4552-80e8-5363bea17a94" providerId="ADAL" clId="{F84CAE9F-16CE-4329-8FB8-B4373CF25EE6}" dt="2026-07-06T18:29:20.227" v="28158" actId="1076"/>
          <ac:spMkLst>
            <pc:docMk/>
            <pc:sldMk cId="3354824819" sldId="4725"/>
            <ac:spMk id="13" creationId="{B7569D5E-BD45-0B1B-94A0-16942CED59E0}"/>
          </ac:spMkLst>
        </pc:spChg>
        <pc:spChg chg="add mod">
          <ac:chgData name="Cassandra Ekwegwo" userId="8440be82-84da-4552-80e8-5363bea17a94" providerId="ADAL" clId="{F84CAE9F-16CE-4329-8FB8-B4373CF25EE6}" dt="2026-07-06T18:29:17.233" v="28157" actId="1076"/>
          <ac:spMkLst>
            <pc:docMk/>
            <pc:sldMk cId="3354824819" sldId="4725"/>
            <ac:spMk id="14" creationId="{F49D8D14-4297-261D-9819-F07276462DD8}"/>
          </ac:spMkLst>
        </pc:spChg>
        <pc:spChg chg="add mod">
          <ac:chgData name="Cassandra Ekwegwo" userId="8440be82-84da-4552-80e8-5363bea17a94" providerId="ADAL" clId="{F84CAE9F-16CE-4329-8FB8-B4373CF25EE6}" dt="2026-07-06T18:28:59.878" v="28156" actId="13926"/>
          <ac:spMkLst>
            <pc:docMk/>
            <pc:sldMk cId="3354824819" sldId="4725"/>
            <ac:spMk id="15" creationId="{14102FC9-77C2-5771-5A8B-23165976D024}"/>
          </ac:spMkLst>
        </pc:spChg>
        <pc:graphicFrameChg chg="add mod">
          <ac:chgData name="Cassandra Ekwegwo" userId="8440be82-84da-4552-80e8-5363bea17a94" providerId="ADAL" clId="{F84CAE9F-16CE-4329-8FB8-B4373CF25EE6}" dt="2026-07-01T16:55:02.009" v="26707" actId="1076"/>
          <ac:graphicFrameMkLst>
            <pc:docMk/>
            <pc:sldMk cId="3354824819" sldId="4725"/>
            <ac:graphicFrameMk id="5" creationId="{6F625C4C-34B8-4C0A-83B8-F3E872C80143}"/>
          </ac:graphicFrameMkLst>
        </pc:graphicFrameChg>
        <pc:graphicFrameChg chg="add mod">
          <ac:chgData name="Cassandra Ekwegwo" userId="8440be82-84da-4552-80e8-5363bea17a94" providerId="ADAL" clId="{F84CAE9F-16CE-4329-8FB8-B4373CF25EE6}" dt="2026-07-01T17:10:24.424" v="26946" actId="113"/>
          <ac:graphicFrameMkLst>
            <pc:docMk/>
            <pc:sldMk cId="3354824819" sldId="4725"/>
            <ac:graphicFrameMk id="10" creationId="{7B1A8EBE-928E-A3E6-3A82-137F57763E03}"/>
          </ac:graphicFrameMkLst>
        </pc:graphicFrameChg>
      </pc:sldChg>
      <pc:sldChg chg="addSp delSp modSp mod modShow">
        <pc:chgData name="Cassandra Ekwegwo" userId="8440be82-84da-4552-80e8-5363bea17a94" providerId="ADAL" clId="{F84CAE9F-16CE-4329-8FB8-B4373CF25EE6}" dt="2026-07-08T18:44:29.383" v="33227" actId="255"/>
        <pc:sldMkLst>
          <pc:docMk/>
          <pc:sldMk cId="1732187796" sldId="4726"/>
        </pc:sldMkLst>
        <pc:spChg chg="mod">
          <ac:chgData name="Cassandra Ekwegwo" userId="8440be82-84da-4552-80e8-5363bea17a94" providerId="ADAL" clId="{F84CAE9F-16CE-4329-8FB8-B4373CF25EE6}" dt="2026-07-08T17:08:54.209" v="32394" actId="1076"/>
          <ac:spMkLst>
            <pc:docMk/>
            <pc:sldMk cId="1732187796" sldId="4726"/>
            <ac:spMk id="6" creationId="{0B5F9C4E-3702-5024-2588-711493E5CA11}"/>
          </ac:spMkLst>
        </pc:spChg>
        <pc:spChg chg="add mod">
          <ac:chgData name="Cassandra Ekwegwo" userId="8440be82-84da-4552-80e8-5363bea17a94" providerId="ADAL" clId="{F84CAE9F-16CE-4329-8FB8-B4373CF25EE6}" dt="2026-07-08T17:07:04.042" v="32346"/>
          <ac:spMkLst>
            <pc:docMk/>
            <pc:sldMk cId="1732187796" sldId="4726"/>
            <ac:spMk id="14" creationId="{50B2B9F2-B108-DE40-F5B6-816CCFE65F36}"/>
          </ac:spMkLst>
        </pc:spChg>
        <pc:spChg chg="mod">
          <ac:chgData name="Cassandra Ekwegwo" userId="8440be82-84da-4552-80e8-5363bea17a94" providerId="ADAL" clId="{F84CAE9F-16CE-4329-8FB8-B4373CF25EE6}" dt="2026-07-08T17:07:04.042" v="32346"/>
          <ac:spMkLst>
            <pc:docMk/>
            <pc:sldMk cId="1732187796" sldId="4726"/>
            <ac:spMk id="16" creationId="{CF35EE7A-99D7-2201-59EF-78B09492693E}"/>
          </ac:spMkLst>
        </pc:spChg>
        <pc:spChg chg="mod">
          <ac:chgData name="Cassandra Ekwegwo" userId="8440be82-84da-4552-80e8-5363bea17a94" providerId="ADAL" clId="{F84CAE9F-16CE-4329-8FB8-B4373CF25EE6}" dt="2026-07-08T17:07:04.042" v="32346"/>
          <ac:spMkLst>
            <pc:docMk/>
            <pc:sldMk cId="1732187796" sldId="4726"/>
            <ac:spMk id="17" creationId="{B46CA40A-A8BA-EF35-50CA-1DD8736A8736}"/>
          </ac:spMkLst>
        </pc:spChg>
        <pc:spChg chg="add mod">
          <ac:chgData name="Cassandra Ekwegwo" userId="8440be82-84da-4552-80e8-5363bea17a94" providerId="ADAL" clId="{F84CAE9F-16CE-4329-8FB8-B4373CF25EE6}" dt="2026-07-08T17:13:09.702" v="32417"/>
          <ac:spMkLst>
            <pc:docMk/>
            <pc:sldMk cId="1732187796" sldId="4726"/>
            <ac:spMk id="18" creationId="{4A403F57-994B-718C-A7DF-7CE52377BF3A}"/>
          </ac:spMkLst>
        </pc:spChg>
        <pc:spChg chg="add mod">
          <ac:chgData name="Cassandra Ekwegwo" userId="8440be82-84da-4552-80e8-5363bea17a94" providerId="ADAL" clId="{F84CAE9F-16CE-4329-8FB8-B4373CF25EE6}" dt="2026-07-08T18:44:29.383" v="33227" actId="255"/>
          <ac:spMkLst>
            <pc:docMk/>
            <pc:sldMk cId="1732187796" sldId="4726"/>
            <ac:spMk id="19" creationId="{F7B0298E-1E12-C4D4-5253-BA0ECAD75558}"/>
          </ac:spMkLst>
        </pc:spChg>
        <pc:spChg chg="add mod">
          <ac:chgData name="Cassandra Ekwegwo" userId="8440be82-84da-4552-80e8-5363bea17a94" providerId="ADAL" clId="{F84CAE9F-16CE-4329-8FB8-B4373CF25EE6}" dt="2026-07-08T18:44:20.757" v="33226" actId="14100"/>
          <ac:spMkLst>
            <pc:docMk/>
            <pc:sldMk cId="1732187796" sldId="4726"/>
            <ac:spMk id="20" creationId="{BB20A91C-AC90-1763-6E32-C91934947916}"/>
          </ac:spMkLst>
        </pc:spChg>
        <pc:spChg chg="add mod">
          <ac:chgData name="Cassandra Ekwegwo" userId="8440be82-84da-4552-80e8-5363bea17a94" providerId="ADAL" clId="{F84CAE9F-16CE-4329-8FB8-B4373CF25EE6}" dt="2026-07-08T18:44:11.657" v="33224" actId="14100"/>
          <ac:spMkLst>
            <pc:docMk/>
            <pc:sldMk cId="1732187796" sldId="4726"/>
            <ac:spMk id="21" creationId="{45BE8C60-7107-45C6-E65F-CB84CBA64792}"/>
          </ac:spMkLst>
        </pc:spChg>
        <pc:grpChg chg="add mod">
          <ac:chgData name="Cassandra Ekwegwo" userId="8440be82-84da-4552-80e8-5363bea17a94" providerId="ADAL" clId="{F84CAE9F-16CE-4329-8FB8-B4373CF25EE6}" dt="2026-07-08T17:07:04.042" v="32346"/>
          <ac:grpSpMkLst>
            <pc:docMk/>
            <pc:sldMk cId="1732187796" sldId="4726"/>
            <ac:grpSpMk id="15" creationId="{F139F64B-FD36-7822-EED8-A34448E0FF9C}"/>
          </ac:grpSpMkLst>
        </pc:grpChg>
        <pc:graphicFrameChg chg="add mod modGraphic">
          <ac:chgData name="Cassandra Ekwegwo" userId="8440be82-84da-4552-80e8-5363bea17a94" providerId="ADAL" clId="{F84CAE9F-16CE-4329-8FB8-B4373CF25EE6}" dt="2026-07-08T18:27:03.319" v="32525" actId="20577"/>
          <ac:graphicFrameMkLst>
            <pc:docMk/>
            <pc:sldMk cId="1732187796" sldId="4726"/>
            <ac:graphicFrameMk id="9" creationId="{A48AE7C8-BDCF-66F0-21A7-98336298A3F4}"/>
          </ac:graphicFrameMkLst>
        </pc:graphicFrameChg>
      </pc:sldChg>
      <pc:sldChg chg="addSp delSp modSp mod ord modShow">
        <pc:chgData name="Cassandra Ekwegwo" userId="8440be82-84da-4552-80e8-5363bea17a94" providerId="ADAL" clId="{F84CAE9F-16CE-4329-8FB8-B4373CF25EE6}" dt="2026-07-08T18:45:09.421" v="33229" actId="478"/>
        <pc:sldMkLst>
          <pc:docMk/>
          <pc:sldMk cId="2437582407" sldId="4727"/>
        </pc:sldMkLst>
        <pc:spChg chg="mod">
          <ac:chgData name="Cassandra Ekwegwo" userId="8440be82-84da-4552-80e8-5363bea17a94" providerId="ADAL" clId="{F84CAE9F-16CE-4329-8FB8-B4373CF25EE6}" dt="2026-07-08T17:08:20.360" v="32357" actId="1076"/>
          <ac:spMkLst>
            <pc:docMk/>
            <pc:sldMk cId="2437582407" sldId="4727"/>
            <ac:spMk id="6" creationId="{C38D3524-069B-5EC6-A052-E55189F429E6}"/>
          </ac:spMkLst>
        </pc:spChg>
        <pc:spChg chg="add mod">
          <ac:chgData name="Cassandra Ekwegwo" userId="8440be82-84da-4552-80e8-5363bea17a94" providerId="ADAL" clId="{F84CAE9F-16CE-4329-8FB8-B4373CF25EE6}" dt="2026-07-08T16:25:30.761" v="31993"/>
          <ac:spMkLst>
            <pc:docMk/>
            <pc:sldMk cId="2437582407" sldId="4727"/>
            <ac:spMk id="11" creationId="{8E097BFA-3E2A-CFC9-FBBF-A84841AFFE39}"/>
          </ac:spMkLst>
        </pc:spChg>
        <pc:spChg chg="mod">
          <ac:chgData name="Cassandra Ekwegwo" userId="8440be82-84da-4552-80e8-5363bea17a94" providerId="ADAL" clId="{F84CAE9F-16CE-4329-8FB8-B4373CF25EE6}" dt="2026-07-08T16:25:30.761" v="31993"/>
          <ac:spMkLst>
            <pc:docMk/>
            <pc:sldMk cId="2437582407" sldId="4727"/>
            <ac:spMk id="13" creationId="{FCE506E4-8BB7-7795-4B61-1E6CA87035A8}"/>
          </ac:spMkLst>
        </pc:spChg>
        <pc:spChg chg="mod">
          <ac:chgData name="Cassandra Ekwegwo" userId="8440be82-84da-4552-80e8-5363bea17a94" providerId="ADAL" clId="{F84CAE9F-16CE-4329-8FB8-B4373CF25EE6}" dt="2026-07-08T16:25:30.761" v="31993"/>
          <ac:spMkLst>
            <pc:docMk/>
            <pc:sldMk cId="2437582407" sldId="4727"/>
            <ac:spMk id="14" creationId="{9CCF860F-532D-B24A-45DE-4811EC386F09}"/>
          </ac:spMkLst>
        </pc:spChg>
        <pc:spChg chg="add mod">
          <ac:chgData name="Cassandra Ekwegwo" userId="8440be82-84da-4552-80e8-5363bea17a94" providerId="ADAL" clId="{F84CAE9F-16CE-4329-8FB8-B4373CF25EE6}" dt="2026-07-08T16:26:26.739" v="32002" actId="14100"/>
          <ac:spMkLst>
            <pc:docMk/>
            <pc:sldMk cId="2437582407" sldId="4727"/>
            <ac:spMk id="15" creationId="{40607C15-A301-59C8-CDBF-F8999B58BD91}"/>
          </ac:spMkLst>
        </pc:spChg>
        <pc:spChg chg="add mod">
          <ac:chgData name="Cassandra Ekwegwo" userId="8440be82-84da-4552-80e8-5363bea17a94" providerId="ADAL" clId="{F84CAE9F-16CE-4329-8FB8-B4373CF25EE6}" dt="2026-07-08T17:02:53.065" v="32262" actId="1076"/>
          <ac:spMkLst>
            <pc:docMk/>
            <pc:sldMk cId="2437582407" sldId="4727"/>
            <ac:spMk id="17" creationId="{1E8E58B9-18B9-C5E2-E7C2-187CF3F81AF7}"/>
          </ac:spMkLst>
        </pc:spChg>
        <pc:spChg chg="add mod">
          <ac:chgData name="Cassandra Ekwegwo" userId="8440be82-84da-4552-80e8-5363bea17a94" providerId="ADAL" clId="{F84CAE9F-16CE-4329-8FB8-B4373CF25EE6}" dt="2026-07-08T17:02:53.065" v="32262" actId="1076"/>
          <ac:spMkLst>
            <pc:docMk/>
            <pc:sldMk cId="2437582407" sldId="4727"/>
            <ac:spMk id="18" creationId="{1FD0E4C2-6EF2-56A9-11A0-526DC94C8A52}"/>
          </ac:spMkLst>
        </pc:spChg>
        <pc:spChg chg="add mod">
          <ac:chgData name="Cassandra Ekwegwo" userId="8440be82-84da-4552-80e8-5363bea17a94" providerId="ADAL" clId="{F84CAE9F-16CE-4329-8FB8-B4373CF25EE6}" dt="2026-07-08T17:02:53.065" v="32262" actId="1076"/>
          <ac:spMkLst>
            <pc:docMk/>
            <pc:sldMk cId="2437582407" sldId="4727"/>
            <ac:spMk id="19" creationId="{9E9D1EF8-2CC7-ECF2-DCC4-EDA65B7B98DA}"/>
          </ac:spMkLst>
        </pc:spChg>
        <pc:grpChg chg="add mod">
          <ac:chgData name="Cassandra Ekwegwo" userId="8440be82-84da-4552-80e8-5363bea17a94" providerId="ADAL" clId="{F84CAE9F-16CE-4329-8FB8-B4373CF25EE6}" dt="2026-07-08T16:25:38.071" v="31995" actId="1076"/>
          <ac:grpSpMkLst>
            <pc:docMk/>
            <pc:sldMk cId="2437582407" sldId="4727"/>
            <ac:grpSpMk id="12" creationId="{241A6D39-D037-821E-68F4-9CF832543524}"/>
          </ac:grpSpMkLst>
        </pc:grpChg>
        <pc:graphicFrameChg chg="add mod modGraphic">
          <ac:chgData name="Cassandra Ekwegwo" userId="8440be82-84da-4552-80e8-5363bea17a94" providerId="ADAL" clId="{F84CAE9F-16CE-4329-8FB8-B4373CF25EE6}" dt="2026-07-08T16:30:46.820" v="32005" actId="14100"/>
          <ac:graphicFrameMkLst>
            <pc:docMk/>
            <pc:sldMk cId="2437582407" sldId="4727"/>
            <ac:graphicFrameMk id="4" creationId="{37951D6F-A924-C174-2F8F-4D74B5C15446}"/>
          </ac:graphicFrameMkLst>
        </pc:graphicFrameChg>
      </pc:sldChg>
      <pc:sldChg chg="addSp delSp modSp add mod">
        <pc:chgData name="Cassandra Ekwegwo" userId="8440be82-84da-4552-80e8-5363bea17a94" providerId="ADAL" clId="{F84CAE9F-16CE-4329-8FB8-B4373CF25EE6}" dt="2026-07-06T20:12:30.799" v="29559" actId="14100"/>
        <pc:sldMkLst>
          <pc:docMk/>
          <pc:sldMk cId="3522838604" sldId="4728"/>
        </pc:sldMkLst>
        <pc:spChg chg="add mod">
          <ac:chgData name="Cassandra Ekwegwo" userId="8440be82-84da-4552-80e8-5363bea17a94" providerId="ADAL" clId="{F84CAE9F-16CE-4329-8FB8-B4373CF25EE6}" dt="2026-07-06T18:49:40.492" v="28224" actId="1076"/>
          <ac:spMkLst>
            <pc:docMk/>
            <pc:sldMk cId="3522838604" sldId="4728"/>
            <ac:spMk id="2" creationId="{BFAE2F05-E3C4-21E2-4AE4-635BB114C078}"/>
          </ac:spMkLst>
        </pc:spChg>
        <pc:spChg chg="mod">
          <ac:chgData name="Cassandra Ekwegwo" userId="8440be82-84da-4552-80e8-5363bea17a94" providerId="ADAL" clId="{F84CAE9F-16CE-4329-8FB8-B4373CF25EE6}" dt="2026-07-06T18:47:41.928" v="28199" actId="313"/>
          <ac:spMkLst>
            <pc:docMk/>
            <pc:sldMk cId="3522838604" sldId="4728"/>
            <ac:spMk id="7" creationId="{08E77864-90B5-4324-2529-39968FF01066}"/>
          </ac:spMkLst>
        </pc:spChg>
        <pc:spChg chg="add mod">
          <ac:chgData name="Cassandra Ekwegwo" userId="8440be82-84da-4552-80e8-5363bea17a94" providerId="ADAL" clId="{F84CAE9F-16CE-4329-8FB8-B4373CF25EE6}" dt="2026-07-06T20:07:20.568" v="29529" actId="1076"/>
          <ac:spMkLst>
            <pc:docMk/>
            <pc:sldMk cId="3522838604" sldId="4728"/>
            <ac:spMk id="9" creationId="{C82C658B-DB62-D66F-CE0B-4FEC677259F7}"/>
          </ac:spMkLst>
        </pc:spChg>
        <pc:spChg chg="add mod">
          <ac:chgData name="Cassandra Ekwegwo" userId="8440be82-84da-4552-80e8-5363bea17a94" providerId="ADAL" clId="{F84CAE9F-16CE-4329-8FB8-B4373CF25EE6}" dt="2026-07-06T20:07:03.777" v="29523" actId="1076"/>
          <ac:spMkLst>
            <pc:docMk/>
            <pc:sldMk cId="3522838604" sldId="4728"/>
            <ac:spMk id="16" creationId="{03BF35E6-3A27-564D-8026-1843948D630A}"/>
          </ac:spMkLst>
        </pc:spChg>
        <pc:spChg chg="add mod">
          <ac:chgData name="Cassandra Ekwegwo" userId="8440be82-84da-4552-80e8-5363bea17a94" providerId="ADAL" clId="{F84CAE9F-16CE-4329-8FB8-B4373CF25EE6}" dt="2026-07-06T18:49:46.992" v="28227" actId="1076"/>
          <ac:spMkLst>
            <pc:docMk/>
            <pc:sldMk cId="3522838604" sldId="4728"/>
            <ac:spMk id="17" creationId="{ED9E0C0D-5AEC-F1CD-55FE-544BBAA72177}"/>
          </ac:spMkLst>
        </pc:spChg>
        <pc:spChg chg="add mod">
          <ac:chgData name="Cassandra Ekwegwo" userId="8440be82-84da-4552-80e8-5363bea17a94" providerId="ADAL" clId="{F84CAE9F-16CE-4329-8FB8-B4373CF25EE6}" dt="2026-07-06T18:55:40.843" v="28526" actId="113"/>
          <ac:spMkLst>
            <pc:docMk/>
            <pc:sldMk cId="3522838604" sldId="4728"/>
            <ac:spMk id="19" creationId="{E182F840-3BC6-D828-1BA2-5EAA6429A645}"/>
          </ac:spMkLst>
        </pc:spChg>
        <pc:spChg chg="add mod">
          <ac:chgData name="Cassandra Ekwegwo" userId="8440be82-84da-4552-80e8-5363bea17a94" providerId="ADAL" clId="{F84CAE9F-16CE-4329-8FB8-B4373CF25EE6}" dt="2026-07-06T18:55:53.070" v="28528" actId="1076"/>
          <ac:spMkLst>
            <pc:docMk/>
            <pc:sldMk cId="3522838604" sldId="4728"/>
            <ac:spMk id="20" creationId="{693D9A8F-0E62-FC52-C67A-FF840BC8BA2B}"/>
          </ac:spMkLst>
        </pc:spChg>
        <pc:spChg chg="add mod">
          <ac:chgData name="Cassandra Ekwegwo" userId="8440be82-84da-4552-80e8-5363bea17a94" providerId="ADAL" clId="{F84CAE9F-16CE-4329-8FB8-B4373CF25EE6}" dt="2026-07-06T20:07:40.287" v="29533" actId="1076"/>
          <ac:spMkLst>
            <pc:docMk/>
            <pc:sldMk cId="3522838604" sldId="4728"/>
            <ac:spMk id="21" creationId="{9D954013-2F8B-DAEE-B0FF-C162BEE97F7F}"/>
          </ac:spMkLst>
        </pc:spChg>
        <pc:spChg chg="add mod">
          <ac:chgData name="Cassandra Ekwegwo" userId="8440be82-84da-4552-80e8-5363bea17a94" providerId="ADAL" clId="{F84CAE9F-16CE-4329-8FB8-B4373CF25EE6}" dt="2026-07-06T18:56:56.949" v="28574" actId="20577"/>
          <ac:spMkLst>
            <pc:docMk/>
            <pc:sldMk cId="3522838604" sldId="4728"/>
            <ac:spMk id="22" creationId="{36510BDD-4AFA-7F69-1C1F-CF5ECBD07392}"/>
          </ac:spMkLst>
        </pc:spChg>
        <pc:spChg chg="add mod">
          <ac:chgData name="Cassandra Ekwegwo" userId="8440be82-84da-4552-80e8-5363bea17a94" providerId="ADAL" clId="{F84CAE9F-16CE-4329-8FB8-B4373CF25EE6}" dt="2026-07-06T20:11:27.430" v="29551" actId="1076"/>
          <ac:spMkLst>
            <pc:docMk/>
            <pc:sldMk cId="3522838604" sldId="4728"/>
            <ac:spMk id="23" creationId="{07EE169D-B29B-A7F3-988F-57AFA4A256FB}"/>
          </ac:spMkLst>
        </pc:spChg>
        <pc:spChg chg="add mod">
          <ac:chgData name="Cassandra Ekwegwo" userId="8440be82-84da-4552-80e8-5363bea17a94" providerId="ADAL" clId="{F84CAE9F-16CE-4329-8FB8-B4373CF25EE6}" dt="2026-07-06T19:21:59.717" v="28944" actId="1076"/>
          <ac:spMkLst>
            <pc:docMk/>
            <pc:sldMk cId="3522838604" sldId="4728"/>
            <ac:spMk id="24" creationId="{C4E676BA-2B80-4B02-9BAD-58F8BADB6BDB}"/>
          </ac:spMkLst>
        </pc:spChg>
        <pc:spChg chg="add mod">
          <ac:chgData name="Cassandra Ekwegwo" userId="8440be82-84da-4552-80e8-5363bea17a94" providerId="ADAL" clId="{F84CAE9F-16CE-4329-8FB8-B4373CF25EE6}" dt="2026-07-06T20:05:49.946" v="29519" actId="20577"/>
          <ac:spMkLst>
            <pc:docMk/>
            <pc:sldMk cId="3522838604" sldId="4728"/>
            <ac:spMk id="26" creationId="{5F563CC3-784D-564A-E5DA-166D1908E087}"/>
          </ac:spMkLst>
        </pc:spChg>
        <pc:spChg chg="add mod">
          <ac:chgData name="Cassandra Ekwegwo" userId="8440be82-84da-4552-80e8-5363bea17a94" providerId="ADAL" clId="{F84CAE9F-16CE-4329-8FB8-B4373CF25EE6}" dt="2026-07-06T20:12:21.638" v="29557" actId="5793"/>
          <ac:spMkLst>
            <pc:docMk/>
            <pc:sldMk cId="3522838604" sldId="4728"/>
            <ac:spMk id="27" creationId="{9C501B4A-50C9-9A0A-57FF-F640C2E3389B}"/>
          </ac:spMkLst>
        </pc:spChg>
        <pc:picChg chg="add mod">
          <ac:chgData name="Cassandra Ekwegwo" userId="8440be82-84da-4552-80e8-5363bea17a94" providerId="ADAL" clId="{F84CAE9F-16CE-4329-8FB8-B4373CF25EE6}" dt="2026-07-06T18:58:51.473" v="28601"/>
          <ac:picMkLst>
            <pc:docMk/>
            <pc:sldMk cId="3522838604" sldId="4728"/>
            <ac:picMk id="25" creationId="{BC4D6346-0EA3-2E1F-335A-42D123642EAA}"/>
          </ac:picMkLst>
        </pc:picChg>
        <pc:picChg chg="add mod">
          <ac:chgData name="Cassandra Ekwegwo" userId="8440be82-84da-4552-80e8-5363bea17a94" providerId="ADAL" clId="{F84CAE9F-16CE-4329-8FB8-B4373CF25EE6}" dt="2026-07-06T20:07:35.765" v="29532" actId="1076"/>
          <ac:picMkLst>
            <pc:docMk/>
            <pc:sldMk cId="3522838604" sldId="4728"/>
            <ac:picMk id="29" creationId="{B586B60C-794F-8F37-262F-A954926CDD62}"/>
          </ac:picMkLst>
        </pc:picChg>
        <pc:picChg chg="add mod">
          <ac:chgData name="Cassandra Ekwegwo" userId="8440be82-84da-4552-80e8-5363bea17a94" providerId="ADAL" clId="{F84CAE9F-16CE-4329-8FB8-B4373CF25EE6}" dt="2026-07-06T20:08:32.305" v="29538" actId="1076"/>
          <ac:picMkLst>
            <pc:docMk/>
            <pc:sldMk cId="3522838604" sldId="4728"/>
            <ac:picMk id="31" creationId="{704CFD0A-E1DD-E368-530B-AC4556859CF0}"/>
          </ac:picMkLst>
        </pc:picChg>
        <pc:picChg chg="add mod">
          <ac:chgData name="Cassandra Ekwegwo" userId="8440be82-84da-4552-80e8-5363bea17a94" providerId="ADAL" clId="{F84CAE9F-16CE-4329-8FB8-B4373CF25EE6}" dt="2026-07-06T20:09:01.780" v="29541" actId="1076"/>
          <ac:picMkLst>
            <pc:docMk/>
            <pc:sldMk cId="3522838604" sldId="4728"/>
            <ac:picMk id="33" creationId="{F170803C-86FD-A1CD-60E0-26BDAECDC4C9}"/>
          </ac:picMkLst>
        </pc:picChg>
        <pc:picChg chg="add mod">
          <ac:chgData name="Cassandra Ekwegwo" userId="8440be82-84da-4552-80e8-5363bea17a94" providerId="ADAL" clId="{F84CAE9F-16CE-4329-8FB8-B4373CF25EE6}" dt="2026-07-06T20:10:35.629" v="29544" actId="1076"/>
          <ac:picMkLst>
            <pc:docMk/>
            <pc:sldMk cId="3522838604" sldId="4728"/>
            <ac:picMk id="35" creationId="{16F00CA4-9EF2-9DFB-3D63-49CC29E170D7}"/>
          </ac:picMkLst>
        </pc:picChg>
        <pc:picChg chg="add mod">
          <ac:chgData name="Cassandra Ekwegwo" userId="8440be82-84da-4552-80e8-5363bea17a94" providerId="ADAL" clId="{F84CAE9F-16CE-4329-8FB8-B4373CF25EE6}" dt="2026-07-06T20:11:37.161" v="29552" actId="1076"/>
          <ac:picMkLst>
            <pc:docMk/>
            <pc:sldMk cId="3522838604" sldId="4728"/>
            <ac:picMk id="37" creationId="{449D9A32-6144-2176-3FF7-D641DADB450C}"/>
          </ac:picMkLst>
        </pc:picChg>
        <pc:picChg chg="add mod">
          <ac:chgData name="Cassandra Ekwegwo" userId="8440be82-84da-4552-80e8-5363bea17a94" providerId="ADAL" clId="{F84CAE9F-16CE-4329-8FB8-B4373CF25EE6}" dt="2026-07-06T20:12:30.799" v="29559" actId="14100"/>
          <ac:picMkLst>
            <pc:docMk/>
            <pc:sldMk cId="3522838604" sldId="4728"/>
            <ac:picMk id="39" creationId="{032461D6-4840-59A2-A71E-093CBA3CDD01}"/>
          </ac:picMkLst>
        </pc:picChg>
      </pc:sldChg>
      <pc:sldChg chg="addSp delSp modSp add mod">
        <pc:chgData name="Cassandra Ekwegwo" userId="8440be82-84da-4552-80e8-5363bea17a94" providerId="ADAL" clId="{F84CAE9F-16CE-4329-8FB8-B4373CF25EE6}" dt="2026-07-08T20:05:41.307" v="33857" actId="207"/>
        <pc:sldMkLst>
          <pc:docMk/>
          <pc:sldMk cId="223388276" sldId="4729"/>
        </pc:sldMkLst>
        <pc:spChg chg="mod">
          <ac:chgData name="Cassandra Ekwegwo" userId="8440be82-84da-4552-80e8-5363bea17a94" providerId="ADAL" clId="{F84CAE9F-16CE-4329-8FB8-B4373CF25EE6}" dt="2026-07-08T20:05:32.178" v="33855" actId="207"/>
          <ac:spMkLst>
            <pc:docMk/>
            <pc:sldMk cId="223388276" sldId="4729"/>
            <ac:spMk id="52" creationId="{572FDD46-F970-6A38-CD33-BF0353EDE442}"/>
          </ac:spMkLst>
        </pc:spChg>
        <pc:spChg chg="mod">
          <ac:chgData name="Cassandra Ekwegwo" userId="8440be82-84da-4552-80e8-5363bea17a94" providerId="ADAL" clId="{F84CAE9F-16CE-4329-8FB8-B4373CF25EE6}" dt="2026-07-08T20:05:37.043" v="33856" actId="207"/>
          <ac:spMkLst>
            <pc:docMk/>
            <pc:sldMk cId="223388276" sldId="4729"/>
            <ac:spMk id="56" creationId="{F116043F-7283-D187-F2BB-C81787D06D17}"/>
          </ac:spMkLst>
        </pc:spChg>
        <pc:spChg chg="mod">
          <ac:chgData name="Cassandra Ekwegwo" userId="8440be82-84da-4552-80e8-5363bea17a94" providerId="ADAL" clId="{F84CAE9F-16CE-4329-8FB8-B4373CF25EE6}" dt="2026-07-08T20:05:41.307" v="33857" actId="207"/>
          <ac:spMkLst>
            <pc:docMk/>
            <pc:sldMk cId="223388276" sldId="4729"/>
            <ac:spMk id="63" creationId="{3B4CBD53-D7FF-C4F0-16FC-8E2B46B525C5}"/>
          </ac:spMkLst>
        </pc:spChg>
        <pc:graphicFrameChg chg="add mod">
          <ac:chgData name="Cassandra Ekwegwo" userId="8440be82-84da-4552-80e8-5363bea17a94" providerId="ADAL" clId="{F84CAE9F-16CE-4329-8FB8-B4373CF25EE6}" dt="2026-07-08T20:03:35.086" v="33842" actId="113"/>
          <ac:graphicFrameMkLst>
            <pc:docMk/>
            <pc:sldMk cId="223388276" sldId="4729"/>
            <ac:graphicFrameMk id="2" creationId="{B1B711FA-E2ED-0CDA-63EC-386AA7773E83}"/>
          </ac:graphicFrameMkLst>
        </pc:graphicFrameChg>
        <pc:picChg chg="add mod">
          <ac:chgData name="Cassandra Ekwegwo" userId="8440be82-84da-4552-80e8-5363bea17a94" providerId="ADAL" clId="{F84CAE9F-16CE-4329-8FB8-B4373CF25EE6}" dt="2026-07-08T20:01:57.626" v="33823" actId="1076"/>
          <ac:picMkLst>
            <pc:docMk/>
            <pc:sldMk cId="223388276" sldId="4729"/>
            <ac:picMk id="8" creationId="{D3A48A91-B908-FA64-580F-CEE74078EF53}"/>
          </ac:picMkLst>
        </pc:picChg>
        <pc:picChg chg="add mod">
          <ac:chgData name="Cassandra Ekwegwo" userId="8440be82-84da-4552-80e8-5363bea17a94" providerId="ADAL" clId="{F84CAE9F-16CE-4329-8FB8-B4373CF25EE6}" dt="2026-07-08T20:02:13.518" v="33827" actId="1076"/>
          <ac:picMkLst>
            <pc:docMk/>
            <pc:sldMk cId="223388276" sldId="4729"/>
            <ac:picMk id="10" creationId="{0CBDE44B-3C58-8905-2036-D1FD600EDDC6}"/>
          </ac:picMkLst>
        </pc:picChg>
        <pc:picChg chg="add mod">
          <ac:chgData name="Cassandra Ekwegwo" userId="8440be82-84da-4552-80e8-5363bea17a94" providerId="ADAL" clId="{F84CAE9F-16CE-4329-8FB8-B4373CF25EE6}" dt="2026-07-08T20:02:17.980" v="33828" actId="1076"/>
          <ac:picMkLst>
            <pc:docMk/>
            <pc:sldMk cId="223388276" sldId="4729"/>
            <ac:picMk id="14" creationId="{2147BD9F-AC8B-BC1A-0AB7-69D0327CE13D}"/>
          </ac:picMkLst>
        </pc:picChg>
      </pc:sldChg>
    </pc:docChg>
  </pc:docChgLst>
  <pc:docChgLst>
    <pc:chgData name="Trevor Butler" userId="c193d00e-197d-432a-9369-6806d0c0da70" providerId="ADAL" clId="{D0C1901F-426F-4066-9028-6D50540B733F}"/>
    <pc:docChg chg="undo custSel addSld delSld modSld sldOrd modMainMaster modSection">
      <pc:chgData name="Trevor Butler" userId="c193d00e-197d-432a-9369-6806d0c0da70" providerId="ADAL" clId="{D0C1901F-426F-4066-9028-6D50540B733F}" dt="2026-06-26T17:37:13.643" v="4975" actId="1076"/>
      <pc:docMkLst>
        <pc:docMk/>
      </pc:docMkLst>
      <pc:sldChg chg="modSp mod">
        <pc:chgData name="Trevor Butler" userId="c193d00e-197d-432a-9369-6806d0c0da70" providerId="ADAL" clId="{D0C1901F-426F-4066-9028-6D50540B733F}" dt="2026-06-26T17:37:04.107" v="4974" actId="14100"/>
        <pc:sldMkLst>
          <pc:docMk/>
          <pc:sldMk cId="1570083781" sldId="1241"/>
        </pc:sldMkLst>
      </pc:sldChg>
      <pc:sldChg chg="modSp mod">
        <pc:chgData name="Trevor Butler" userId="c193d00e-197d-432a-9369-6806d0c0da70" providerId="ADAL" clId="{D0C1901F-426F-4066-9028-6D50540B733F}" dt="2026-06-26T17:37:13.643" v="4975" actId="1076"/>
        <pc:sldMkLst>
          <pc:docMk/>
          <pc:sldMk cId="1886741090" sldId="47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DBC6CA-7983-4521-A786-5996FE8A69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48887" y="27709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b="1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6295F-6455-4ECC-93DC-6242C8DB62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420687" y="27709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D528A5-CC22-4C5A-A88C-DC5D9532FC79}" type="datetimeFigureOut">
              <a:rPr lang="en-US" sz="100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7/20/2026</a:t>
            </a:fld>
            <a:endParaRPr lang="en-US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379691-1807-4866-A86E-1E08E57934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48887" y="8441373"/>
            <a:ext cx="5343698" cy="2438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algn="r"/>
            <a:endParaRPr lang="en-US" sz="70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CBC24-190A-4AE7-A5C2-6A5416B2BC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75914" y="8441373"/>
            <a:ext cx="516573" cy="2438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BCD3C-C7AC-4E33-9217-6C64CC67DC7F}" type="slidenum">
              <a:rPr lang="en-US" sz="700" smtClean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70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1594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37556" y="229394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319348" y="229394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A20443EA-0A02-4B89-8533-47772358691F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800" y="8418022"/>
            <a:ext cx="4929447" cy="2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41323" y="8418022"/>
            <a:ext cx="389111" cy="2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0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fld id="{E431F5CC-7451-43A1-9EE2-852561F891A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66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7461504" cy="53035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74EAE92-0D6E-4398-A00B-A9DC5E76FE1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57300"/>
            <a:ext cx="7461504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CC24CDD-6130-4C5D-975B-23825CF6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24E3C-6419-4B5A-B80A-7BA009B7E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8254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7461504" cy="53035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63114F-79D4-4D14-9647-606247DC772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57300"/>
            <a:ext cx="7461504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79426-262C-452F-A3C1-F9CFECEC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31136"/>
            <a:ext cx="10332720" cy="39410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FD43D-3F61-F5D5-44C7-FA40D9DCC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557376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540070F2-945E-1064-414C-CCF2F22AD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27"/>
          <a:stretch/>
        </p:blipFill>
        <p:spPr>
          <a:xfrm>
            <a:off x="173401" y="6373711"/>
            <a:ext cx="1819413" cy="367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250945-90D5-6A5C-4C8D-7FCA69F04D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224" y="6210694"/>
            <a:ext cx="1171576" cy="63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1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7461504" cy="53035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2226B1-C1D2-402E-8DC7-63A6EC4E10A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57300"/>
            <a:ext cx="7461504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3D996-1FA1-4262-8C8C-D95583DCADE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14400" y="2231136"/>
            <a:ext cx="4879848" cy="39410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A3B26A7-5C63-4A8B-90B2-FB9644362E5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97752" y="2231136"/>
            <a:ext cx="4885944" cy="39410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D96B5-917D-4556-9FE6-02830BC19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557376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AC03944C-FECE-B50A-E73D-7A146ED7B7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27"/>
          <a:stretch/>
        </p:blipFill>
        <p:spPr>
          <a:xfrm>
            <a:off x="173401" y="6373711"/>
            <a:ext cx="1819413" cy="367329"/>
          </a:xfrm>
          <a:prstGeom prst="rect">
            <a:avLst/>
          </a:prstGeom>
        </p:spPr>
      </p:pic>
      <p:pic>
        <p:nvPicPr>
          <p:cNvPr id="3" name="Picture 2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AE93A360-7378-72F1-04C4-60F185BAFC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628" y="6288032"/>
            <a:ext cx="1019248" cy="5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83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5A99B4-9334-4122-B9FB-C422F301DE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02552" cy="530352"/>
          </a:xfrm>
        </p:spPr>
        <p:txBody>
          <a:bodyPr anchor="b"/>
          <a:lstStyle>
            <a:lvl1pPr>
              <a:lnSpc>
                <a:spcPct val="89000"/>
              </a:lnSpc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639074-24DC-4C9E-BF8D-C2B66CCC1F9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914400" y="1257300"/>
            <a:ext cx="6702552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79426-262C-452F-A3C1-F9CFECEC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31136"/>
            <a:ext cx="67025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8" name="Content Placeholder 5">
            <a:extLst>
              <a:ext uri="{FF2B5EF4-FFF2-40B4-BE49-F238E27FC236}">
                <a16:creationId xmlns:a16="http://schemas.microsoft.com/office/drawing/2014/main" id="{A538A865-26EB-48CA-B025-56D9301865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229600" y="2221992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9" name="Footer Placeholder 4">
            <a:extLst>
              <a:ext uri="{FF2B5EF4-FFF2-40B4-BE49-F238E27FC236}">
                <a16:creationId xmlns:a16="http://schemas.microsoft.com/office/drawing/2014/main" id="{C0EE603B-F5B8-490D-9D7C-0215FC26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D1123-BE81-4C6C-A64B-06D55929E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19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852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5A99B4-9334-4122-B9FB-C422F301DE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75650"/>
            <a:ext cx="3054096" cy="1280160"/>
          </a:xfrm>
        </p:spPr>
        <p:txBody>
          <a:bodyPr anchor="t"/>
          <a:lstStyle>
            <a:lvl1pPr>
              <a:lnSpc>
                <a:spcPct val="85000"/>
              </a:lnSpc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F2E68-87A4-45E6-8E98-768F37207D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54096" cy="39410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79426-262C-452F-A3C1-F9CFECEC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775650"/>
            <a:ext cx="6711696" cy="540569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5" name="Footer Placeholder 4">
            <a:extLst>
              <a:ext uri="{FF2B5EF4-FFF2-40B4-BE49-F238E27FC236}">
                <a16:creationId xmlns:a16="http://schemas.microsoft.com/office/drawing/2014/main" id="{8AAA05D4-CA8B-410B-9C64-893A9E15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D1123-BE81-4C6C-A64B-06D55929E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19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4482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A4DC670F-54C5-4A66-86E6-81D82B0B1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75650"/>
            <a:ext cx="3054096" cy="1280160"/>
          </a:xfrm>
        </p:spPr>
        <p:txBody>
          <a:bodyPr anchor="t"/>
          <a:lstStyle>
            <a:lvl1pPr>
              <a:lnSpc>
                <a:spcPct val="85000"/>
              </a:lnSpc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41F6520C-AFA0-4061-96E6-5B117DA88F8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772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79732A0-06E1-48E3-BCB9-413458C4B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775650"/>
            <a:ext cx="3044952" cy="540569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D0AD37E-82C8-4907-B576-583419342D0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32648" y="775650"/>
            <a:ext cx="3044952" cy="540569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66CC4-41F6-3623-E636-F67FC169D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557376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" name="Picture 4" descr="Logo, icon&#10;&#10;Description automatically generated">
            <a:extLst>
              <a:ext uri="{FF2B5EF4-FFF2-40B4-BE49-F238E27FC236}">
                <a16:creationId xmlns:a16="http://schemas.microsoft.com/office/drawing/2014/main" id="{087F333F-506C-FEB1-8D57-CC9A755088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27"/>
          <a:stretch/>
        </p:blipFill>
        <p:spPr>
          <a:xfrm>
            <a:off x="494414" y="6418209"/>
            <a:ext cx="1819413" cy="367329"/>
          </a:xfrm>
          <a:prstGeom prst="rect">
            <a:avLst/>
          </a:prstGeom>
        </p:spPr>
      </p:pic>
      <p:pic>
        <p:nvPicPr>
          <p:cNvPr id="2" name="Picture 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D1207862-1677-9BA2-E3D9-6EAAF640F0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876" y="6305459"/>
            <a:ext cx="1019248" cy="5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5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7461504" cy="53035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41AECFA-1D18-49B1-A36F-FC21EB58FCC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4400" y="1261872"/>
            <a:ext cx="7461504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179E3-AEDC-4530-AD3C-6439B936975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4400" y="2231136"/>
            <a:ext cx="2139696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8" name="Content Placeholder 5">
            <a:extLst>
              <a:ext uri="{FF2B5EF4-FFF2-40B4-BE49-F238E27FC236}">
                <a16:creationId xmlns:a16="http://schemas.microsoft.com/office/drawing/2014/main" id="{500F7547-7A32-42F0-9BCE-89567E16D6C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655569" y="2231136"/>
            <a:ext cx="2139696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Content Placeholder 5">
            <a:extLst>
              <a:ext uri="{FF2B5EF4-FFF2-40B4-BE49-F238E27FC236}">
                <a16:creationId xmlns:a16="http://schemas.microsoft.com/office/drawing/2014/main" id="{916733D8-D6ED-4328-8C1F-75CA8F04B62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396738" y="2231136"/>
            <a:ext cx="2139696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0" name="Content Placeholder 5">
            <a:extLst>
              <a:ext uri="{FF2B5EF4-FFF2-40B4-BE49-F238E27FC236}">
                <a16:creationId xmlns:a16="http://schemas.microsoft.com/office/drawing/2014/main" id="{73C19301-9887-4915-89A3-DD20F771D4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37906" y="2231136"/>
            <a:ext cx="2139696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3E1DA9-A987-46A6-94C7-4F50714BA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2" y="6458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B2CF0DC-620B-D15E-ED43-B56A7F52F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21"/>
          <a:stretch/>
        </p:blipFill>
        <p:spPr>
          <a:xfrm>
            <a:off x="347530" y="6321482"/>
            <a:ext cx="2052074" cy="338555"/>
          </a:xfrm>
          <a:prstGeom prst="rect">
            <a:avLst/>
          </a:prstGeom>
        </p:spPr>
      </p:pic>
      <p:pic>
        <p:nvPicPr>
          <p:cNvPr id="3" name="Picture 2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833185C6-22F1-F5B7-F004-5E2705F17D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472" y="6254036"/>
            <a:ext cx="1019248" cy="5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9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401129"/>
            <a:ext cx="3346704" cy="9271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2226B1-C1D2-402E-8DC7-63A6EC4E10A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1" y="3375992"/>
            <a:ext cx="3346704" cy="264911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A3B26A7-5C63-4A8B-90B2-FB9644362E5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486400" y="685800"/>
            <a:ext cx="5788152" cy="24409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9C86A3-914C-4B6C-877E-37D3E2B3A04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486400" y="3731260"/>
            <a:ext cx="5788152" cy="23129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30EF20D-5C49-4874-9D15-C4EF4842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D96B5-917D-4556-9FE6-02830BC19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31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4663EC-A81F-4CB3-AEA9-1C6D390CA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F7CF86-AA76-4DD1-8B8C-E04C989A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85230-0E25-9DDB-5C9E-64A34EA2D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</p:spTree>
    <p:extLst>
      <p:ext uri="{BB962C8B-B14F-4D97-AF65-F5344CB8AC3E}">
        <p14:creationId xmlns:p14="http://schemas.microsoft.com/office/powerpoint/2010/main" val="22714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1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9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  <a:solidFill>
            <a:schemeClr val="accent2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grpFill/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87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8466" y="0"/>
            <a:ext cx="4233029" cy="6868335"/>
            <a:chOff x="-8466" y="0"/>
            <a:chExt cx="4233029" cy="6868335"/>
          </a:xfrm>
          <a:solidFill>
            <a:schemeClr val="accent2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3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6499ABF-5234-4D55-8E2D-1A7E1B846E59}"/>
                </a:ext>
              </a:extLst>
            </p:cNvPr>
            <p:cNvSpPr/>
            <p:nvPr userDrawn="1"/>
          </p:nvSpPr>
          <p:spPr bwMode="ltGray">
            <a:xfrm rot="16200000" flipH="1">
              <a:off x="1134647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93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4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145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5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12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6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93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4B9F80-B9DD-44FF-B3E5-9A3F7C50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flipH="1">
            <a:off x="8553248" y="0"/>
            <a:ext cx="36387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0DE581-BB61-40E3-A8A7-CF426CCDE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rot="16200000" flipH="1">
            <a:off x="4831696" y="3136449"/>
            <a:ext cx="6857857" cy="585247"/>
          </a:xfrm>
          <a:custGeom>
            <a:avLst/>
            <a:gdLst>
              <a:gd name="connsiteX0" fmla="*/ 0 w 6857857"/>
              <a:gd name="connsiteY0" fmla="*/ 585247 h 585247"/>
              <a:gd name="connsiteX1" fmla="*/ 0 w 6857857"/>
              <a:gd name="connsiteY1" fmla="*/ 32191 h 585247"/>
              <a:gd name="connsiteX2" fmla="*/ 7946 w 6857857"/>
              <a:gd name="connsiteY2" fmla="*/ 32191 h 585247"/>
              <a:gd name="connsiteX3" fmla="*/ 7946 w 6857857"/>
              <a:gd name="connsiteY3" fmla="*/ 0 h 585247"/>
              <a:gd name="connsiteX4" fmla="*/ 81449 w 6857857"/>
              <a:gd name="connsiteY4" fmla="*/ 32191 h 585247"/>
              <a:gd name="connsiteX5" fmla="*/ 92177 w 6857857"/>
              <a:gd name="connsiteY5" fmla="*/ 43500 h 585247"/>
              <a:gd name="connsiteX6" fmla="*/ 139536 w 6857857"/>
              <a:gd name="connsiteY6" fmla="*/ 71472 h 585247"/>
              <a:gd name="connsiteX7" fmla="*/ 186896 w 6857857"/>
              <a:gd name="connsiteY7" fmla="*/ 43500 h 585247"/>
              <a:gd name="connsiteX8" fmla="*/ 197623 w 6857857"/>
              <a:gd name="connsiteY8" fmla="*/ 32191 h 585247"/>
              <a:gd name="connsiteX9" fmla="*/ 271126 w 6857857"/>
              <a:gd name="connsiteY9" fmla="*/ 0 h 585247"/>
              <a:gd name="connsiteX10" fmla="*/ 344589 w 6857857"/>
              <a:gd name="connsiteY10" fmla="*/ 32191 h 585247"/>
              <a:gd name="connsiteX11" fmla="*/ 355317 w 6857857"/>
              <a:gd name="connsiteY11" fmla="*/ 43500 h 585247"/>
              <a:gd name="connsiteX12" fmla="*/ 402676 w 6857857"/>
              <a:gd name="connsiteY12" fmla="*/ 71472 h 585247"/>
              <a:gd name="connsiteX13" fmla="*/ 450076 w 6857857"/>
              <a:gd name="connsiteY13" fmla="*/ 43500 h 585247"/>
              <a:gd name="connsiteX14" fmla="*/ 460803 w 6857857"/>
              <a:gd name="connsiteY14" fmla="*/ 32191 h 585247"/>
              <a:gd name="connsiteX15" fmla="*/ 534266 w 6857857"/>
              <a:gd name="connsiteY15" fmla="*/ 0 h 585247"/>
              <a:gd name="connsiteX16" fmla="*/ 607769 w 6857857"/>
              <a:gd name="connsiteY16" fmla="*/ 32191 h 585247"/>
              <a:gd name="connsiteX17" fmla="*/ 618496 w 6857857"/>
              <a:gd name="connsiteY17" fmla="*/ 43500 h 585247"/>
              <a:gd name="connsiteX18" fmla="*/ 665856 w 6857857"/>
              <a:gd name="connsiteY18" fmla="*/ 71472 h 585247"/>
              <a:gd name="connsiteX19" fmla="*/ 713216 w 6857857"/>
              <a:gd name="connsiteY19" fmla="*/ 43500 h 585247"/>
              <a:gd name="connsiteX20" fmla="*/ 723943 w 6857857"/>
              <a:gd name="connsiteY20" fmla="*/ 32191 h 585247"/>
              <a:gd name="connsiteX21" fmla="*/ 797446 w 6857857"/>
              <a:gd name="connsiteY21" fmla="*/ 0 h 585247"/>
              <a:gd name="connsiteX22" fmla="*/ 870909 w 6857857"/>
              <a:gd name="connsiteY22" fmla="*/ 32191 h 585247"/>
              <a:gd name="connsiteX23" fmla="*/ 881637 w 6857857"/>
              <a:gd name="connsiteY23" fmla="*/ 43500 h 585247"/>
              <a:gd name="connsiteX24" fmla="*/ 929036 w 6857857"/>
              <a:gd name="connsiteY24" fmla="*/ 71472 h 585247"/>
              <a:gd name="connsiteX25" fmla="*/ 976396 w 6857857"/>
              <a:gd name="connsiteY25" fmla="*/ 43500 h 585247"/>
              <a:gd name="connsiteX26" fmla="*/ 987123 w 6857857"/>
              <a:gd name="connsiteY26" fmla="*/ 32191 h 585247"/>
              <a:gd name="connsiteX27" fmla="*/ 1060586 w 6857857"/>
              <a:gd name="connsiteY27" fmla="*/ 0 h 585247"/>
              <a:gd name="connsiteX28" fmla="*/ 1134089 w 6857857"/>
              <a:gd name="connsiteY28" fmla="*/ 32191 h 585247"/>
              <a:gd name="connsiteX29" fmla="*/ 1144816 w 6857857"/>
              <a:gd name="connsiteY29" fmla="*/ 43500 h 585247"/>
              <a:gd name="connsiteX30" fmla="*/ 1192176 w 6857857"/>
              <a:gd name="connsiteY30" fmla="*/ 71472 h 585247"/>
              <a:gd name="connsiteX31" fmla="*/ 1239575 w 6857857"/>
              <a:gd name="connsiteY31" fmla="*/ 43500 h 585247"/>
              <a:gd name="connsiteX32" fmla="*/ 1250303 w 6857857"/>
              <a:gd name="connsiteY32" fmla="*/ 32191 h 585247"/>
              <a:gd name="connsiteX33" fmla="*/ 1323766 w 6857857"/>
              <a:gd name="connsiteY33" fmla="*/ 0 h 585247"/>
              <a:gd name="connsiteX34" fmla="*/ 1397269 w 6857857"/>
              <a:gd name="connsiteY34" fmla="*/ 32191 h 585247"/>
              <a:gd name="connsiteX35" fmla="*/ 1407996 w 6857857"/>
              <a:gd name="connsiteY35" fmla="*/ 43500 h 585247"/>
              <a:gd name="connsiteX36" fmla="*/ 1455356 w 6857857"/>
              <a:gd name="connsiteY36" fmla="*/ 71472 h 585247"/>
              <a:gd name="connsiteX37" fmla="*/ 1502716 w 6857857"/>
              <a:gd name="connsiteY37" fmla="*/ 43500 h 585247"/>
              <a:gd name="connsiteX38" fmla="*/ 1513443 w 6857857"/>
              <a:gd name="connsiteY38" fmla="*/ 32191 h 585247"/>
              <a:gd name="connsiteX39" fmla="*/ 1586946 w 6857857"/>
              <a:gd name="connsiteY39" fmla="*/ 0 h 585247"/>
              <a:gd name="connsiteX40" fmla="*/ 1660449 w 6857857"/>
              <a:gd name="connsiteY40" fmla="*/ 32191 h 585247"/>
              <a:gd name="connsiteX41" fmla="*/ 1671176 w 6857857"/>
              <a:gd name="connsiteY41" fmla="*/ 43500 h 585247"/>
              <a:gd name="connsiteX42" fmla="*/ 1718536 w 6857857"/>
              <a:gd name="connsiteY42" fmla="*/ 71472 h 585247"/>
              <a:gd name="connsiteX43" fmla="*/ 1765895 w 6857857"/>
              <a:gd name="connsiteY43" fmla="*/ 43500 h 585247"/>
              <a:gd name="connsiteX44" fmla="*/ 1776623 w 6857857"/>
              <a:gd name="connsiteY44" fmla="*/ 32191 h 585247"/>
              <a:gd name="connsiteX45" fmla="*/ 1850126 w 6857857"/>
              <a:gd name="connsiteY45" fmla="*/ 0 h 585247"/>
              <a:gd name="connsiteX46" fmla="*/ 1923589 w 6857857"/>
              <a:gd name="connsiteY46" fmla="*/ 32191 h 585247"/>
              <a:gd name="connsiteX47" fmla="*/ 1934316 w 6857857"/>
              <a:gd name="connsiteY47" fmla="*/ 43500 h 585247"/>
              <a:gd name="connsiteX48" fmla="*/ 1981716 w 6857857"/>
              <a:gd name="connsiteY48" fmla="*/ 71472 h 585247"/>
              <a:gd name="connsiteX49" fmla="*/ 2029075 w 6857857"/>
              <a:gd name="connsiteY49" fmla="*/ 43500 h 585247"/>
              <a:gd name="connsiteX50" fmla="*/ 2039803 w 6857857"/>
              <a:gd name="connsiteY50" fmla="*/ 32191 h 585247"/>
              <a:gd name="connsiteX51" fmla="*/ 2113306 w 6857857"/>
              <a:gd name="connsiteY51" fmla="*/ 0 h 585247"/>
              <a:gd name="connsiteX52" fmla="*/ 2186769 w 6857857"/>
              <a:gd name="connsiteY52" fmla="*/ 32191 h 585247"/>
              <a:gd name="connsiteX53" fmla="*/ 2197496 w 6857857"/>
              <a:gd name="connsiteY53" fmla="*/ 43500 h 585247"/>
              <a:gd name="connsiteX54" fmla="*/ 2244895 w 6857857"/>
              <a:gd name="connsiteY54" fmla="*/ 71472 h 585247"/>
              <a:gd name="connsiteX55" fmla="*/ 2292255 w 6857857"/>
              <a:gd name="connsiteY55" fmla="*/ 43500 h 585247"/>
              <a:gd name="connsiteX56" fmla="*/ 2302983 w 6857857"/>
              <a:gd name="connsiteY56" fmla="*/ 32191 h 585247"/>
              <a:gd name="connsiteX57" fmla="*/ 2376485 w 6857857"/>
              <a:gd name="connsiteY57" fmla="*/ 0 h 585247"/>
              <a:gd name="connsiteX58" fmla="*/ 2449948 w 6857857"/>
              <a:gd name="connsiteY58" fmla="*/ 32191 h 585247"/>
              <a:gd name="connsiteX59" fmla="*/ 2460676 w 6857857"/>
              <a:gd name="connsiteY59" fmla="*/ 43500 h 585247"/>
              <a:gd name="connsiteX60" fmla="*/ 2508035 w 6857857"/>
              <a:gd name="connsiteY60" fmla="*/ 71472 h 585247"/>
              <a:gd name="connsiteX61" fmla="*/ 2555435 w 6857857"/>
              <a:gd name="connsiteY61" fmla="*/ 43500 h 585247"/>
              <a:gd name="connsiteX62" fmla="*/ 2566162 w 6857857"/>
              <a:gd name="connsiteY62" fmla="*/ 32191 h 585247"/>
              <a:gd name="connsiteX63" fmla="*/ 2639665 w 6857857"/>
              <a:gd name="connsiteY63" fmla="*/ 0 h 585247"/>
              <a:gd name="connsiteX64" fmla="*/ 2713128 w 6857857"/>
              <a:gd name="connsiteY64" fmla="*/ 32191 h 585247"/>
              <a:gd name="connsiteX65" fmla="*/ 2723856 w 6857857"/>
              <a:gd name="connsiteY65" fmla="*/ 43500 h 585247"/>
              <a:gd name="connsiteX66" fmla="*/ 2771215 w 6857857"/>
              <a:gd name="connsiteY66" fmla="*/ 71472 h 585247"/>
              <a:gd name="connsiteX67" fmla="*/ 2818615 w 6857857"/>
              <a:gd name="connsiteY67" fmla="*/ 43500 h 585247"/>
              <a:gd name="connsiteX68" fmla="*/ 2829342 w 6857857"/>
              <a:gd name="connsiteY68" fmla="*/ 32191 h 585247"/>
              <a:gd name="connsiteX69" fmla="*/ 2902805 w 6857857"/>
              <a:gd name="connsiteY69" fmla="*/ 0 h 585247"/>
              <a:gd name="connsiteX70" fmla="*/ 2976308 w 6857857"/>
              <a:gd name="connsiteY70" fmla="*/ 32191 h 585247"/>
              <a:gd name="connsiteX71" fmla="*/ 2987035 w 6857857"/>
              <a:gd name="connsiteY71" fmla="*/ 43500 h 585247"/>
              <a:gd name="connsiteX72" fmla="*/ 3034435 w 6857857"/>
              <a:gd name="connsiteY72" fmla="*/ 71472 h 585247"/>
              <a:gd name="connsiteX73" fmla="*/ 3081794 w 6857857"/>
              <a:gd name="connsiteY73" fmla="*/ 43500 h 585247"/>
              <a:gd name="connsiteX74" fmla="*/ 3092522 w 6857857"/>
              <a:gd name="connsiteY74" fmla="*/ 32191 h 585247"/>
              <a:gd name="connsiteX75" fmla="*/ 3166025 w 6857857"/>
              <a:gd name="connsiteY75" fmla="*/ 0 h 585247"/>
              <a:gd name="connsiteX76" fmla="*/ 3239488 w 6857857"/>
              <a:gd name="connsiteY76" fmla="*/ 32191 h 585247"/>
              <a:gd name="connsiteX77" fmla="*/ 3250215 w 6857857"/>
              <a:gd name="connsiteY77" fmla="*/ 43500 h 585247"/>
              <a:gd name="connsiteX78" fmla="*/ 3297615 w 6857857"/>
              <a:gd name="connsiteY78" fmla="*/ 71472 h 585247"/>
              <a:gd name="connsiteX79" fmla="*/ 3344974 w 6857857"/>
              <a:gd name="connsiteY79" fmla="*/ 43500 h 585247"/>
              <a:gd name="connsiteX80" fmla="*/ 3355702 w 6857857"/>
              <a:gd name="connsiteY80" fmla="*/ 32191 h 585247"/>
              <a:gd name="connsiteX81" fmla="*/ 3429165 w 6857857"/>
              <a:gd name="connsiteY81" fmla="*/ 0 h 585247"/>
              <a:gd name="connsiteX82" fmla="*/ 3502668 w 6857857"/>
              <a:gd name="connsiteY82" fmla="*/ 32191 h 585247"/>
              <a:gd name="connsiteX83" fmla="*/ 3513395 w 6857857"/>
              <a:gd name="connsiteY83" fmla="*/ 43500 h 585247"/>
              <a:gd name="connsiteX84" fmla="*/ 3560794 w 6857857"/>
              <a:gd name="connsiteY84" fmla="*/ 71472 h 585247"/>
              <a:gd name="connsiteX85" fmla="*/ 3608154 w 6857857"/>
              <a:gd name="connsiteY85" fmla="*/ 43500 h 585247"/>
              <a:gd name="connsiteX86" fmla="*/ 3618882 w 6857857"/>
              <a:gd name="connsiteY86" fmla="*/ 32191 h 585247"/>
              <a:gd name="connsiteX87" fmla="*/ 3692385 w 6857857"/>
              <a:gd name="connsiteY87" fmla="*/ 0 h 585247"/>
              <a:gd name="connsiteX88" fmla="*/ 3765848 w 6857857"/>
              <a:gd name="connsiteY88" fmla="*/ 32191 h 585247"/>
              <a:gd name="connsiteX89" fmla="*/ 3776575 w 6857857"/>
              <a:gd name="connsiteY89" fmla="*/ 43500 h 585247"/>
              <a:gd name="connsiteX90" fmla="*/ 3823974 w 6857857"/>
              <a:gd name="connsiteY90" fmla="*/ 71472 h 585247"/>
              <a:gd name="connsiteX91" fmla="*/ 3871334 w 6857857"/>
              <a:gd name="connsiteY91" fmla="*/ 43500 h 585247"/>
              <a:gd name="connsiteX92" fmla="*/ 3882061 w 6857857"/>
              <a:gd name="connsiteY92" fmla="*/ 32191 h 585247"/>
              <a:gd name="connsiteX93" fmla="*/ 3955564 w 6857857"/>
              <a:gd name="connsiteY93" fmla="*/ 0 h 585247"/>
              <a:gd name="connsiteX94" fmla="*/ 4029067 w 6857857"/>
              <a:gd name="connsiteY94" fmla="*/ 32191 h 585247"/>
              <a:gd name="connsiteX95" fmla="*/ 4039795 w 6857857"/>
              <a:gd name="connsiteY95" fmla="*/ 43500 h 585247"/>
              <a:gd name="connsiteX96" fmla="*/ 4087154 w 6857857"/>
              <a:gd name="connsiteY96" fmla="*/ 71472 h 585247"/>
              <a:gd name="connsiteX97" fmla="*/ 4134554 w 6857857"/>
              <a:gd name="connsiteY97" fmla="*/ 43500 h 585247"/>
              <a:gd name="connsiteX98" fmla="*/ 4145281 w 6857857"/>
              <a:gd name="connsiteY98" fmla="*/ 32191 h 585247"/>
              <a:gd name="connsiteX99" fmla="*/ 4218744 w 6857857"/>
              <a:gd name="connsiteY99" fmla="*/ 0 h 585247"/>
              <a:gd name="connsiteX100" fmla="*/ 4292247 w 6857857"/>
              <a:gd name="connsiteY100" fmla="*/ 32191 h 585247"/>
              <a:gd name="connsiteX101" fmla="*/ 4302975 w 6857857"/>
              <a:gd name="connsiteY101" fmla="*/ 43500 h 585247"/>
              <a:gd name="connsiteX102" fmla="*/ 4350334 w 6857857"/>
              <a:gd name="connsiteY102" fmla="*/ 71472 h 585247"/>
              <a:gd name="connsiteX103" fmla="*/ 4397733 w 6857857"/>
              <a:gd name="connsiteY103" fmla="*/ 43500 h 585247"/>
              <a:gd name="connsiteX104" fmla="*/ 4408461 w 6857857"/>
              <a:gd name="connsiteY104" fmla="*/ 32191 h 585247"/>
              <a:gd name="connsiteX105" fmla="*/ 4481924 w 6857857"/>
              <a:gd name="connsiteY105" fmla="*/ 0 h 585247"/>
              <a:gd name="connsiteX106" fmla="*/ 4555387 w 6857857"/>
              <a:gd name="connsiteY106" fmla="*/ 32191 h 585247"/>
              <a:gd name="connsiteX107" fmla="*/ 4566115 w 6857857"/>
              <a:gd name="connsiteY107" fmla="*/ 43500 h 585247"/>
              <a:gd name="connsiteX108" fmla="*/ 4613514 w 6857857"/>
              <a:gd name="connsiteY108" fmla="*/ 71472 h 585247"/>
              <a:gd name="connsiteX109" fmla="*/ 4660873 w 6857857"/>
              <a:gd name="connsiteY109" fmla="*/ 43500 h 585247"/>
              <a:gd name="connsiteX110" fmla="*/ 4671601 w 6857857"/>
              <a:gd name="connsiteY110" fmla="*/ 32191 h 585247"/>
              <a:gd name="connsiteX111" fmla="*/ 4745064 w 6857857"/>
              <a:gd name="connsiteY111" fmla="*/ 0 h 585247"/>
              <a:gd name="connsiteX112" fmla="*/ 4818567 w 6857857"/>
              <a:gd name="connsiteY112" fmla="*/ 32191 h 585247"/>
              <a:gd name="connsiteX113" fmla="*/ 4829294 w 6857857"/>
              <a:gd name="connsiteY113" fmla="*/ 43500 h 585247"/>
              <a:gd name="connsiteX114" fmla="*/ 4876694 w 6857857"/>
              <a:gd name="connsiteY114" fmla="*/ 71472 h 585247"/>
              <a:gd name="connsiteX115" fmla="*/ 4924053 w 6857857"/>
              <a:gd name="connsiteY115" fmla="*/ 43500 h 585247"/>
              <a:gd name="connsiteX116" fmla="*/ 4934781 w 6857857"/>
              <a:gd name="connsiteY116" fmla="*/ 32191 h 585247"/>
              <a:gd name="connsiteX117" fmla="*/ 5008284 w 6857857"/>
              <a:gd name="connsiteY117" fmla="*/ 0 h 585247"/>
              <a:gd name="connsiteX118" fmla="*/ 5081747 w 6857857"/>
              <a:gd name="connsiteY118" fmla="*/ 32191 h 585247"/>
              <a:gd name="connsiteX119" fmla="*/ 5092474 w 6857857"/>
              <a:gd name="connsiteY119" fmla="*/ 43500 h 585247"/>
              <a:gd name="connsiteX120" fmla="*/ 5139834 w 6857857"/>
              <a:gd name="connsiteY120" fmla="*/ 71472 h 585247"/>
              <a:gd name="connsiteX121" fmla="*/ 5187233 w 6857857"/>
              <a:gd name="connsiteY121" fmla="*/ 43500 h 585247"/>
              <a:gd name="connsiteX122" fmla="*/ 5197961 w 6857857"/>
              <a:gd name="connsiteY122" fmla="*/ 32191 h 585247"/>
              <a:gd name="connsiteX123" fmla="*/ 5271424 w 6857857"/>
              <a:gd name="connsiteY123" fmla="*/ 0 h 585247"/>
              <a:gd name="connsiteX124" fmla="*/ 5344927 w 6857857"/>
              <a:gd name="connsiteY124" fmla="*/ 32191 h 585247"/>
              <a:gd name="connsiteX125" fmla="*/ 5355654 w 6857857"/>
              <a:gd name="connsiteY125" fmla="*/ 43500 h 585247"/>
              <a:gd name="connsiteX126" fmla="*/ 5403014 w 6857857"/>
              <a:gd name="connsiteY126" fmla="*/ 71472 h 585247"/>
              <a:gd name="connsiteX127" fmla="*/ 5450413 w 6857857"/>
              <a:gd name="connsiteY127" fmla="*/ 43500 h 585247"/>
              <a:gd name="connsiteX128" fmla="*/ 5461141 w 6857857"/>
              <a:gd name="connsiteY128" fmla="*/ 32191 h 585247"/>
              <a:gd name="connsiteX129" fmla="*/ 5534604 w 6857857"/>
              <a:gd name="connsiteY129" fmla="*/ 0 h 585247"/>
              <a:gd name="connsiteX130" fmla="*/ 5608106 w 6857857"/>
              <a:gd name="connsiteY130" fmla="*/ 32191 h 585247"/>
              <a:gd name="connsiteX131" fmla="*/ 5618834 w 6857857"/>
              <a:gd name="connsiteY131" fmla="*/ 43500 h 585247"/>
              <a:gd name="connsiteX132" fmla="*/ 5666233 w 6857857"/>
              <a:gd name="connsiteY132" fmla="*/ 71472 h 585247"/>
              <a:gd name="connsiteX133" fmla="*/ 5713593 w 6857857"/>
              <a:gd name="connsiteY133" fmla="*/ 43500 h 585247"/>
              <a:gd name="connsiteX134" fmla="*/ 5724320 w 6857857"/>
              <a:gd name="connsiteY134" fmla="*/ 32191 h 585247"/>
              <a:gd name="connsiteX135" fmla="*/ 5797823 w 6857857"/>
              <a:gd name="connsiteY135" fmla="*/ 0 h 585247"/>
              <a:gd name="connsiteX136" fmla="*/ 5871286 w 6857857"/>
              <a:gd name="connsiteY136" fmla="*/ 32191 h 585247"/>
              <a:gd name="connsiteX137" fmla="*/ 5882013 w 6857857"/>
              <a:gd name="connsiteY137" fmla="*/ 43500 h 585247"/>
              <a:gd name="connsiteX138" fmla="*/ 5929413 w 6857857"/>
              <a:gd name="connsiteY138" fmla="*/ 71472 h 585247"/>
              <a:gd name="connsiteX139" fmla="*/ 5976773 w 6857857"/>
              <a:gd name="connsiteY139" fmla="*/ 43500 h 585247"/>
              <a:gd name="connsiteX140" fmla="*/ 5987500 w 6857857"/>
              <a:gd name="connsiteY140" fmla="*/ 32191 h 585247"/>
              <a:gd name="connsiteX141" fmla="*/ 6061003 w 6857857"/>
              <a:gd name="connsiteY141" fmla="*/ 0 h 585247"/>
              <a:gd name="connsiteX142" fmla="*/ 6134506 w 6857857"/>
              <a:gd name="connsiteY142" fmla="*/ 32191 h 585247"/>
              <a:gd name="connsiteX143" fmla="*/ 6145233 w 6857857"/>
              <a:gd name="connsiteY143" fmla="*/ 43500 h 585247"/>
              <a:gd name="connsiteX144" fmla="*/ 6192593 w 6857857"/>
              <a:gd name="connsiteY144" fmla="*/ 71472 h 585247"/>
              <a:gd name="connsiteX145" fmla="*/ 6239992 w 6857857"/>
              <a:gd name="connsiteY145" fmla="*/ 43500 h 585247"/>
              <a:gd name="connsiteX146" fmla="*/ 6250720 w 6857857"/>
              <a:gd name="connsiteY146" fmla="*/ 32191 h 585247"/>
              <a:gd name="connsiteX147" fmla="*/ 6324222 w 6857857"/>
              <a:gd name="connsiteY147" fmla="*/ 0 h 585247"/>
              <a:gd name="connsiteX148" fmla="*/ 6397686 w 6857857"/>
              <a:gd name="connsiteY148" fmla="*/ 32191 h 585247"/>
              <a:gd name="connsiteX149" fmla="*/ 6408413 w 6857857"/>
              <a:gd name="connsiteY149" fmla="*/ 43500 h 585247"/>
              <a:gd name="connsiteX150" fmla="*/ 6455812 w 6857857"/>
              <a:gd name="connsiteY150" fmla="*/ 71472 h 585247"/>
              <a:gd name="connsiteX151" fmla="*/ 6503212 w 6857857"/>
              <a:gd name="connsiteY151" fmla="*/ 43500 h 585247"/>
              <a:gd name="connsiteX152" fmla="*/ 6513939 w 6857857"/>
              <a:gd name="connsiteY152" fmla="*/ 32191 h 585247"/>
              <a:gd name="connsiteX153" fmla="*/ 6587442 w 6857857"/>
              <a:gd name="connsiteY153" fmla="*/ 0 h 585247"/>
              <a:gd name="connsiteX154" fmla="*/ 6660905 w 6857857"/>
              <a:gd name="connsiteY154" fmla="*/ 32191 h 585247"/>
              <a:gd name="connsiteX155" fmla="*/ 6671632 w 6857857"/>
              <a:gd name="connsiteY155" fmla="*/ 43500 h 585247"/>
              <a:gd name="connsiteX156" fmla="*/ 6719032 w 6857857"/>
              <a:gd name="connsiteY156" fmla="*/ 71472 h 585247"/>
              <a:gd name="connsiteX157" fmla="*/ 6766392 w 6857857"/>
              <a:gd name="connsiteY157" fmla="*/ 43500 h 585247"/>
              <a:gd name="connsiteX158" fmla="*/ 6777119 w 6857857"/>
              <a:gd name="connsiteY158" fmla="*/ 32191 h 585247"/>
              <a:gd name="connsiteX159" fmla="*/ 6850622 w 6857857"/>
              <a:gd name="connsiteY159" fmla="*/ 0 h 585247"/>
              <a:gd name="connsiteX160" fmla="*/ 6857857 w 6857857"/>
              <a:gd name="connsiteY160" fmla="*/ 1637 h 585247"/>
              <a:gd name="connsiteX161" fmla="*/ 6857857 w 6857857"/>
              <a:gd name="connsiteY161" fmla="*/ 585247 h 585247"/>
              <a:gd name="connsiteX162" fmla="*/ 0 w 6857857"/>
              <a:gd name="connsiteY162" fmla="*/ 585247 h 58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857857" h="585247">
                <a:moveTo>
                  <a:pt x="0" y="585247"/>
                </a:moveTo>
                <a:lnTo>
                  <a:pt x="0" y="32191"/>
                </a:lnTo>
                <a:lnTo>
                  <a:pt x="7946" y="32191"/>
                </a:lnTo>
                <a:lnTo>
                  <a:pt x="7946" y="0"/>
                </a:ln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7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1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4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7" y="32191"/>
                </a:cubicBezTo>
                <a:cubicBezTo>
                  <a:pt x="4822381" y="35984"/>
                  <a:pt x="4825917" y="39848"/>
                  <a:pt x="4829294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1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7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6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1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6" y="0"/>
                  <a:pt x="5534604" y="0"/>
                </a:cubicBezTo>
                <a:cubicBezTo>
                  <a:pt x="5570441" y="0"/>
                  <a:pt x="5591817" y="15847"/>
                  <a:pt x="5608106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8" y="61900"/>
                  <a:pt x="5713593" y="43500"/>
                </a:cubicBezTo>
                <a:cubicBezTo>
                  <a:pt x="5716970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3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6" y="39848"/>
                  <a:pt x="5882013" y="43500"/>
                </a:cubicBezTo>
                <a:cubicBezTo>
                  <a:pt x="5898939" y="61900"/>
                  <a:pt x="5908753" y="71472"/>
                  <a:pt x="5929413" y="71472"/>
                </a:cubicBezTo>
                <a:cubicBezTo>
                  <a:pt x="5950073" y="71472"/>
                  <a:pt x="5959887" y="61900"/>
                  <a:pt x="5976773" y="43500"/>
                </a:cubicBezTo>
                <a:cubicBezTo>
                  <a:pt x="5980150" y="39848"/>
                  <a:pt x="5983686" y="35984"/>
                  <a:pt x="5987500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lnTo>
                  <a:pt x="6857857" y="1637"/>
                </a:lnTo>
                <a:lnTo>
                  <a:pt x="6857857" y="585247"/>
                </a:lnTo>
                <a:lnTo>
                  <a:pt x="0" y="585247"/>
                </a:lnTo>
                <a:close/>
              </a:path>
            </a:pathLst>
          </a:custGeom>
          <a:solidFill>
            <a:schemeClr val="accent1"/>
          </a:solidFill>
          <a:ln w="39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11696" cy="530352"/>
          </a:xfrm>
        </p:spPr>
        <p:txBody>
          <a:bodyPr anchor="b"/>
          <a:lstStyle>
            <a:lvl1pPr>
              <a:lnSpc>
                <a:spcPct val="89000"/>
              </a:lnSpc>
              <a:defRPr sz="34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20529D69-1F8C-412D-B25D-ED4E6D8B19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61872"/>
            <a:ext cx="6711696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82" name="Content Placeholder 5">
            <a:extLst>
              <a:ext uri="{FF2B5EF4-FFF2-40B4-BE49-F238E27FC236}">
                <a16:creationId xmlns:a16="http://schemas.microsoft.com/office/drawing/2014/main" id="{7F6D5902-0148-4626-8E7B-1250AD5DAA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1" name="Content Placeholder 2">
            <a:extLst>
              <a:ext uri="{FF2B5EF4-FFF2-40B4-BE49-F238E27FC236}">
                <a16:creationId xmlns:a16="http://schemas.microsoft.com/office/drawing/2014/main" id="{C767FD6E-ECBC-4D4B-AFB3-47E9DE99F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231136"/>
            <a:ext cx="30449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2707AD-1A2B-4F2A-A77B-46379CCA7B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3920" y="2148840"/>
            <a:ext cx="2743200" cy="4023360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4224"/>
            <a:ext cx="6711696" cy="109728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9A61E-3DDD-42DC-A125-5FEA2DED2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357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ne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4B9F80-B9DD-44FF-B3E5-9A3F7C50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flipH="1">
            <a:off x="8553248" y="0"/>
            <a:ext cx="36387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0DE581-BB61-40E3-A8A7-CF426CCDE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rot="16200000" flipH="1">
            <a:off x="4831696" y="3136449"/>
            <a:ext cx="6857857" cy="585247"/>
          </a:xfrm>
          <a:custGeom>
            <a:avLst/>
            <a:gdLst>
              <a:gd name="connsiteX0" fmla="*/ 0 w 6857857"/>
              <a:gd name="connsiteY0" fmla="*/ 585247 h 585247"/>
              <a:gd name="connsiteX1" fmla="*/ 0 w 6857857"/>
              <a:gd name="connsiteY1" fmla="*/ 32191 h 585247"/>
              <a:gd name="connsiteX2" fmla="*/ 7946 w 6857857"/>
              <a:gd name="connsiteY2" fmla="*/ 32191 h 585247"/>
              <a:gd name="connsiteX3" fmla="*/ 7946 w 6857857"/>
              <a:gd name="connsiteY3" fmla="*/ 0 h 585247"/>
              <a:gd name="connsiteX4" fmla="*/ 81449 w 6857857"/>
              <a:gd name="connsiteY4" fmla="*/ 32191 h 585247"/>
              <a:gd name="connsiteX5" fmla="*/ 92177 w 6857857"/>
              <a:gd name="connsiteY5" fmla="*/ 43500 h 585247"/>
              <a:gd name="connsiteX6" fmla="*/ 139536 w 6857857"/>
              <a:gd name="connsiteY6" fmla="*/ 71472 h 585247"/>
              <a:gd name="connsiteX7" fmla="*/ 186896 w 6857857"/>
              <a:gd name="connsiteY7" fmla="*/ 43500 h 585247"/>
              <a:gd name="connsiteX8" fmla="*/ 197623 w 6857857"/>
              <a:gd name="connsiteY8" fmla="*/ 32191 h 585247"/>
              <a:gd name="connsiteX9" fmla="*/ 271126 w 6857857"/>
              <a:gd name="connsiteY9" fmla="*/ 0 h 585247"/>
              <a:gd name="connsiteX10" fmla="*/ 344589 w 6857857"/>
              <a:gd name="connsiteY10" fmla="*/ 32191 h 585247"/>
              <a:gd name="connsiteX11" fmla="*/ 355317 w 6857857"/>
              <a:gd name="connsiteY11" fmla="*/ 43500 h 585247"/>
              <a:gd name="connsiteX12" fmla="*/ 402676 w 6857857"/>
              <a:gd name="connsiteY12" fmla="*/ 71472 h 585247"/>
              <a:gd name="connsiteX13" fmla="*/ 450076 w 6857857"/>
              <a:gd name="connsiteY13" fmla="*/ 43500 h 585247"/>
              <a:gd name="connsiteX14" fmla="*/ 460803 w 6857857"/>
              <a:gd name="connsiteY14" fmla="*/ 32191 h 585247"/>
              <a:gd name="connsiteX15" fmla="*/ 534266 w 6857857"/>
              <a:gd name="connsiteY15" fmla="*/ 0 h 585247"/>
              <a:gd name="connsiteX16" fmla="*/ 607769 w 6857857"/>
              <a:gd name="connsiteY16" fmla="*/ 32191 h 585247"/>
              <a:gd name="connsiteX17" fmla="*/ 618496 w 6857857"/>
              <a:gd name="connsiteY17" fmla="*/ 43500 h 585247"/>
              <a:gd name="connsiteX18" fmla="*/ 665856 w 6857857"/>
              <a:gd name="connsiteY18" fmla="*/ 71472 h 585247"/>
              <a:gd name="connsiteX19" fmla="*/ 713216 w 6857857"/>
              <a:gd name="connsiteY19" fmla="*/ 43500 h 585247"/>
              <a:gd name="connsiteX20" fmla="*/ 723943 w 6857857"/>
              <a:gd name="connsiteY20" fmla="*/ 32191 h 585247"/>
              <a:gd name="connsiteX21" fmla="*/ 797446 w 6857857"/>
              <a:gd name="connsiteY21" fmla="*/ 0 h 585247"/>
              <a:gd name="connsiteX22" fmla="*/ 870909 w 6857857"/>
              <a:gd name="connsiteY22" fmla="*/ 32191 h 585247"/>
              <a:gd name="connsiteX23" fmla="*/ 881637 w 6857857"/>
              <a:gd name="connsiteY23" fmla="*/ 43500 h 585247"/>
              <a:gd name="connsiteX24" fmla="*/ 929036 w 6857857"/>
              <a:gd name="connsiteY24" fmla="*/ 71472 h 585247"/>
              <a:gd name="connsiteX25" fmla="*/ 976396 w 6857857"/>
              <a:gd name="connsiteY25" fmla="*/ 43500 h 585247"/>
              <a:gd name="connsiteX26" fmla="*/ 987123 w 6857857"/>
              <a:gd name="connsiteY26" fmla="*/ 32191 h 585247"/>
              <a:gd name="connsiteX27" fmla="*/ 1060586 w 6857857"/>
              <a:gd name="connsiteY27" fmla="*/ 0 h 585247"/>
              <a:gd name="connsiteX28" fmla="*/ 1134089 w 6857857"/>
              <a:gd name="connsiteY28" fmla="*/ 32191 h 585247"/>
              <a:gd name="connsiteX29" fmla="*/ 1144816 w 6857857"/>
              <a:gd name="connsiteY29" fmla="*/ 43500 h 585247"/>
              <a:gd name="connsiteX30" fmla="*/ 1192176 w 6857857"/>
              <a:gd name="connsiteY30" fmla="*/ 71472 h 585247"/>
              <a:gd name="connsiteX31" fmla="*/ 1239575 w 6857857"/>
              <a:gd name="connsiteY31" fmla="*/ 43500 h 585247"/>
              <a:gd name="connsiteX32" fmla="*/ 1250303 w 6857857"/>
              <a:gd name="connsiteY32" fmla="*/ 32191 h 585247"/>
              <a:gd name="connsiteX33" fmla="*/ 1323766 w 6857857"/>
              <a:gd name="connsiteY33" fmla="*/ 0 h 585247"/>
              <a:gd name="connsiteX34" fmla="*/ 1397269 w 6857857"/>
              <a:gd name="connsiteY34" fmla="*/ 32191 h 585247"/>
              <a:gd name="connsiteX35" fmla="*/ 1407996 w 6857857"/>
              <a:gd name="connsiteY35" fmla="*/ 43500 h 585247"/>
              <a:gd name="connsiteX36" fmla="*/ 1455356 w 6857857"/>
              <a:gd name="connsiteY36" fmla="*/ 71472 h 585247"/>
              <a:gd name="connsiteX37" fmla="*/ 1502716 w 6857857"/>
              <a:gd name="connsiteY37" fmla="*/ 43500 h 585247"/>
              <a:gd name="connsiteX38" fmla="*/ 1513443 w 6857857"/>
              <a:gd name="connsiteY38" fmla="*/ 32191 h 585247"/>
              <a:gd name="connsiteX39" fmla="*/ 1586946 w 6857857"/>
              <a:gd name="connsiteY39" fmla="*/ 0 h 585247"/>
              <a:gd name="connsiteX40" fmla="*/ 1660449 w 6857857"/>
              <a:gd name="connsiteY40" fmla="*/ 32191 h 585247"/>
              <a:gd name="connsiteX41" fmla="*/ 1671176 w 6857857"/>
              <a:gd name="connsiteY41" fmla="*/ 43500 h 585247"/>
              <a:gd name="connsiteX42" fmla="*/ 1718536 w 6857857"/>
              <a:gd name="connsiteY42" fmla="*/ 71472 h 585247"/>
              <a:gd name="connsiteX43" fmla="*/ 1765895 w 6857857"/>
              <a:gd name="connsiteY43" fmla="*/ 43500 h 585247"/>
              <a:gd name="connsiteX44" fmla="*/ 1776623 w 6857857"/>
              <a:gd name="connsiteY44" fmla="*/ 32191 h 585247"/>
              <a:gd name="connsiteX45" fmla="*/ 1850126 w 6857857"/>
              <a:gd name="connsiteY45" fmla="*/ 0 h 585247"/>
              <a:gd name="connsiteX46" fmla="*/ 1923589 w 6857857"/>
              <a:gd name="connsiteY46" fmla="*/ 32191 h 585247"/>
              <a:gd name="connsiteX47" fmla="*/ 1934316 w 6857857"/>
              <a:gd name="connsiteY47" fmla="*/ 43500 h 585247"/>
              <a:gd name="connsiteX48" fmla="*/ 1981716 w 6857857"/>
              <a:gd name="connsiteY48" fmla="*/ 71472 h 585247"/>
              <a:gd name="connsiteX49" fmla="*/ 2029075 w 6857857"/>
              <a:gd name="connsiteY49" fmla="*/ 43500 h 585247"/>
              <a:gd name="connsiteX50" fmla="*/ 2039803 w 6857857"/>
              <a:gd name="connsiteY50" fmla="*/ 32191 h 585247"/>
              <a:gd name="connsiteX51" fmla="*/ 2113306 w 6857857"/>
              <a:gd name="connsiteY51" fmla="*/ 0 h 585247"/>
              <a:gd name="connsiteX52" fmla="*/ 2186769 w 6857857"/>
              <a:gd name="connsiteY52" fmla="*/ 32191 h 585247"/>
              <a:gd name="connsiteX53" fmla="*/ 2197496 w 6857857"/>
              <a:gd name="connsiteY53" fmla="*/ 43500 h 585247"/>
              <a:gd name="connsiteX54" fmla="*/ 2244895 w 6857857"/>
              <a:gd name="connsiteY54" fmla="*/ 71472 h 585247"/>
              <a:gd name="connsiteX55" fmla="*/ 2292255 w 6857857"/>
              <a:gd name="connsiteY55" fmla="*/ 43500 h 585247"/>
              <a:gd name="connsiteX56" fmla="*/ 2302983 w 6857857"/>
              <a:gd name="connsiteY56" fmla="*/ 32191 h 585247"/>
              <a:gd name="connsiteX57" fmla="*/ 2376485 w 6857857"/>
              <a:gd name="connsiteY57" fmla="*/ 0 h 585247"/>
              <a:gd name="connsiteX58" fmla="*/ 2449948 w 6857857"/>
              <a:gd name="connsiteY58" fmla="*/ 32191 h 585247"/>
              <a:gd name="connsiteX59" fmla="*/ 2460676 w 6857857"/>
              <a:gd name="connsiteY59" fmla="*/ 43500 h 585247"/>
              <a:gd name="connsiteX60" fmla="*/ 2508035 w 6857857"/>
              <a:gd name="connsiteY60" fmla="*/ 71472 h 585247"/>
              <a:gd name="connsiteX61" fmla="*/ 2555435 w 6857857"/>
              <a:gd name="connsiteY61" fmla="*/ 43500 h 585247"/>
              <a:gd name="connsiteX62" fmla="*/ 2566162 w 6857857"/>
              <a:gd name="connsiteY62" fmla="*/ 32191 h 585247"/>
              <a:gd name="connsiteX63" fmla="*/ 2639665 w 6857857"/>
              <a:gd name="connsiteY63" fmla="*/ 0 h 585247"/>
              <a:gd name="connsiteX64" fmla="*/ 2713128 w 6857857"/>
              <a:gd name="connsiteY64" fmla="*/ 32191 h 585247"/>
              <a:gd name="connsiteX65" fmla="*/ 2723856 w 6857857"/>
              <a:gd name="connsiteY65" fmla="*/ 43500 h 585247"/>
              <a:gd name="connsiteX66" fmla="*/ 2771215 w 6857857"/>
              <a:gd name="connsiteY66" fmla="*/ 71472 h 585247"/>
              <a:gd name="connsiteX67" fmla="*/ 2818615 w 6857857"/>
              <a:gd name="connsiteY67" fmla="*/ 43500 h 585247"/>
              <a:gd name="connsiteX68" fmla="*/ 2829342 w 6857857"/>
              <a:gd name="connsiteY68" fmla="*/ 32191 h 585247"/>
              <a:gd name="connsiteX69" fmla="*/ 2902805 w 6857857"/>
              <a:gd name="connsiteY69" fmla="*/ 0 h 585247"/>
              <a:gd name="connsiteX70" fmla="*/ 2976308 w 6857857"/>
              <a:gd name="connsiteY70" fmla="*/ 32191 h 585247"/>
              <a:gd name="connsiteX71" fmla="*/ 2987035 w 6857857"/>
              <a:gd name="connsiteY71" fmla="*/ 43500 h 585247"/>
              <a:gd name="connsiteX72" fmla="*/ 3034435 w 6857857"/>
              <a:gd name="connsiteY72" fmla="*/ 71472 h 585247"/>
              <a:gd name="connsiteX73" fmla="*/ 3081794 w 6857857"/>
              <a:gd name="connsiteY73" fmla="*/ 43500 h 585247"/>
              <a:gd name="connsiteX74" fmla="*/ 3092522 w 6857857"/>
              <a:gd name="connsiteY74" fmla="*/ 32191 h 585247"/>
              <a:gd name="connsiteX75" fmla="*/ 3166025 w 6857857"/>
              <a:gd name="connsiteY75" fmla="*/ 0 h 585247"/>
              <a:gd name="connsiteX76" fmla="*/ 3239488 w 6857857"/>
              <a:gd name="connsiteY76" fmla="*/ 32191 h 585247"/>
              <a:gd name="connsiteX77" fmla="*/ 3250215 w 6857857"/>
              <a:gd name="connsiteY77" fmla="*/ 43500 h 585247"/>
              <a:gd name="connsiteX78" fmla="*/ 3297615 w 6857857"/>
              <a:gd name="connsiteY78" fmla="*/ 71472 h 585247"/>
              <a:gd name="connsiteX79" fmla="*/ 3344974 w 6857857"/>
              <a:gd name="connsiteY79" fmla="*/ 43500 h 585247"/>
              <a:gd name="connsiteX80" fmla="*/ 3355702 w 6857857"/>
              <a:gd name="connsiteY80" fmla="*/ 32191 h 585247"/>
              <a:gd name="connsiteX81" fmla="*/ 3429165 w 6857857"/>
              <a:gd name="connsiteY81" fmla="*/ 0 h 585247"/>
              <a:gd name="connsiteX82" fmla="*/ 3502668 w 6857857"/>
              <a:gd name="connsiteY82" fmla="*/ 32191 h 585247"/>
              <a:gd name="connsiteX83" fmla="*/ 3513395 w 6857857"/>
              <a:gd name="connsiteY83" fmla="*/ 43500 h 585247"/>
              <a:gd name="connsiteX84" fmla="*/ 3560794 w 6857857"/>
              <a:gd name="connsiteY84" fmla="*/ 71472 h 585247"/>
              <a:gd name="connsiteX85" fmla="*/ 3608154 w 6857857"/>
              <a:gd name="connsiteY85" fmla="*/ 43500 h 585247"/>
              <a:gd name="connsiteX86" fmla="*/ 3618882 w 6857857"/>
              <a:gd name="connsiteY86" fmla="*/ 32191 h 585247"/>
              <a:gd name="connsiteX87" fmla="*/ 3692385 w 6857857"/>
              <a:gd name="connsiteY87" fmla="*/ 0 h 585247"/>
              <a:gd name="connsiteX88" fmla="*/ 3765848 w 6857857"/>
              <a:gd name="connsiteY88" fmla="*/ 32191 h 585247"/>
              <a:gd name="connsiteX89" fmla="*/ 3776575 w 6857857"/>
              <a:gd name="connsiteY89" fmla="*/ 43500 h 585247"/>
              <a:gd name="connsiteX90" fmla="*/ 3823974 w 6857857"/>
              <a:gd name="connsiteY90" fmla="*/ 71472 h 585247"/>
              <a:gd name="connsiteX91" fmla="*/ 3871334 w 6857857"/>
              <a:gd name="connsiteY91" fmla="*/ 43500 h 585247"/>
              <a:gd name="connsiteX92" fmla="*/ 3882061 w 6857857"/>
              <a:gd name="connsiteY92" fmla="*/ 32191 h 585247"/>
              <a:gd name="connsiteX93" fmla="*/ 3955564 w 6857857"/>
              <a:gd name="connsiteY93" fmla="*/ 0 h 585247"/>
              <a:gd name="connsiteX94" fmla="*/ 4029067 w 6857857"/>
              <a:gd name="connsiteY94" fmla="*/ 32191 h 585247"/>
              <a:gd name="connsiteX95" fmla="*/ 4039795 w 6857857"/>
              <a:gd name="connsiteY95" fmla="*/ 43500 h 585247"/>
              <a:gd name="connsiteX96" fmla="*/ 4087154 w 6857857"/>
              <a:gd name="connsiteY96" fmla="*/ 71472 h 585247"/>
              <a:gd name="connsiteX97" fmla="*/ 4134554 w 6857857"/>
              <a:gd name="connsiteY97" fmla="*/ 43500 h 585247"/>
              <a:gd name="connsiteX98" fmla="*/ 4145281 w 6857857"/>
              <a:gd name="connsiteY98" fmla="*/ 32191 h 585247"/>
              <a:gd name="connsiteX99" fmla="*/ 4218744 w 6857857"/>
              <a:gd name="connsiteY99" fmla="*/ 0 h 585247"/>
              <a:gd name="connsiteX100" fmla="*/ 4292247 w 6857857"/>
              <a:gd name="connsiteY100" fmla="*/ 32191 h 585247"/>
              <a:gd name="connsiteX101" fmla="*/ 4302975 w 6857857"/>
              <a:gd name="connsiteY101" fmla="*/ 43500 h 585247"/>
              <a:gd name="connsiteX102" fmla="*/ 4350334 w 6857857"/>
              <a:gd name="connsiteY102" fmla="*/ 71472 h 585247"/>
              <a:gd name="connsiteX103" fmla="*/ 4397733 w 6857857"/>
              <a:gd name="connsiteY103" fmla="*/ 43500 h 585247"/>
              <a:gd name="connsiteX104" fmla="*/ 4408461 w 6857857"/>
              <a:gd name="connsiteY104" fmla="*/ 32191 h 585247"/>
              <a:gd name="connsiteX105" fmla="*/ 4481924 w 6857857"/>
              <a:gd name="connsiteY105" fmla="*/ 0 h 585247"/>
              <a:gd name="connsiteX106" fmla="*/ 4555387 w 6857857"/>
              <a:gd name="connsiteY106" fmla="*/ 32191 h 585247"/>
              <a:gd name="connsiteX107" fmla="*/ 4566115 w 6857857"/>
              <a:gd name="connsiteY107" fmla="*/ 43500 h 585247"/>
              <a:gd name="connsiteX108" fmla="*/ 4613514 w 6857857"/>
              <a:gd name="connsiteY108" fmla="*/ 71472 h 585247"/>
              <a:gd name="connsiteX109" fmla="*/ 4660873 w 6857857"/>
              <a:gd name="connsiteY109" fmla="*/ 43500 h 585247"/>
              <a:gd name="connsiteX110" fmla="*/ 4671601 w 6857857"/>
              <a:gd name="connsiteY110" fmla="*/ 32191 h 585247"/>
              <a:gd name="connsiteX111" fmla="*/ 4745064 w 6857857"/>
              <a:gd name="connsiteY111" fmla="*/ 0 h 585247"/>
              <a:gd name="connsiteX112" fmla="*/ 4818567 w 6857857"/>
              <a:gd name="connsiteY112" fmla="*/ 32191 h 585247"/>
              <a:gd name="connsiteX113" fmla="*/ 4829294 w 6857857"/>
              <a:gd name="connsiteY113" fmla="*/ 43500 h 585247"/>
              <a:gd name="connsiteX114" fmla="*/ 4876694 w 6857857"/>
              <a:gd name="connsiteY114" fmla="*/ 71472 h 585247"/>
              <a:gd name="connsiteX115" fmla="*/ 4924053 w 6857857"/>
              <a:gd name="connsiteY115" fmla="*/ 43500 h 585247"/>
              <a:gd name="connsiteX116" fmla="*/ 4934781 w 6857857"/>
              <a:gd name="connsiteY116" fmla="*/ 32191 h 585247"/>
              <a:gd name="connsiteX117" fmla="*/ 5008284 w 6857857"/>
              <a:gd name="connsiteY117" fmla="*/ 0 h 585247"/>
              <a:gd name="connsiteX118" fmla="*/ 5081747 w 6857857"/>
              <a:gd name="connsiteY118" fmla="*/ 32191 h 585247"/>
              <a:gd name="connsiteX119" fmla="*/ 5092474 w 6857857"/>
              <a:gd name="connsiteY119" fmla="*/ 43500 h 585247"/>
              <a:gd name="connsiteX120" fmla="*/ 5139834 w 6857857"/>
              <a:gd name="connsiteY120" fmla="*/ 71472 h 585247"/>
              <a:gd name="connsiteX121" fmla="*/ 5187233 w 6857857"/>
              <a:gd name="connsiteY121" fmla="*/ 43500 h 585247"/>
              <a:gd name="connsiteX122" fmla="*/ 5197961 w 6857857"/>
              <a:gd name="connsiteY122" fmla="*/ 32191 h 585247"/>
              <a:gd name="connsiteX123" fmla="*/ 5271424 w 6857857"/>
              <a:gd name="connsiteY123" fmla="*/ 0 h 585247"/>
              <a:gd name="connsiteX124" fmla="*/ 5344927 w 6857857"/>
              <a:gd name="connsiteY124" fmla="*/ 32191 h 585247"/>
              <a:gd name="connsiteX125" fmla="*/ 5355654 w 6857857"/>
              <a:gd name="connsiteY125" fmla="*/ 43500 h 585247"/>
              <a:gd name="connsiteX126" fmla="*/ 5403014 w 6857857"/>
              <a:gd name="connsiteY126" fmla="*/ 71472 h 585247"/>
              <a:gd name="connsiteX127" fmla="*/ 5450413 w 6857857"/>
              <a:gd name="connsiteY127" fmla="*/ 43500 h 585247"/>
              <a:gd name="connsiteX128" fmla="*/ 5461141 w 6857857"/>
              <a:gd name="connsiteY128" fmla="*/ 32191 h 585247"/>
              <a:gd name="connsiteX129" fmla="*/ 5534604 w 6857857"/>
              <a:gd name="connsiteY129" fmla="*/ 0 h 585247"/>
              <a:gd name="connsiteX130" fmla="*/ 5608106 w 6857857"/>
              <a:gd name="connsiteY130" fmla="*/ 32191 h 585247"/>
              <a:gd name="connsiteX131" fmla="*/ 5618834 w 6857857"/>
              <a:gd name="connsiteY131" fmla="*/ 43500 h 585247"/>
              <a:gd name="connsiteX132" fmla="*/ 5666233 w 6857857"/>
              <a:gd name="connsiteY132" fmla="*/ 71472 h 585247"/>
              <a:gd name="connsiteX133" fmla="*/ 5713593 w 6857857"/>
              <a:gd name="connsiteY133" fmla="*/ 43500 h 585247"/>
              <a:gd name="connsiteX134" fmla="*/ 5724320 w 6857857"/>
              <a:gd name="connsiteY134" fmla="*/ 32191 h 585247"/>
              <a:gd name="connsiteX135" fmla="*/ 5797823 w 6857857"/>
              <a:gd name="connsiteY135" fmla="*/ 0 h 585247"/>
              <a:gd name="connsiteX136" fmla="*/ 5871286 w 6857857"/>
              <a:gd name="connsiteY136" fmla="*/ 32191 h 585247"/>
              <a:gd name="connsiteX137" fmla="*/ 5882013 w 6857857"/>
              <a:gd name="connsiteY137" fmla="*/ 43500 h 585247"/>
              <a:gd name="connsiteX138" fmla="*/ 5929413 w 6857857"/>
              <a:gd name="connsiteY138" fmla="*/ 71472 h 585247"/>
              <a:gd name="connsiteX139" fmla="*/ 5976773 w 6857857"/>
              <a:gd name="connsiteY139" fmla="*/ 43500 h 585247"/>
              <a:gd name="connsiteX140" fmla="*/ 5987500 w 6857857"/>
              <a:gd name="connsiteY140" fmla="*/ 32191 h 585247"/>
              <a:gd name="connsiteX141" fmla="*/ 6061003 w 6857857"/>
              <a:gd name="connsiteY141" fmla="*/ 0 h 585247"/>
              <a:gd name="connsiteX142" fmla="*/ 6134506 w 6857857"/>
              <a:gd name="connsiteY142" fmla="*/ 32191 h 585247"/>
              <a:gd name="connsiteX143" fmla="*/ 6145233 w 6857857"/>
              <a:gd name="connsiteY143" fmla="*/ 43500 h 585247"/>
              <a:gd name="connsiteX144" fmla="*/ 6192593 w 6857857"/>
              <a:gd name="connsiteY144" fmla="*/ 71472 h 585247"/>
              <a:gd name="connsiteX145" fmla="*/ 6239992 w 6857857"/>
              <a:gd name="connsiteY145" fmla="*/ 43500 h 585247"/>
              <a:gd name="connsiteX146" fmla="*/ 6250720 w 6857857"/>
              <a:gd name="connsiteY146" fmla="*/ 32191 h 585247"/>
              <a:gd name="connsiteX147" fmla="*/ 6324222 w 6857857"/>
              <a:gd name="connsiteY147" fmla="*/ 0 h 585247"/>
              <a:gd name="connsiteX148" fmla="*/ 6397686 w 6857857"/>
              <a:gd name="connsiteY148" fmla="*/ 32191 h 585247"/>
              <a:gd name="connsiteX149" fmla="*/ 6408413 w 6857857"/>
              <a:gd name="connsiteY149" fmla="*/ 43500 h 585247"/>
              <a:gd name="connsiteX150" fmla="*/ 6455812 w 6857857"/>
              <a:gd name="connsiteY150" fmla="*/ 71472 h 585247"/>
              <a:gd name="connsiteX151" fmla="*/ 6503212 w 6857857"/>
              <a:gd name="connsiteY151" fmla="*/ 43500 h 585247"/>
              <a:gd name="connsiteX152" fmla="*/ 6513939 w 6857857"/>
              <a:gd name="connsiteY152" fmla="*/ 32191 h 585247"/>
              <a:gd name="connsiteX153" fmla="*/ 6587442 w 6857857"/>
              <a:gd name="connsiteY153" fmla="*/ 0 h 585247"/>
              <a:gd name="connsiteX154" fmla="*/ 6660905 w 6857857"/>
              <a:gd name="connsiteY154" fmla="*/ 32191 h 585247"/>
              <a:gd name="connsiteX155" fmla="*/ 6671632 w 6857857"/>
              <a:gd name="connsiteY155" fmla="*/ 43500 h 585247"/>
              <a:gd name="connsiteX156" fmla="*/ 6719032 w 6857857"/>
              <a:gd name="connsiteY156" fmla="*/ 71472 h 585247"/>
              <a:gd name="connsiteX157" fmla="*/ 6766392 w 6857857"/>
              <a:gd name="connsiteY157" fmla="*/ 43500 h 585247"/>
              <a:gd name="connsiteX158" fmla="*/ 6777119 w 6857857"/>
              <a:gd name="connsiteY158" fmla="*/ 32191 h 585247"/>
              <a:gd name="connsiteX159" fmla="*/ 6850622 w 6857857"/>
              <a:gd name="connsiteY159" fmla="*/ 0 h 585247"/>
              <a:gd name="connsiteX160" fmla="*/ 6857857 w 6857857"/>
              <a:gd name="connsiteY160" fmla="*/ 1637 h 585247"/>
              <a:gd name="connsiteX161" fmla="*/ 6857857 w 6857857"/>
              <a:gd name="connsiteY161" fmla="*/ 585247 h 585247"/>
              <a:gd name="connsiteX162" fmla="*/ 0 w 6857857"/>
              <a:gd name="connsiteY162" fmla="*/ 585247 h 58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857857" h="585247">
                <a:moveTo>
                  <a:pt x="0" y="585247"/>
                </a:moveTo>
                <a:lnTo>
                  <a:pt x="0" y="32191"/>
                </a:lnTo>
                <a:lnTo>
                  <a:pt x="7946" y="32191"/>
                </a:lnTo>
                <a:lnTo>
                  <a:pt x="7946" y="0"/>
                </a:ln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7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1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4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7" y="32191"/>
                </a:cubicBezTo>
                <a:cubicBezTo>
                  <a:pt x="4822381" y="35984"/>
                  <a:pt x="4825917" y="39848"/>
                  <a:pt x="4829294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1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7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6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1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6" y="0"/>
                  <a:pt x="5534604" y="0"/>
                </a:cubicBezTo>
                <a:cubicBezTo>
                  <a:pt x="5570441" y="0"/>
                  <a:pt x="5591817" y="15847"/>
                  <a:pt x="5608106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8" y="61900"/>
                  <a:pt x="5713593" y="43500"/>
                </a:cubicBezTo>
                <a:cubicBezTo>
                  <a:pt x="5716970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3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6" y="39848"/>
                  <a:pt x="5882013" y="43500"/>
                </a:cubicBezTo>
                <a:cubicBezTo>
                  <a:pt x="5898939" y="61900"/>
                  <a:pt x="5908753" y="71472"/>
                  <a:pt x="5929413" y="71472"/>
                </a:cubicBezTo>
                <a:cubicBezTo>
                  <a:pt x="5950073" y="71472"/>
                  <a:pt x="5959887" y="61900"/>
                  <a:pt x="5976773" y="43500"/>
                </a:cubicBezTo>
                <a:cubicBezTo>
                  <a:pt x="5980150" y="39848"/>
                  <a:pt x="5983686" y="35984"/>
                  <a:pt x="5987500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lnTo>
                  <a:pt x="6857857" y="1637"/>
                </a:lnTo>
                <a:lnTo>
                  <a:pt x="6857857" y="585247"/>
                </a:lnTo>
                <a:lnTo>
                  <a:pt x="0" y="58524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11696" cy="530352"/>
          </a:xfrm>
        </p:spPr>
        <p:txBody>
          <a:bodyPr anchor="b"/>
          <a:lstStyle>
            <a:lvl1pPr>
              <a:lnSpc>
                <a:spcPct val="89000"/>
              </a:lnSpc>
              <a:defRPr sz="34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20529D69-1F8C-412D-B25D-ED4E6D8B19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61872"/>
            <a:ext cx="6711696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82" name="Content Placeholder 5">
            <a:extLst>
              <a:ext uri="{FF2B5EF4-FFF2-40B4-BE49-F238E27FC236}">
                <a16:creationId xmlns:a16="http://schemas.microsoft.com/office/drawing/2014/main" id="{7F6D5902-0148-4626-8E7B-1250AD5DAA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1" name="Content Placeholder 2">
            <a:extLst>
              <a:ext uri="{FF2B5EF4-FFF2-40B4-BE49-F238E27FC236}">
                <a16:creationId xmlns:a16="http://schemas.microsoft.com/office/drawing/2014/main" id="{C767FD6E-ECBC-4D4B-AFB3-47E9DE99F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231136"/>
            <a:ext cx="30449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2707AD-1A2B-4F2A-A77B-46379CCA7B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3920" y="2148840"/>
            <a:ext cx="2743200" cy="4023360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4224"/>
            <a:ext cx="6711696" cy="109728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9A61E-3DDD-42DC-A125-5FEA2DED2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63913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4B9F80-B9DD-44FF-B3E5-9A3F7C50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flipH="1">
            <a:off x="8553248" y="0"/>
            <a:ext cx="36387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0DE581-BB61-40E3-A8A7-CF426CCDE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rot="16200000" flipH="1">
            <a:off x="4831696" y="3136449"/>
            <a:ext cx="6857857" cy="585247"/>
          </a:xfrm>
          <a:custGeom>
            <a:avLst/>
            <a:gdLst>
              <a:gd name="connsiteX0" fmla="*/ 0 w 6857857"/>
              <a:gd name="connsiteY0" fmla="*/ 585247 h 585247"/>
              <a:gd name="connsiteX1" fmla="*/ 0 w 6857857"/>
              <a:gd name="connsiteY1" fmla="*/ 32191 h 585247"/>
              <a:gd name="connsiteX2" fmla="*/ 7946 w 6857857"/>
              <a:gd name="connsiteY2" fmla="*/ 32191 h 585247"/>
              <a:gd name="connsiteX3" fmla="*/ 7946 w 6857857"/>
              <a:gd name="connsiteY3" fmla="*/ 0 h 585247"/>
              <a:gd name="connsiteX4" fmla="*/ 81449 w 6857857"/>
              <a:gd name="connsiteY4" fmla="*/ 32191 h 585247"/>
              <a:gd name="connsiteX5" fmla="*/ 92177 w 6857857"/>
              <a:gd name="connsiteY5" fmla="*/ 43500 h 585247"/>
              <a:gd name="connsiteX6" fmla="*/ 139536 w 6857857"/>
              <a:gd name="connsiteY6" fmla="*/ 71472 h 585247"/>
              <a:gd name="connsiteX7" fmla="*/ 186896 w 6857857"/>
              <a:gd name="connsiteY7" fmla="*/ 43500 h 585247"/>
              <a:gd name="connsiteX8" fmla="*/ 197623 w 6857857"/>
              <a:gd name="connsiteY8" fmla="*/ 32191 h 585247"/>
              <a:gd name="connsiteX9" fmla="*/ 271126 w 6857857"/>
              <a:gd name="connsiteY9" fmla="*/ 0 h 585247"/>
              <a:gd name="connsiteX10" fmla="*/ 344589 w 6857857"/>
              <a:gd name="connsiteY10" fmla="*/ 32191 h 585247"/>
              <a:gd name="connsiteX11" fmla="*/ 355317 w 6857857"/>
              <a:gd name="connsiteY11" fmla="*/ 43500 h 585247"/>
              <a:gd name="connsiteX12" fmla="*/ 402676 w 6857857"/>
              <a:gd name="connsiteY12" fmla="*/ 71472 h 585247"/>
              <a:gd name="connsiteX13" fmla="*/ 450076 w 6857857"/>
              <a:gd name="connsiteY13" fmla="*/ 43500 h 585247"/>
              <a:gd name="connsiteX14" fmla="*/ 460803 w 6857857"/>
              <a:gd name="connsiteY14" fmla="*/ 32191 h 585247"/>
              <a:gd name="connsiteX15" fmla="*/ 534266 w 6857857"/>
              <a:gd name="connsiteY15" fmla="*/ 0 h 585247"/>
              <a:gd name="connsiteX16" fmla="*/ 607769 w 6857857"/>
              <a:gd name="connsiteY16" fmla="*/ 32191 h 585247"/>
              <a:gd name="connsiteX17" fmla="*/ 618496 w 6857857"/>
              <a:gd name="connsiteY17" fmla="*/ 43500 h 585247"/>
              <a:gd name="connsiteX18" fmla="*/ 665856 w 6857857"/>
              <a:gd name="connsiteY18" fmla="*/ 71472 h 585247"/>
              <a:gd name="connsiteX19" fmla="*/ 713216 w 6857857"/>
              <a:gd name="connsiteY19" fmla="*/ 43500 h 585247"/>
              <a:gd name="connsiteX20" fmla="*/ 723943 w 6857857"/>
              <a:gd name="connsiteY20" fmla="*/ 32191 h 585247"/>
              <a:gd name="connsiteX21" fmla="*/ 797446 w 6857857"/>
              <a:gd name="connsiteY21" fmla="*/ 0 h 585247"/>
              <a:gd name="connsiteX22" fmla="*/ 870909 w 6857857"/>
              <a:gd name="connsiteY22" fmla="*/ 32191 h 585247"/>
              <a:gd name="connsiteX23" fmla="*/ 881637 w 6857857"/>
              <a:gd name="connsiteY23" fmla="*/ 43500 h 585247"/>
              <a:gd name="connsiteX24" fmla="*/ 929036 w 6857857"/>
              <a:gd name="connsiteY24" fmla="*/ 71472 h 585247"/>
              <a:gd name="connsiteX25" fmla="*/ 976396 w 6857857"/>
              <a:gd name="connsiteY25" fmla="*/ 43500 h 585247"/>
              <a:gd name="connsiteX26" fmla="*/ 987123 w 6857857"/>
              <a:gd name="connsiteY26" fmla="*/ 32191 h 585247"/>
              <a:gd name="connsiteX27" fmla="*/ 1060586 w 6857857"/>
              <a:gd name="connsiteY27" fmla="*/ 0 h 585247"/>
              <a:gd name="connsiteX28" fmla="*/ 1134089 w 6857857"/>
              <a:gd name="connsiteY28" fmla="*/ 32191 h 585247"/>
              <a:gd name="connsiteX29" fmla="*/ 1144816 w 6857857"/>
              <a:gd name="connsiteY29" fmla="*/ 43500 h 585247"/>
              <a:gd name="connsiteX30" fmla="*/ 1192176 w 6857857"/>
              <a:gd name="connsiteY30" fmla="*/ 71472 h 585247"/>
              <a:gd name="connsiteX31" fmla="*/ 1239575 w 6857857"/>
              <a:gd name="connsiteY31" fmla="*/ 43500 h 585247"/>
              <a:gd name="connsiteX32" fmla="*/ 1250303 w 6857857"/>
              <a:gd name="connsiteY32" fmla="*/ 32191 h 585247"/>
              <a:gd name="connsiteX33" fmla="*/ 1323766 w 6857857"/>
              <a:gd name="connsiteY33" fmla="*/ 0 h 585247"/>
              <a:gd name="connsiteX34" fmla="*/ 1397269 w 6857857"/>
              <a:gd name="connsiteY34" fmla="*/ 32191 h 585247"/>
              <a:gd name="connsiteX35" fmla="*/ 1407996 w 6857857"/>
              <a:gd name="connsiteY35" fmla="*/ 43500 h 585247"/>
              <a:gd name="connsiteX36" fmla="*/ 1455356 w 6857857"/>
              <a:gd name="connsiteY36" fmla="*/ 71472 h 585247"/>
              <a:gd name="connsiteX37" fmla="*/ 1502716 w 6857857"/>
              <a:gd name="connsiteY37" fmla="*/ 43500 h 585247"/>
              <a:gd name="connsiteX38" fmla="*/ 1513443 w 6857857"/>
              <a:gd name="connsiteY38" fmla="*/ 32191 h 585247"/>
              <a:gd name="connsiteX39" fmla="*/ 1586946 w 6857857"/>
              <a:gd name="connsiteY39" fmla="*/ 0 h 585247"/>
              <a:gd name="connsiteX40" fmla="*/ 1660449 w 6857857"/>
              <a:gd name="connsiteY40" fmla="*/ 32191 h 585247"/>
              <a:gd name="connsiteX41" fmla="*/ 1671176 w 6857857"/>
              <a:gd name="connsiteY41" fmla="*/ 43500 h 585247"/>
              <a:gd name="connsiteX42" fmla="*/ 1718536 w 6857857"/>
              <a:gd name="connsiteY42" fmla="*/ 71472 h 585247"/>
              <a:gd name="connsiteX43" fmla="*/ 1765895 w 6857857"/>
              <a:gd name="connsiteY43" fmla="*/ 43500 h 585247"/>
              <a:gd name="connsiteX44" fmla="*/ 1776623 w 6857857"/>
              <a:gd name="connsiteY44" fmla="*/ 32191 h 585247"/>
              <a:gd name="connsiteX45" fmla="*/ 1850126 w 6857857"/>
              <a:gd name="connsiteY45" fmla="*/ 0 h 585247"/>
              <a:gd name="connsiteX46" fmla="*/ 1923589 w 6857857"/>
              <a:gd name="connsiteY46" fmla="*/ 32191 h 585247"/>
              <a:gd name="connsiteX47" fmla="*/ 1934316 w 6857857"/>
              <a:gd name="connsiteY47" fmla="*/ 43500 h 585247"/>
              <a:gd name="connsiteX48" fmla="*/ 1981716 w 6857857"/>
              <a:gd name="connsiteY48" fmla="*/ 71472 h 585247"/>
              <a:gd name="connsiteX49" fmla="*/ 2029075 w 6857857"/>
              <a:gd name="connsiteY49" fmla="*/ 43500 h 585247"/>
              <a:gd name="connsiteX50" fmla="*/ 2039803 w 6857857"/>
              <a:gd name="connsiteY50" fmla="*/ 32191 h 585247"/>
              <a:gd name="connsiteX51" fmla="*/ 2113306 w 6857857"/>
              <a:gd name="connsiteY51" fmla="*/ 0 h 585247"/>
              <a:gd name="connsiteX52" fmla="*/ 2186769 w 6857857"/>
              <a:gd name="connsiteY52" fmla="*/ 32191 h 585247"/>
              <a:gd name="connsiteX53" fmla="*/ 2197496 w 6857857"/>
              <a:gd name="connsiteY53" fmla="*/ 43500 h 585247"/>
              <a:gd name="connsiteX54" fmla="*/ 2244895 w 6857857"/>
              <a:gd name="connsiteY54" fmla="*/ 71472 h 585247"/>
              <a:gd name="connsiteX55" fmla="*/ 2292255 w 6857857"/>
              <a:gd name="connsiteY55" fmla="*/ 43500 h 585247"/>
              <a:gd name="connsiteX56" fmla="*/ 2302983 w 6857857"/>
              <a:gd name="connsiteY56" fmla="*/ 32191 h 585247"/>
              <a:gd name="connsiteX57" fmla="*/ 2376485 w 6857857"/>
              <a:gd name="connsiteY57" fmla="*/ 0 h 585247"/>
              <a:gd name="connsiteX58" fmla="*/ 2449948 w 6857857"/>
              <a:gd name="connsiteY58" fmla="*/ 32191 h 585247"/>
              <a:gd name="connsiteX59" fmla="*/ 2460676 w 6857857"/>
              <a:gd name="connsiteY59" fmla="*/ 43500 h 585247"/>
              <a:gd name="connsiteX60" fmla="*/ 2508035 w 6857857"/>
              <a:gd name="connsiteY60" fmla="*/ 71472 h 585247"/>
              <a:gd name="connsiteX61" fmla="*/ 2555435 w 6857857"/>
              <a:gd name="connsiteY61" fmla="*/ 43500 h 585247"/>
              <a:gd name="connsiteX62" fmla="*/ 2566162 w 6857857"/>
              <a:gd name="connsiteY62" fmla="*/ 32191 h 585247"/>
              <a:gd name="connsiteX63" fmla="*/ 2639665 w 6857857"/>
              <a:gd name="connsiteY63" fmla="*/ 0 h 585247"/>
              <a:gd name="connsiteX64" fmla="*/ 2713128 w 6857857"/>
              <a:gd name="connsiteY64" fmla="*/ 32191 h 585247"/>
              <a:gd name="connsiteX65" fmla="*/ 2723856 w 6857857"/>
              <a:gd name="connsiteY65" fmla="*/ 43500 h 585247"/>
              <a:gd name="connsiteX66" fmla="*/ 2771215 w 6857857"/>
              <a:gd name="connsiteY66" fmla="*/ 71472 h 585247"/>
              <a:gd name="connsiteX67" fmla="*/ 2818615 w 6857857"/>
              <a:gd name="connsiteY67" fmla="*/ 43500 h 585247"/>
              <a:gd name="connsiteX68" fmla="*/ 2829342 w 6857857"/>
              <a:gd name="connsiteY68" fmla="*/ 32191 h 585247"/>
              <a:gd name="connsiteX69" fmla="*/ 2902805 w 6857857"/>
              <a:gd name="connsiteY69" fmla="*/ 0 h 585247"/>
              <a:gd name="connsiteX70" fmla="*/ 2976308 w 6857857"/>
              <a:gd name="connsiteY70" fmla="*/ 32191 h 585247"/>
              <a:gd name="connsiteX71" fmla="*/ 2987035 w 6857857"/>
              <a:gd name="connsiteY71" fmla="*/ 43500 h 585247"/>
              <a:gd name="connsiteX72" fmla="*/ 3034435 w 6857857"/>
              <a:gd name="connsiteY72" fmla="*/ 71472 h 585247"/>
              <a:gd name="connsiteX73" fmla="*/ 3081794 w 6857857"/>
              <a:gd name="connsiteY73" fmla="*/ 43500 h 585247"/>
              <a:gd name="connsiteX74" fmla="*/ 3092522 w 6857857"/>
              <a:gd name="connsiteY74" fmla="*/ 32191 h 585247"/>
              <a:gd name="connsiteX75" fmla="*/ 3166025 w 6857857"/>
              <a:gd name="connsiteY75" fmla="*/ 0 h 585247"/>
              <a:gd name="connsiteX76" fmla="*/ 3239488 w 6857857"/>
              <a:gd name="connsiteY76" fmla="*/ 32191 h 585247"/>
              <a:gd name="connsiteX77" fmla="*/ 3250215 w 6857857"/>
              <a:gd name="connsiteY77" fmla="*/ 43500 h 585247"/>
              <a:gd name="connsiteX78" fmla="*/ 3297615 w 6857857"/>
              <a:gd name="connsiteY78" fmla="*/ 71472 h 585247"/>
              <a:gd name="connsiteX79" fmla="*/ 3344974 w 6857857"/>
              <a:gd name="connsiteY79" fmla="*/ 43500 h 585247"/>
              <a:gd name="connsiteX80" fmla="*/ 3355702 w 6857857"/>
              <a:gd name="connsiteY80" fmla="*/ 32191 h 585247"/>
              <a:gd name="connsiteX81" fmla="*/ 3429165 w 6857857"/>
              <a:gd name="connsiteY81" fmla="*/ 0 h 585247"/>
              <a:gd name="connsiteX82" fmla="*/ 3502668 w 6857857"/>
              <a:gd name="connsiteY82" fmla="*/ 32191 h 585247"/>
              <a:gd name="connsiteX83" fmla="*/ 3513395 w 6857857"/>
              <a:gd name="connsiteY83" fmla="*/ 43500 h 585247"/>
              <a:gd name="connsiteX84" fmla="*/ 3560794 w 6857857"/>
              <a:gd name="connsiteY84" fmla="*/ 71472 h 585247"/>
              <a:gd name="connsiteX85" fmla="*/ 3608154 w 6857857"/>
              <a:gd name="connsiteY85" fmla="*/ 43500 h 585247"/>
              <a:gd name="connsiteX86" fmla="*/ 3618882 w 6857857"/>
              <a:gd name="connsiteY86" fmla="*/ 32191 h 585247"/>
              <a:gd name="connsiteX87" fmla="*/ 3692385 w 6857857"/>
              <a:gd name="connsiteY87" fmla="*/ 0 h 585247"/>
              <a:gd name="connsiteX88" fmla="*/ 3765848 w 6857857"/>
              <a:gd name="connsiteY88" fmla="*/ 32191 h 585247"/>
              <a:gd name="connsiteX89" fmla="*/ 3776575 w 6857857"/>
              <a:gd name="connsiteY89" fmla="*/ 43500 h 585247"/>
              <a:gd name="connsiteX90" fmla="*/ 3823974 w 6857857"/>
              <a:gd name="connsiteY90" fmla="*/ 71472 h 585247"/>
              <a:gd name="connsiteX91" fmla="*/ 3871334 w 6857857"/>
              <a:gd name="connsiteY91" fmla="*/ 43500 h 585247"/>
              <a:gd name="connsiteX92" fmla="*/ 3882061 w 6857857"/>
              <a:gd name="connsiteY92" fmla="*/ 32191 h 585247"/>
              <a:gd name="connsiteX93" fmla="*/ 3955564 w 6857857"/>
              <a:gd name="connsiteY93" fmla="*/ 0 h 585247"/>
              <a:gd name="connsiteX94" fmla="*/ 4029067 w 6857857"/>
              <a:gd name="connsiteY94" fmla="*/ 32191 h 585247"/>
              <a:gd name="connsiteX95" fmla="*/ 4039795 w 6857857"/>
              <a:gd name="connsiteY95" fmla="*/ 43500 h 585247"/>
              <a:gd name="connsiteX96" fmla="*/ 4087154 w 6857857"/>
              <a:gd name="connsiteY96" fmla="*/ 71472 h 585247"/>
              <a:gd name="connsiteX97" fmla="*/ 4134554 w 6857857"/>
              <a:gd name="connsiteY97" fmla="*/ 43500 h 585247"/>
              <a:gd name="connsiteX98" fmla="*/ 4145281 w 6857857"/>
              <a:gd name="connsiteY98" fmla="*/ 32191 h 585247"/>
              <a:gd name="connsiteX99" fmla="*/ 4218744 w 6857857"/>
              <a:gd name="connsiteY99" fmla="*/ 0 h 585247"/>
              <a:gd name="connsiteX100" fmla="*/ 4292247 w 6857857"/>
              <a:gd name="connsiteY100" fmla="*/ 32191 h 585247"/>
              <a:gd name="connsiteX101" fmla="*/ 4302975 w 6857857"/>
              <a:gd name="connsiteY101" fmla="*/ 43500 h 585247"/>
              <a:gd name="connsiteX102" fmla="*/ 4350334 w 6857857"/>
              <a:gd name="connsiteY102" fmla="*/ 71472 h 585247"/>
              <a:gd name="connsiteX103" fmla="*/ 4397733 w 6857857"/>
              <a:gd name="connsiteY103" fmla="*/ 43500 h 585247"/>
              <a:gd name="connsiteX104" fmla="*/ 4408461 w 6857857"/>
              <a:gd name="connsiteY104" fmla="*/ 32191 h 585247"/>
              <a:gd name="connsiteX105" fmla="*/ 4481924 w 6857857"/>
              <a:gd name="connsiteY105" fmla="*/ 0 h 585247"/>
              <a:gd name="connsiteX106" fmla="*/ 4555387 w 6857857"/>
              <a:gd name="connsiteY106" fmla="*/ 32191 h 585247"/>
              <a:gd name="connsiteX107" fmla="*/ 4566115 w 6857857"/>
              <a:gd name="connsiteY107" fmla="*/ 43500 h 585247"/>
              <a:gd name="connsiteX108" fmla="*/ 4613514 w 6857857"/>
              <a:gd name="connsiteY108" fmla="*/ 71472 h 585247"/>
              <a:gd name="connsiteX109" fmla="*/ 4660873 w 6857857"/>
              <a:gd name="connsiteY109" fmla="*/ 43500 h 585247"/>
              <a:gd name="connsiteX110" fmla="*/ 4671601 w 6857857"/>
              <a:gd name="connsiteY110" fmla="*/ 32191 h 585247"/>
              <a:gd name="connsiteX111" fmla="*/ 4745064 w 6857857"/>
              <a:gd name="connsiteY111" fmla="*/ 0 h 585247"/>
              <a:gd name="connsiteX112" fmla="*/ 4818567 w 6857857"/>
              <a:gd name="connsiteY112" fmla="*/ 32191 h 585247"/>
              <a:gd name="connsiteX113" fmla="*/ 4829294 w 6857857"/>
              <a:gd name="connsiteY113" fmla="*/ 43500 h 585247"/>
              <a:gd name="connsiteX114" fmla="*/ 4876694 w 6857857"/>
              <a:gd name="connsiteY114" fmla="*/ 71472 h 585247"/>
              <a:gd name="connsiteX115" fmla="*/ 4924053 w 6857857"/>
              <a:gd name="connsiteY115" fmla="*/ 43500 h 585247"/>
              <a:gd name="connsiteX116" fmla="*/ 4934781 w 6857857"/>
              <a:gd name="connsiteY116" fmla="*/ 32191 h 585247"/>
              <a:gd name="connsiteX117" fmla="*/ 5008284 w 6857857"/>
              <a:gd name="connsiteY117" fmla="*/ 0 h 585247"/>
              <a:gd name="connsiteX118" fmla="*/ 5081747 w 6857857"/>
              <a:gd name="connsiteY118" fmla="*/ 32191 h 585247"/>
              <a:gd name="connsiteX119" fmla="*/ 5092474 w 6857857"/>
              <a:gd name="connsiteY119" fmla="*/ 43500 h 585247"/>
              <a:gd name="connsiteX120" fmla="*/ 5139834 w 6857857"/>
              <a:gd name="connsiteY120" fmla="*/ 71472 h 585247"/>
              <a:gd name="connsiteX121" fmla="*/ 5187233 w 6857857"/>
              <a:gd name="connsiteY121" fmla="*/ 43500 h 585247"/>
              <a:gd name="connsiteX122" fmla="*/ 5197961 w 6857857"/>
              <a:gd name="connsiteY122" fmla="*/ 32191 h 585247"/>
              <a:gd name="connsiteX123" fmla="*/ 5271424 w 6857857"/>
              <a:gd name="connsiteY123" fmla="*/ 0 h 585247"/>
              <a:gd name="connsiteX124" fmla="*/ 5344927 w 6857857"/>
              <a:gd name="connsiteY124" fmla="*/ 32191 h 585247"/>
              <a:gd name="connsiteX125" fmla="*/ 5355654 w 6857857"/>
              <a:gd name="connsiteY125" fmla="*/ 43500 h 585247"/>
              <a:gd name="connsiteX126" fmla="*/ 5403014 w 6857857"/>
              <a:gd name="connsiteY126" fmla="*/ 71472 h 585247"/>
              <a:gd name="connsiteX127" fmla="*/ 5450413 w 6857857"/>
              <a:gd name="connsiteY127" fmla="*/ 43500 h 585247"/>
              <a:gd name="connsiteX128" fmla="*/ 5461141 w 6857857"/>
              <a:gd name="connsiteY128" fmla="*/ 32191 h 585247"/>
              <a:gd name="connsiteX129" fmla="*/ 5534604 w 6857857"/>
              <a:gd name="connsiteY129" fmla="*/ 0 h 585247"/>
              <a:gd name="connsiteX130" fmla="*/ 5608106 w 6857857"/>
              <a:gd name="connsiteY130" fmla="*/ 32191 h 585247"/>
              <a:gd name="connsiteX131" fmla="*/ 5618834 w 6857857"/>
              <a:gd name="connsiteY131" fmla="*/ 43500 h 585247"/>
              <a:gd name="connsiteX132" fmla="*/ 5666233 w 6857857"/>
              <a:gd name="connsiteY132" fmla="*/ 71472 h 585247"/>
              <a:gd name="connsiteX133" fmla="*/ 5713593 w 6857857"/>
              <a:gd name="connsiteY133" fmla="*/ 43500 h 585247"/>
              <a:gd name="connsiteX134" fmla="*/ 5724320 w 6857857"/>
              <a:gd name="connsiteY134" fmla="*/ 32191 h 585247"/>
              <a:gd name="connsiteX135" fmla="*/ 5797823 w 6857857"/>
              <a:gd name="connsiteY135" fmla="*/ 0 h 585247"/>
              <a:gd name="connsiteX136" fmla="*/ 5871286 w 6857857"/>
              <a:gd name="connsiteY136" fmla="*/ 32191 h 585247"/>
              <a:gd name="connsiteX137" fmla="*/ 5882013 w 6857857"/>
              <a:gd name="connsiteY137" fmla="*/ 43500 h 585247"/>
              <a:gd name="connsiteX138" fmla="*/ 5929413 w 6857857"/>
              <a:gd name="connsiteY138" fmla="*/ 71472 h 585247"/>
              <a:gd name="connsiteX139" fmla="*/ 5976773 w 6857857"/>
              <a:gd name="connsiteY139" fmla="*/ 43500 h 585247"/>
              <a:gd name="connsiteX140" fmla="*/ 5987500 w 6857857"/>
              <a:gd name="connsiteY140" fmla="*/ 32191 h 585247"/>
              <a:gd name="connsiteX141" fmla="*/ 6061003 w 6857857"/>
              <a:gd name="connsiteY141" fmla="*/ 0 h 585247"/>
              <a:gd name="connsiteX142" fmla="*/ 6134506 w 6857857"/>
              <a:gd name="connsiteY142" fmla="*/ 32191 h 585247"/>
              <a:gd name="connsiteX143" fmla="*/ 6145233 w 6857857"/>
              <a:gd name="connsiteY143" fmla="*/ 43500 h 585247"/>
              <a:gd name="connsiteX144" fmla="*/ 6192593 w 6857857"/>
              <a:gd name="connsiteY144" fmla="*/ 71472 h 585247"/>
              <a:gd name="connsiteX145" fmla="*/ 6239992 w 6857857"/>
              <a:gd name="connsiteY145" fmla="*/ 43500 h 585247"/>
              <a:gd name="connsiteX146" fmla="*/ 6250720 w 6857857"/>
              <a:gd name="connsiteY146" fmla="*/ 32191 h 585247"/>
              <a:gd name="connsiteX147" fmla="*/ 6324222 w 6857857"/>
              <a:gd name="connsiteY147" fmla="*/ 0 h 585247"/>
              <a:gd name="connsiteX148" fmla="*/ 6397686 w 6857857"/>
              <a:gd name="connsiteY148" fmla="*/ 32191 h 585247"/>
              <a:gd name="connsiteX149" fmla="*/ 6408413 w 6857857"/>
              <a:gd name="connsiteY149" fmla="*/ 43500 h 585247"/>
              <a:gd name="connsiteX150" fmla="*/ 6455812 w 6857857"/>
              <a:gd name="connsiteY150" fmla="*/ 71472 h 585247"/>
              <a:gd name="connsiteX151" fmla="*/ 6503212 w 6857857"/>
              <a:gd name="connsiteY151" fmla="*/ 43500 h 585247"/>
              <a:gd name="connsiteX152" fmla="*/ 6513939 w 6857857"/>
              <a:gd name="connsiteY152" fmla="*/ 32191 h 585247"/>
              <a:gd name="connsiteX153" fmla="*/ 6587442 w 6857857"/>
              <a:gd name="connsiteY153" fmla="*/ 0 h 585247"/>
              <a:gd name="connsiteX154" fmla="*/ 6660905 w 6857857"/>
              <a:gd name="connsiteY154" fmla="*/ 32191 h 585247"/>
              <a:gd name="connsiteX155" fmla="*/ 6671632 w 6857857"/>
              <a:gd name="connsiteY155" fmla="*/ 43500 h 585247"/>
              <a:gd name="connsiteX156" fmla="*/ 6719032 w 6857857"/>
              <a:gd name="connsiteY156" fmla="*/ 71472 h 585247"/>
              <a:gd name="connsiteX157" fmla="*/ 6766392 w 6857857"/>
              <a:gd name="connsiteY157" fmla="*/ 43500 h 585247"/>
              <a:gd name="connsiteX158" fmla="*/ 6777119 w 6857857"/>
              <a:gd name="connsiteY158" fmla="*/ 32191 h 585247"/>
              <a:gd name="connsiteX159" fmla="*/ 6850622 w 6857857"/>
              <a:gd name="connsiteY159" fmla="*/ 0 h 585247"/>
              <a:gd name="connsiteX160" fmla="*/ 6857857 w 6857857"/>
              <a:gd name="connsiteY160" fmla="*/ 1637 h 585247"/>
              <a:gd name="connsiteX161" fmla="*/ 6857857 w 6857857"/>
              <a:gd name="connsiteY161" fmla="*/ 585247 h 585247"/>
              <a:gd name="connsiteX162" fmla="*/ 0 w 6857857"/>
              <a:gd name="connsiteY162" fmla="*/ 585247 h 58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857857" h="585247">
                <a:moveTo>
                  <a:pt x="0" y="585247"/>
                </a:moveTo>
                <a:lnTo>
                  <a:pt x="0" y="32191"/>
                </a:lnTo>
                <a:lnTo>
                  <a:pt x="7946" y="32191"/>
                </a:lnTo>
                <a:lnTo>
                  <a:pt x="7946" y="0"/>
                </a:ln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7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1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4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7" y="32191"/>
                </a:cubicBezTo>
                <a:cubicBezTo>
                  <a:pt x="4822381" y="35984"/>
                  <a:pt x="4825917" y="39848"/>
                  <a:pt x="4829294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1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7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6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1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6" y="0"/>
                  <a:pt x="5534604" y="0"/>
                </a:cubicBezTo>
                <a:cubicBezTo>
                  <a:pt x="5570441" y="0"/>
                  <a:pt x="5591817" y="15847"/>
                  <a:pt x="5608106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8" y="61900"/>
                  <a:pt x="5713593" y="43500"/>
                </a:cubicBezTo>
                <a:cubicBezTo>
                  <a:pt x="5716970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3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6" y="39848"/>
                  <a:pt x="5882013" y="43500"/>
                </a:cubicBezTo>
                <a:cubicBezTo>
                  <a:pt x="5898939" y="61900"/>
                  <a:pt x="5908753" y="71472"/>
                  <a:pt x="5929413" y="71472"/>
                </a:cubicBezTo>
                <a:cubicBezTo>
                  <a:pt x="5950073" y="71472"/>
                  <a:pt x="5959887" y="61900"/>
                  <a:pt x="5976773" y="43500"/>
                </a:cubicBezTo>
                <a:cubicBezTo>
                  <a:pt x="5980150" y="39848"/>
                  <a:pt x="5983686" y="35984"/>
                  <a:pt x="5987500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lnTo>
                  <a:pt x="6857857" y="1637"/>
                </a:lnTo>
                <a:lnTo>
                  <a:pt x="6857857" y="585247"/>
                </a:lnTo>
                <a:lnTo>
                  <a:pt x="0" y="58524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07EABC-F58B-4149-A965-84041BFB0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189154" y="5703043"/>
            <a:ext cx="5011877" cy="1172729"/>
            <a:chOff x="7189154" y="5703043"/>
            <a:chExt cx="5011877" cy="1172729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6C1870E-FE1E-4D5E-8403-73DBF2A99AB1}"/>
                </a:ext>
              </a:extLst>
            </p:cNvPr>
            <p:cNvSpPr/>
            <p:nvPr userDrawn="1"/>
          </p:nvSpPr>
          <p:spPr>
            <a:xfrm rot="10800000" flipH="1">
              <a:off x="7189154" y="5703043"/>
              <a:ext cx="5002845" cy="1172729"/>
            </a:xfrm>
            <a:custGeom>
              <a:avLst/>
              <a:gdLst>
                <a:gd name="connsiteX0" fmla="*/ 0 w 5002845"/>
                <a:gd name="connsiteY0" fmla="*/ 20203 h 1172729"/>
                <a:gd name="connsiteX1" fmla="*/ 9377 w 5002845"/>
                <a:gd name="connsiteY1" fmla="*/ 4178 h 1172729"/>
                <a:gd name="connsiteX2" fmla="*/ 14734 w 5002845"/>
                <a:gd name="connsiteY2" fmla="*/ 53 h 1172729"/>
                <a:gd name="connsiteX3" fmla="*/ 0 w 5002845"/>
                <a:gd name="connsiteY3" fmla="*/ 0 h 1172729"/>
                <a:gd name="connsiteX4" fmla="*/ 0 w 5002845"/>
                <a:gd name="connsiteY4" fmla="*/ 14286 h 1172729"/>
                <a:gd name="connsiteX5" fmla="*/ 0 w 5002845"/>
                <a:gd name="connsiteY5" fmla="*/ 20203 h 1172729"/>
                <a:gd name="connsiteX6" fmla="*/ 4446507 w 5002845"/>
                <a:gd name="connsiteY6" fmla="*/ 1172693 h 1172729"/>
                <a:gd name="connsiteX7" fmla="*/ 4616280 w 5002845"/>
                <a:gd name="connsiteY7" fmla="*/ 1167226 h 1172729"/>
                <a:gd name="connsiteX8" fmla="*/ 4817782 w 5002845"/>
                <a:gd name="connsiteY8" fmla="*/ 1142862 h 1172729"/>
                <a:gd name="connsiteX9" fmla="*/ 5002845 w 5002845"/>
                <a:gd name="connsiteY9" fmla="*/ 1100624 h 1172729"/>
                <a:gd name="connsiteX10" fmla="*/ 5002845 w 5002845"/>
                <a:gd name="connsiteY10" fmla="*/ 17770 h 1172729"/>
                <a:gd name="connsiteX11" fmla="*/ 1721151 w 5002845"/>
                <a:gd name="connsiteY11" fmla="*/ 6114 h 1172729"/>
                <a:gd name="connsiteX12" fmla="*/ 1724440 w 5002845"/>
                <a:gd name="connsiteY12" fmla="*/ 7563 h 1172729"/>
                <a:gd name="connsiteX13" fmla="*/ 1883292 w 5002845"/>
                <a:gd name="connsiteY13" fmla="*/ 88875 h 1172729"/>
                <a:gd name="connsiteX14" fmla="*/ 2303053 w 5002845"/>
                <a:gd name="connsiteY14" fmla="*/ 358812 h 1172729"/>
                <a:gd name="connsiteX15" fmla="*/ 2856285 w 5002845"/>
                <a:gd name="connsiteY15" fmla="*/ 707733 h 1172729"/>
                <a:gd name="connsiteX16" fmla="*/ 3293483 w 5002845"/>
                <a:gd name="connsiteY16" fmla="*/ 915446 h 1172729"/>
                <a:gd name="connsiteX17" fmla="*/ 4446507 w 5002845"/>
                <a:gd name="connsiteY17" fmla="*/ 1172693 h 117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02845" h="1172729">
                  <a:moveTo>
                    <a:pt x="0" y="20203"/>
                  </a:moveTo>
                  <a:cubicBezTo>
                    <a:pt x="0" y="15560"/>
                    <a:pt x="3386" y="10138"/>
                    <a:pt x="9377" y="4178"/>
                  </a:cubicBezTo>
                  <a:lnTo>
                    <a:pt x="14734" y="53"/>
                  </a:lnTo>
                  <a:lnTo>
                    <a:pt x="0" y="0"/>
                  </a:lnTo>
                  <a:lnTo>
                    <a:pt x="0" y="14286"/>
                  </a:lnTo>
                  <a:cubicBezTo>
                    <a:pt x="0" y="18141"/>
                    <a:pt x="0" y="20199"/>
                    <a:pt x="0" y="20203"/>
                  </a:cubicBezTo>
                  <a:close/>
                  <a:moveTo>
                    <a:pt x="4446507" y="1172693"/>
                  </a:moveTo>
                  <a:cubicBezTo>
                    <a:pt x="4503053" y="1173010"/>
                    <a:pt x="4559667" y="1171242"/>
                    <a:pt x="4616280" y="1167226"/>
                  </a:cubicBezTo>
                  <a:cubicBezTo>
                    <a:pt x="4683684" y="1162449"/>
                    <a:pt x="4751019" y="1154393"/>
                    <a:pt x="4817782" y="1142862"/>
                  </a:cubicBezTo>
                  <a:lnTo>
                    <a:pt x="5002845" y="1100624"/>
                  </a:lnTo>
                  <a:lnTo>
                    <a:pt x="5002845" y="17770"/>
                  </a:lnTo>
                  <a:lnTo>
                    <a:pt x="1721151" y="6114"/>
                  </a:lnTo>
                  <a:lnTo>
                    <a:pt x="1724440" y="7563"/>
                  </a:lnTo>
                  <a:cubicBezTo>
                    <a:pt x="1778427" y="33333"/>
                    <a:pt x="1831436" y="60556"/>
                    <a:pt x="1883292" y="88875"/>
                  </a:cubicBezTo>
                  <a:cubicBezTo>
                    <a:pt x="2029319" y="168602"/>
                    <a:pt x="2169847" y="258730"/>
                    <a:pt x="2303053" y="358812"/>
                  </a:cubicBezTo>
                  <a:cubicBezTo>
                    <a:pt x="2481867" y="493127"/>
                    <a:pt x="2659092" y="602213"/>
                    <a:pt x="2856285" y="707733"/>
                  </a:cubicBezTo>
                  <a:cubicBezTo>
                    <a:pt x="2998635" y="783895"/>
                    <a:pt x="3144339" y="853875"/>
                    <a:pt x="3293483" y="915446"/>
                  </a:cubicBezTo>
                  <a:cubicBezTo>
                    <a:pt x="3658226" y="1066123"/>
                    <a:pt x="4050684" y="1170479"/>
                    <a:pt x="4446507" y="117269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6499ABF-5234-4D55-8E2D-1A7E1B846E59}"/>
                </a:ext>
              </a:extLst>
            </p:cNvPr>
            <p:cNvSpPr/>
            <p:nvPr userDrawn="1"/>
          </p:nvSpPr>
          <p:spPr>
            <a:xfrm rot="5400000">
              <a:off x="10434804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11696" cy="530352"/>
          </a:xfrm>
        </p:spPr>
        <p:txBody>
          <a:bodyPr anchor="b"/>
          <a:lstStyle>
            <a:lvl1pPr>
              <a:lnSpc>
                <a:spcPct val="89000"/>
              </a:lnSpc>
              <a:defRPr sz="34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20529D69-1F8C-412D-B25D-ED4E6D8B19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61872"/>
            <a:ext cx="6711696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82" name="Content Placeholder 5">
            <a:extLst>
              <a:ext uri="{FF2B5EF4-FFF2-40B4-BE49-F238E27FC236}">
                <a16:creationId xmlns:a16="http://schemas.microsoft.com/office/drawing/2014/main" id="{7F6D5902-0148-4626-8E7B-1250AD5DAA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1" name="Content Placeholder 2">
            <a:extLst>
              <a:ext uri="{FF2B5EF4-FFF2-40B4-BE49-F238E27FC236}">
                <a16:creationId xmlns:a16="http://schemas.microsoft.com/office/drawing/2014/main" id="{C767FD6E-ECBC-4D4B-AFB3-47E9DE99F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231136"/>
            <a:ext cx="30449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2707AD-1A2B-4F2A-A77B-46379CCA7B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3920" y="2148840"/>
            <a:ext cx="2743200" cy="4023360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4224"/>
            <a:ext cx="6711696" cy="109728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9A61E-3DDD-42DC-A125-5FEA2DED2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973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ne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4B9F80-B9DD-44FF-B3E5-9A3F7C50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flipH="1">
            <a:off x="8553248" y="0"/>
            <a:ext cx="36387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0DE581-BB61-40E3-A8A7-CF426CCDE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rot="16200000" flipH="1">
            <a:off x="4831696" y="3136449"/>
            <a:ext cx="6857857" cy="585247"/>
          </a:xfrm>
          <a:custGeom>
            <a:avLst/>
            <a:gdLst>
              <a:gd name="connsiteX0" fmla="*/ 0 w 6857857"/>
              <a:gd name="connsiteY0" fmla="*/ 585247 h 585247"/>
              <a:gd name="connsiteX1" fmla="*/ 0 w 6857857"/>
              <a:gd name="connsiteY1" fmla="*/ 32191 h 585247"/>
              <a:gd name="connsiteX2" fmla="*/ 7946 w 6857857"/>
              <a:gd name="connsiteY2" fmla="*/ 32191 h 585247"/>
              <a:gd name="connsiteX3" fmla="*/ 7946 w 6857857"/>
              <a:gd name="connsiteY3" fmla="*/ 0 h 585247"/>
              <a:gd name="connsiteX4" fmla="*/ 81449 w 6857857"/>
              <a:gd name="connsiteY4" fmla="*/ 32191 h 585247"/>
              <a:gd name="connsiteX5" fmla="*/ 92177 w 6857857"/>
              <a:gd name="connsiteY5" fmla="*/ 43500 h 585247"/>
              <a:gd name="connsiteX6" fmla="*/ 139536 w 6857857"/>
              <a:gd name="connsiteY6" fmla="*/ 71472 h 585247"/>
              <a:gd name="connsiteX7" fmla="*/ 186896 w 6857857"/>
              <a:gd name="connsiteY7" fmla="*/ 43500 h 585247"/>
              <a:gd name="connsiteX8" fmla="*/ 197623 w 6857857"/>
              <a:gd name="connsiteY8" fmla="*/ 32191 h 585247"/>
              <a:gd name="connsiteX9" fmla="*/ 271126 w 6857857"/>
              <a:gd name="connsiteY9" fmla="*/ 0 h 585247"/>
              <a:gd name="connsiteX10" fmla="*/ 344589 w 6857857"/>
              <a:gd name="connsiteY10" fmla="*/ 32191 h 585247"/>
              <a:gd name="connsiteX11" fmla="*/ 355317 w 6857857"/>
              <a:gd name="connsiteY11" fmla="*/ 43500 h 585247"/>
              <a:gd name="connsiteX12" fmla="*/ 402676 w 6857857"/>
              <a:gd name="connsiteY12" fmla="*/ 71472 h 585247"/>
              <a:gd name="connsiteX13" fmla="*/ 450076 w 6857857"/>
              <a:gd name="connsiteY13" fmla="*/ 43500 h 585247"/>
              <a:gd name="connsiteX14" fmla="*/ 460803 w 6857857"/>
              <a:gd name="connsiteY14" fmla="*/ 32191 h 585247"/>
              <a:gd name="connsiteX15" fmla="*/ 534266 w 6857857"/>
              <a:gd name="connsiteY15" fmla="*/ 0 h 585247"/>
              <a:gd name="connsiteX16" fmla="*/ 607769 w 6857857"/>
              <a:gd name="connsiteY16" fmla="*/ 32191 h 585247"/>
              <a:gd name="connsiteX17" fmla="*/ 618496 w 6857857"/>
              <a:gd name="connsiteY17" fmla="*/ 43500 h 585247"/>
              <a:gd name="connsiteX18" fmla="*/ 665856 w 6857857"/>
              <a:gd name="connsiteY18" fmla="*/ 71472 h 585247"/>
              <a:gd name="connsiteX19" fmla="*/ 713216 w 6857857"/>
              <a:gd name="connsiteY19" fmla="*/ 43500 h 585247"/>
              <a:gd name="connsiteX20" fmla="*/ 723943 w 6857857"/>
              <a:gd name="connsiteY20" fmla="*/ 32191 h 585247"/>
              <a:gd name="connsiteX21" fmla="*/ 797446 w 6857857"/>
              <a:gd name="connsiteY21" fmla="*/ 0 h 585247"/>
              <a:gd name="connsiteX22" fmla="*/ 870909 w 6857857"/>
              <a:gd name="connsiteY22" fmla="*/ 32191 h 585247"/>
              <a:gd name="connsiteX23" fmla="*/ 881637 w 6857857"/>
              <a:gd name="connsiteY23" fmla="*/ 43500 h 585247"/>
              <a:gd name="connsiteX24" fmla="*/ 929036 w 6857857"/>
              <a:gd name="connsiteY24" fmla="*/ 71472 h 585247"/>
              <a:gd name="connsiteX25" fmla="*/ 976396 w 6857857"/>
              <a:gd name="connsiteY25" fmla="*/ 43500 h 585247"/>
              <a:gd name="connsiteX26" fmla="*/ 987123 w 6857857"/>
              <a:gd name="connsiteY26" fmla="*/ 32191 h 585247"/>
              <a:gd name="connsiteX27" fmla="*/ 1060586 w 6857857"/>
              <a:gd name="connsiteY27" fmla="*/ 0 h 585247"/>
              <a:gd name="connsiteX28" fmla="*/ 1134089 w 6857857"/>
              <a:gd name="connsiteY28" fmla="*/ 32191 h 585247"/>
              <a:gd name="connsiteX29" fmla="*/ 1144816 w 6857857"/>
              <a:gd name="connsiteY29" fmla="*/ 43500 h 585247"/>
              <a:gd name="connsiteX30" fmla="*/ 1192176 w 6857857"/>
              <a:gd name="connsiteY30" fmla="*/ 71472 h 585247"/>
              <a:gd name="connsiteX31" fmla="*/ 1239575 w 6857857"/>
              <a:gd name="connsiteY31" fmla="*/ 43500 h 585247"/>
              <a:gd name="connsiteX32" fmla="*/ 1250303 w 6857857"/>
              <a:gd name="connsiteY32" fmla="*/ 32191 h 585247"/>
              <a:gd name="connsiteX33" fmla="*/ 1323766 w 6857857"/>
              <a:gd name="connsiteY33" fmla="*/ 0 h 585247"/>
              <a:gd name="connsiteX34" fmla="*/ 1397269 w 6857857"/>
              <a:gd name="connsiteY34" fmla="*/ 32191 h 585247"/>
              <a:gd name="connsiteX35" fmla="*/ 1407996 w 6857857"/>
              <a:gd name="connsiteY35" fmla="*/ 43500 h 585247"/>
              <a:gd name="connsiteX36" fmla="*/ 1455356 w 6857857"/>
              <a:gd name="connsiteY36" fmla="*/ 71472 h 585247"/>
              <a:gd name="connsiteX37" fmla="*/ 1502716 w 6857857"/>
              <a:gd name="connsiteY37" fmla="*/ 43500 h 585247"/>
              <a:gd name="connsiteX38" fmla="*/ 1513443 w 6857857"/>
              <a:gd name="connsiteY38" fmla="*/ 32191 h 585247"/>
              <a:gd name="connsiteX39" fmla="*/ 1586946 w 6857857"/>
              <a:gd name="connsiteY39" fmla="*/ 0 h 585247"/>
              <a:gd name="connsiteX40" fmla="*/ 1660449 w 6857857"/>
              <a:gd name="connsiteY40" fmla="*/ 32191 h 585247"/>
              <a:gd name="connsiteX41" fmla="*/ 1671176 w 6857857"/>
              <a:gd name="connsiteY41" fmla="*/ 43500 h 585247"/>
              <a:gd name="connsiteX42" fmla="*/ 1718536 w 6857857"/>
              <a:gd name="connsiteY42" fmla="*/ 71472 h 585247"/>
              <a:gd name="connsiteX43" fmla="*/ 1765895 w 6857857"/>
              <a:gd name="connsiteY43" fmla="*/ 43500 h 585247"/>
              <a:gd name="connsiteX44" fmla="*/ 1776623 w 6857857"/>
              <a:gd name="connsiteY44" fmla="*/ 32191 h 585247"/>
              <a:gd name="connsiteX45" fmla="*/ 1850126 w 6857857"/>
              <a:gd name="connsiteY45" fmla="*/ 0 h 585247"/>
              <a:gd name="connsiteX46" fmla="*/ 1923589 w 6857857"/>
              <a:gd name="connsiteY46" fmla="*/ 32191 h 585247"/>
              <a:gd name="connsiteX47" fmla="*/ 1934316 w 6857857"/>
              <a:gd name="connsiteY47" fmla="*/ 43500 h 585247"/>
              <a:gd name="connsiteX48" fmla="*/ 1981716 w 6857857"/>
              <a:gd name="connsiteY48" fmla="*/ 71472 h 585247"/>
              <a:gd name="connsiteX49" fmla="*/ 2029075 w 6857857"/>
              <a:gd name="connsiteY49" fmla="*/ 43500 h 585247"/>
              <a:gd name="connsiteX50" fmla="*/ 2039803 w 6857857"/>
              <a:gd name="connsiteY50" fmla="*/ 32191 h 585247"/>
              <a:gd name="connsiteX51" fmla="*/ 2113306 w 6857857"/>
              <a:gd name="connsiteY51" fmla="*/ 0 h 585247"/>
              <a:gd name="connsiteX52" fmla="*/ 2186769 w 6857857"/>
              <a:gd name="connsiteY52" fmla="*/ 32191 h 585247"/>
              <a:gd name="connsiteX53" fmla="*/ 2197496 w 6857857"/>
              <a:gd name="connsiteY53" fmla="*/ 43500 h 585247"/>
              <a:gd name="connsiteX54" fmla="*/ 2244895 w 6857857"/>
              <a:gd name="connsiteY54" fmla="*/ 71472 h 585247"/>
              <a:gd name="connsiteX55" fmla="*/ 2292255 w 6857857"/>
              <a:gd name="connsiteY55" fmla="*/ 43500 h 585247"/>
              <a:gd name="connsiteX56" fmla="*/ 2302983 w 6857857"/>
              <a:gd name="connsiteY56" fmla="*/ 32191 h 585247"/>
              <a:gd name="connsiteX57" fmla="*/ 2376485 w 6857857"/>
              <a:gd name="connsiteY57" fmla="*/ 0 h 585247"/>
              <a:gd name="connsiteX58" fmla="*/ 2449948 w 6857857"/>
              <a:gd name="connsiteY58" fmla="*/ 32191 h 585247"/>
              <a:gd name="connsiteX59" fmla="*/ 2460676 w 6857857"/>
              <a:gd name="connsiteY59" fmla="*/ 43500 h 585247"/>
              <a:gd name="connsiteX60" fmla="*/ 2508035 w 6857857"/>
              <a:gd name="connsiteY60" fmla="*/ 71472 h 585247"/>
              <a:gd name="connsiteX61" fmla="*/ 2555435 w 6857857"/>
              <a:gd name="connsiteY61" fmla="*/ 43500 h 585247"/>
              <a:gd name="connsiteX62" fmla="*/ 2566162 w 6857857"/>
              <a:gd name="connsiteY62" fmla="*/ 32191 h 585247"/>
              <a:gd name="connsiteX63" fmla="*/ 2639665 w 6857857"/>
              <a:gd name="connsiteY63" fmla="*/ 0 h 585247"/>
              <a:gd name="connsiteX64" fmla="*/ 2713128 w 6857857"/>
              <a:gd name="connsiteY64" fmla="*/ 32191 h 585247"/>
              <a:gd name="connsiteX65" fmla="*/ 2723856 w 6857857"/>
              <a:gd name="connsiteY65" fmla="*/ 43500 h 585247"/>
              <a:gd name="connsiteX66" fmla="*/ 2771215 w 6857857"/>
              <a:gd name="connsiteY66" fmla="*/ 71472 h 585247"/>
              <a:gd name="connsiteX67" fmla="*/ 2818615 w 6857857"/>
              <a:gd name="connsiteY67" fmla="*/ 43500 h 585247"/>
              <a:gd name="connsiteX68" fmla="*/ 2829342 w 6857857"/>
              <a:gd name="connsiteY68" fmla="*/ 32191 h 585247"/>
              <a:gd name="connsiteX69" fmla="*/ 2902805 w 6857857"/>
              <a:gd name="connsiteY69" fmla="*/ 0 h 585247"/>
              <a:gd name="connsiteX70" fmla="*/ 2976308 w 6857857"/>
              <a:gd name="connsiteY70" fmla="*/ 32191 h 585247"/>
              <a:gd name="connsiteX71" fmla="*/ 2987035 w 6857857"/>
              <a:gd name="connsiteY71" fmla="*/ 43500 h 585247"/>
              <a:gd name="connsiteX72" fmla="*/ 3034435 w 6857857"/>
              <a:gd name="connsiteY72" fmla="*/ 71472 h 585247"/>
              <a:gd name="connsiteX73" fmla="*/ 3081794 w 6857857"/>
              <a:gd name="connsiteY73" fmla="*/ 43500 h 585247"/>
              <a:gd name="connsiteX74" fmla="*/ 3092522 w 6857857"/>
              <a:gd name="connsiteY74" fmla="*/ 32191 h 585247"/>
              <a:gd name="connsiteX75" fmla="*/ 3166025 w 6857857"/>
              <a:gd name="connsiteY75" fmla="*/ 0 h 585247"/>
              <a:gd name="connsiteX76" fmla="*/ 3239488 w 6857857"/>
              <a:gd name="connsiteY76" fmla="*/ 32191 h 585247"/>
              <a:gd name="connsiteX77" fmla="*/ 3250215 w 6857857"/>
              <a:gd name="connsiteY77" fmla="*/ 43500 h 585247"/>
              <a:gd name="connsiteX78" fmla="*/ 3297615 w 6857857"/>
              <a:gd name="connsiteY78" fmla="*/ 71472 h 585247"/>
              <a:gd name="connsiteX79" fmla="*/ 3344974 w 6857857"/>
              <a:gd name="connsiteY79" fmla="*/ 43500 h 585247"/>
              <a:gd name="connsiteX80" fmla="*/ 3355702 w 6857857"/>
              <a:gd name="connsiteY80" fmla="*/ 32191 h 585247"/>
              <a:gd name="connsiteX81" fmla="*/ 3429165 w 6857857"/>
              <a:gd name="connsiteY81" fmla="*/ 0 h 585247"/>
              <a:gd name="connsiteX82" fmla="*/ 3502668 w 6857857"/>
              <a:gd name="connsiteY82" fmla="*/ 32191 h 585247"/>
              <a:gd name="connsiteX83" fmla="*/ 3513395 w 6857857"/>
              <a:gd name="connsiteY83" fmla="*/ 43500 h 585247"/>
              <a:gd name="connsiteX84" fmla="*/ 3560794 w 6857857"/>
              <a:gd name="connsiteY84" fmla="*/ 71472 h 585247"/>
              <a:gd name="connsiteX85" fmla="*/ 3608154 w 6857857"/>
              <a:gd name="connsiteY85" fmla="*/ 43500 h 585247"/>
              <a:gd name="connsiteX86" fmla="*/ 3618882 w 6857857"/>
              <a:gd name="connsiteY86" fmla="*/ 32191 h 585247"/>
              <a:gd name="connsiteX87" fmla="*/ 3692385 w 6857857"/>
              <a:gd name="connsiteY87" fmla="*/ 0 h 585247"/>
              <a:gd name="connsiteX88" fmla="*/ 3765848 w 6857857"/>
              <a:gd name="connsiteY88" fmla="*/ 32191 h 585247"/>
              <a:gd name="connsiteX89" fmla="*/ 3776575 w 6857857"/>
              <a:gd name="connsiteY89" fmla="*/ 43500 h 585247"/>
              <a:gd name="connsiteX90" fmla="*/ 3823974 w 6857857"/>
              <a:gd name="connsiteY90" fmla="*/ 71472 h 585247"/>
              <a:gd name="connsiteX91" fmla="*/ 3871334 w 6857857"/>
              <a:gd name="connsiteY91" fmla="*/ 43500 h 585247"/>
              <a:gd name="connsiteX92" fmla="*/ 3882061 w 6857857"/>
              <a:gd name="connsiteY92" fmla="*/ 32191 h 585247"/>
              <a:gd name="connsiteX93" fmla="*/ 3955564 w 6857857"/>
              <a:gd name="connsiteY93" fmla="*/ 0 h 585247"/>
              <a:gd name="connsiteX94" fmla="*/ 4029067 w 6857857"/>
              <a:gd name="connsiteY94" fmla="*/ 32191 h 585247"/>
              <a:gd name="connsiteX95" fmla="*/ 4039795 w 6857857"/>
              <a:gd name="connsiteY95" fmla="*/ 43500 h 585247"/>
              <a:gd name="connsiteX96" fmla="*/ 4087154 w 6857857"/>
              <a:gd name="connsiteY96" fmla="*/ 71472 h 585247"/>
              <a:gd name="connsiteX97" fmla="*/ 4134554 w 6857857"/>
              <a:gd name="connsiteY97" fmla="*/ 43500 h 585247"/>
              <a:gd name="connsiteX98" fmla="*/ 4145281 w 6857857"/>
              <a:gd name="connsiteY98" fmla="*/ 32191 h 585247"/>
              <a:gd name="connsiteX99" fmla="*/ 4218744 w 6857857"/>
              <a:gd name="connsiteY99" fmla="*/ 0 h 585247"/>
              <a:gd name="connsiteX100" fmla="*/ 4292247 w 6857857"/>
              <a:gd name="connsiteY100" fmla="*/ 32191 h 585247"/>
              <a:gd name="connsiteX101" fmla="*/ 4302975 w 6857857"/>
              <a:gd name="connsiteY101" fmla="*/ 43500 h 585247"/>
              <a:gd name="connsiteX102" fmla="*/ 4350334 w 6857857"/>
              <a:gd name="connsiteY102" fmla="*/ 71472 h 585247"/>
              <a:gd name="connsiteX103" fmla="*/ 4397733 w 6857857"/>
              <a:gd name="connsiteY103" fmla="*/ 43500 h 585247"/>
              <a:gd name="connsiteX104" fmla="*/ 4408461 w 6857857"/>
              <a:gd name="connsiteY104" fmla="*/ 32191 h 585247"/>
              <a:gd name="connsiteX105" fmla="*/ 4481924 w 6857857"/>
              <a:gd name="connsiteY105" fmla="*/ 0 h 585247"/>
              <a:gd name="connsiteX106" fmla="*/ 4555387 w 6857857"/>
              <a:gd name="connsiteY106" fmla="*/ 32191 h 585247"/>
              <a:gd name="connsiteX107" fmla="*/ 4566115 w 6857857"/>
              <a:gd name="connsiteY107" fmla="*/ 43500 h 585247"/>
              <a:gd name="connsiteX108" fmla="*/ 4613514 w 6857857"/>
              <a:gd name="connsiteY108" fmla="*/ 71472 h 585247"/>
              <a:gd name="connsiteX109" fmla="*/ 4660873 w 6857857"/>
              <a:gd name="connsiteY109" fmla="*/ 43500 h 585247"/>
              <a:gd name="connsiteX110" fmla="*/ 4671601 w 6857857"/>
              <a:gd name="connsiteY110" fmla="*/ 32191 h 585247"/>
              <a:gd name="connsiteX111" fmla="*/ 4745064 w 6857857"/>
              <a:gd name="connsiteY111" fmla="*/ 0 h 585247"/>
              <a:gd name="connsiteX112" fmla="*/ 4818567 w 6857857"/>
              <a:gd name="connsiteY112" fmla="*/ 32191 h 585247"/>
              <a:gd name="connsiteX113" fmla="*/ 4829294 w 6857857"/>
              <a:gd name="connsiteY113" fmla="*/ 43500 h 585247"/>
              <a:gd name="connsiteX114" fmla="*/ 4876694 w 6857857"/>
              <a:gd name="connsiteY114" fmla="*/ 71472 h 585247"/>
              <a:gd name="connsiteX115" fmla="*/ 4924053 w 6857857"/>
              <a:gd name="connsiteY115" fmla="*/ 43500 h 585247"/>
              <a:gd name="connsiteX116" fmla="*/ 4934781 w 6857857"/>
              <a:gd name="connsiteY116" fmla="*/ 32191 h 585247"/>
              <a:gd name="connsiteX117" fmla="*/ 5008284 w 6857857"/>
              <a:gd name="connsiteY117" fmla="*/ 0 h 585247"/>
              <a:gd name="connsiteX118" fmla="*/ 5081747 w 6857857"/>
              <a:gd name="connsiteY118" fmla="*/ 32191 h 585247"/>
              <a:gd name="connsiteX119" fmla="*/ 5092474 w 6857857"/>
              <a:gd name="connsiteY119" fmla="*/ 43500 h 585247"/>
              <a:gd name="connsiteX120" fmla="*/ 5139834 w 6857857"/>
              <a:gd name="connsiteY120" fmla="*/ 71472 h 585247"/>
              <a:gd name="connsiteX121" fmla="*/ 5187233 w 6857857"/>
              <a:gd name="connsiteY121" fmla="*/ 43500 h 585247"/>
              <a:gd name="connsiteX122" fmla="*/ 5197961 w 6857857"/>
              <a:gd name="connsiteY122" fmla="*/ 32191 h 585247"/>
              <a:gd name="connsiteX123" fmla="*/ 5271424 w 6857857"/>
              <a:gd name="connsiteY123" fmla="*/ 0 h 585247"/>
              <a:gd name="connsiteX124" fmla="*/ 5344927 w 6857857"/>
              <a:gd name="connsiteY124" fmla="*/ 32191 h 585247"/>
              <a:gd name="connsiteX125" fmla="*/ 5355654 w 6857857"/>
              <a:gd name="connsiteY125" fmla="*/ 43500 h 585247"/>
              <a:gd name="connsiteX126" fmla="*/ 5403014 w 6857857"/>
              <a:gd name="connsiteY126" fmla="*/ 71472 h 585247"/>
              <a:gd name="connsiteX127" fmla="*/ 5450413 w 6857857"/>
              <a:gd name="connsiteY127" fmla="*/ 43500 h 585247"/>
              <a:gd name="connsiteX128" fmla="*/ 5461141 w 6857857"/>
              <a:gd name="connsiteY128" fmla="*/ 32191 h 585247"/>
              <a:gd name="connsiteX129" fmla="*/ 5534604 w 6857857"/>
              <a:gd name="connsiteY129" fmla="*/ 0 h 585247"/>
              <a:gd name="connsiteX130" fmla="*/ 5608106 w 6857857"/>
              <a:gd name="connsiteY130" fmla="*/ 32191 h 585247"/>
              <a:gd name="connsiteX131" fmla="*/ 5618834 w 6857857"/>
              <a:gd name="connsiteY131" fmla="*/ 43500 h 585247"/>
              <a:gd name="connsiteX132" fmla="*/ 5666233 w 6857857"/>
              <a:gd name="connsiteY132" fmla="*/ 71472 h 585247"/>
              <a:gd name="connsiteX133" fmla="*/ 5713593 w 6857857"/>
              <a:gd name="connsiteY133" fmla="*/ 43500 h 585247"/>
              <a:gd name="connsiteX134" fmla="*/ 5724320 w 6857857"/>
              <a:gd name="connsiteY134" fmla="*/ 32191 h 585247"/>
              <a:gd name="connsiteX135" fmla="*/ 5797823 w 6857857"/>
              <a:gd name="connsiteY135" fmla="*/ 0 h 585247"/>
              <a:gd name="connsiteX136" fmla="*/ 5871286 w 6857857"/>
              <a:gd name="connsiteY136" fmla="*/ 32191 h 585247"/>
              <a:gd name="connsiteX137" fmla="*/ 5882013 w 6857857"/>
              <a:gd name="connsiteY137" fmla="*/ 43500 h 585247"/>
              <a:gd name="connsiteX138" fmla="*/ 5929413 w 6857857"/>
              <a:gd name="connsiteY138" fmla="*/ 71472 h 585247"/>
              <a:gd name="connsiteX139" fmla="*/ 5976773 w 6857857"/>
              <a:gd name="connsiteY139" fmla="*/ 43500 h 585247"/>
              <a:gd name="connsiteX140" fmla="*/ 5987500 w 6857857"/>
              <a:gd name="connsiteY140" fmla="*/ 32191 h 585247"/>
              <a:gd name="connsiteX141" fmla="*/ 6061003 w 6857857"/>
              <a:gd name="connsiteY141" fmla="*/ 0 h 585247"/>
              <a:gd name="connsiteX142" fmla="*/ 6134506 w 6857857"/>
              <a:gd name="connsiteY142" fmla="*/ 32191 h 585247"/>
              <a:gd name="connsiteX143" fmla="*/ 6145233 w 6857857"/>
              <a:gd name="connsiteY143" fmla="*/ 43500 h 585247"/>
              <a:gd name="connsiteX144" fmla="*/ 6192593 w 6857857"/>
              <a:gd name="connsiteY144" fmla="*/ 71472 h 585247"/>
              <a:gd name="connsiteX145" fmla="*/ 6239992 w 6857857"/>
              <a:gd name="connsiteY145" fmla="*/ 43500 h 585247"/>
              <a:gd name="connsiteX146" fmla="*/ 6250720 w 6857857"/>
              <a:gd name="connsiteY146" fmla="*/ 32191 h 585247"/>
              <a:gd name="connsiteX147" fmla="*/ 6324222 w 6857857"/>
              <a:gd name="connsiteY147" fmla="*/ 0 h 585247"/>
              <a:gd name="connsiteX148" fmla="*/ 6397686 w 6857857"/>
              <a:gd name="connsiteY148" fmla="*/ 32191 h 585247"/>
              <a:gd name="connsiteX149" fmla="*/ 6408413 w 6857857"/>
              <a:gd name="connsiteY149" fmla="*/ 43500 h 585247"/>
              <a:gd name="connsiteX150" fmla="*/ 6455812 w 6857857"/>
              <a:gd name="connsiteY150" fmla="*/ 71472 h 585247"/>
              <a:gd name="connsiteX151" fmla="*/ 6503212 w 6857857"/>
              <a:gd name="connsiteY151" fmla="*/ 43500 h 585247"/>
              <a:gd name="connsiteX152" fmla="*/ 6513939 w 6857857"/>
              <a:gd name="connsiteY152" fmla="*/ 32191 h 585247"/>
              <a:gd name="connsiteX153" fmla="*/ 6587442 w 6857857"/>
              <a:gd name="connsiteY153" fmla="*/ 0 h 585247"/>
              <a:gd name="connsiteX154" fmla="*/ 6660905 w 6857857"/>
              <a:gd name="connsiteY154" fmla="*/ 32191 h 585247"/>
              <a:gd name="connsiteX155" fmla="*/ 6671632 w 6857857"/>
              <a:gd name="connsiteY155" fmla="*/ 43500 h 585247"/>
              <a:gd name="connsiteX156" fmla="*/ 6719032 w 6857857"/>
              <a:gd name="connsiteY156" fmla="*/ 71472 h 585247"/>
              <a:gd name="connsiteX157" fmla="*/ 6766392 w 6857857"/>
              <a:gd name="connsiteY157" fmla="*/ 43500 h 585247"/>
              <a:gd name="connsiteX158" fmla="*/ 6777119 w 6857857"/>
              <a:gd name="connsiteY158" fmla="*/ 32191 h 585247"/>
              <a:gd name="connsiteX159" fmla="*/ 6850622 w 6857857"/>
              <a:gd name="connsiteY159" fmla="*/ 0 h 585247"/>
              <a:gd name="connsiteX160" fmla="*/ 6857857 w 6857857"/>
              <a:gd name="connsiteY160" fmla="*/ 1637 h 585247"/>
              <a:gd name="connsiteX161" fmla="*/ 6857857 w 6857857"/>
              <a:gd name="connsiteY161" fmla="*/ 585247 h 585247"/>
              <a:gd name="connsiteX162" fmla="*/ 0 w 6857857"/>
              <a:gd name="connsiteY162" fmla="*/ 585247 h 58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857857" h="585247">
                <a:moveTo>
                  <a:pt x="0" y="585247"/>
                </a:moveTo>
                <a:lnTo>
                  <a:pt x="0" y="32191"/>
                </a:lnTo>
                <a:lnTo>
                  <a:pt x="7946" y="32191"/>
                </a:lnTo>
                <a:lnTo>
                  <a:pt x="7946" y="0"/>
                </a:ln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7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1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4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7" y="32191"/>
                </a:cubicBezTo>
                <a:cubicBezTo>
                  <a:pt x="4822381" y="35984"/>
                  <a:pt x="4825917" y="39848"/>
                  <a:pt x="4829294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1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7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6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1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6" y="0"/>
                  <a:pt x="5534604" y="0"/>
                </a:cubicBezTo>
                <a:cubicBezTo>
                  <a:pt x="5570441" y="0"/>
                  <a:pt x="5591817" y="15847"/>
                  <a:pt x="5608106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8" y="61900"/>
                  <a:pt x="5713593" y="43500"/>
                </a:cubicBezTo>
                <a:cubicBezTo>
                  <a:pt x="5716970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3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6" y="39848"/>
                  <a:pt x="5882013" y="43500"/>
                </a:cubicBezTo>
                <a:cubicBezTo>
                  <a:pt x="5898939" y="61900"/>
                  <a:pt x="5908753" y="71472"/>
                  <a:pt x="5929413" y="71472"/>
                </a:cubicBezTo>
                <a:cubicBezTo>
                  <a:pt x="5950073" y="71472"/>
                  <a:pt x="5959887" y="61900"/>
                  <a:pt x="5976773" y="43500"/>
                </a:cubicBezTo>
                <a:cubicBezTo>
                  <a:pt x="5980150" y="39848"/>
                  <a:pt x="5983686" y="35984"/>
                  <a:pt x="5987500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lnTo>
                  <a:pt x="6857857" y="1637"/>
                </a:lnTo>
                <a:lnTo>
                  <a:pt x="6857857" y="585247"/>
                </a:lnTo>
                <a:lnTo>
                  <a:pt x="0" y="58524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11696" cy="530352"/>
          </a:xfrm>
        </p:spPr>
        <p:txBody>
          <a:bodyPr anchor="b"/>
          <a:lstStyle>
            <a:lvl1pPr>
              <a:lnSpc>
                <a:spcPct val="89000"/>
              </a:lnSpc>
              <a:defRPr sz="34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20529D69-1F8C-412D-B25D-ED4E6D8B19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61872"/>
            <a:ext cx="6711696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82" name="Content Placeholder 5">
            <a:extLst>
              <a:ext uri="{FF2B5EF4-FFF2-40B4-BE49-F238E27FC236}">
                <a16:creationId xmlns:a16="http://schemas.microsoft.com/office/drawing/2014/main" id="{7F6D5902-0148-4626-8E7B-1250AD5DAA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1" name="Content Placeholder 2">
            <a:extLst>
              <a:ext uri="{FF2B5EF4-FFF2-40B4-BE49-F238E27FC236}">
                <a16:creationId xmlns:a16="http://schemas.microsoft.com/office/drawing/2014/main" id="{C767FD6E-ECBC-4D4B-AFB3-47E9DE99F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231136"/>
            <a:ext cx="30449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2707AD-1A2B-4F2A-A77B-46379CCA7B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3920" y="2148840"/>
            <a:ext cx="2743200" cy="4023360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4224"/>
            <a:ext cx="6711696" cy="109728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9A61E-3DDD-42DC-A125-5FEA2DED2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396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4F3AC50-E1C6-41D8-B968-30DCA37995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246888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15DE2-F06F-40EC-85FF-DF27487D9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63824"/>
            <a:ext cx="7461504" cy="53035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2" name="Footer Placeholder 4">
            <a:extLst>
              <a:ext uri="{FF2B5EF4-FFF2-40B4-BE49-F238E27FC236}">
                <a16:creationId xmlns:a16="http://schemas.microsoft.com/office/drawing/2014/main" id="{A731BFFA-7574-44F2-A1EE-8228E32F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80925-848C-49F3-BCB3-E7276159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5828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5490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3">
            <a:extLst>
              <a:ext uri="{FF2B5EF4-FFF2-40B4-BE49-F238E27FC236}">
                <a16:creationId xmlns:a16="http://schemas.microsoft.com/office/drawing/2014/main" id="{F58A834B-D565-48AF-A881-350AA8604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74527"/>
            <a:ext cx="3657600" cy="868293"/>
          </a:xfrm>
        </p:spPr>
        <p:txBody>
          <a:bodyPr anchor="t"/>
          <a:lstStyle>
            <a:lvl1pPr>
              <a:lnSpc>
                <a:spcPct val="85000"/>
              </a:lnSpc>
              <a:defRPr/>
            </a:lvl1pPr>
          </a:lstStyle>
          <a:p>
            <a:r>
              <a:rPr lang="en-US"/>
              <a:t>Click to edit two-line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A172EBD-C521-4295-A571-2899AB19CDB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1701830"/>
            <a:ext cx="3657600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5DA67C14-369C-42D5-9365-EB1342657E2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651760"/>
            <a:ext cx="3657600" cy="347472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Picture Placeholder 5">
            <a:extLst>
              <a:ext uri="{FF2B5EF4-FFF2-40B4-BE49-F238E27FC236}">
                <a16:creationId xmlns:a16="http://schemas.microsoft.com/office/drawing/2014/main" id="{A600E790-DAF2-4D1A-8036-CC3A6867D06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80050" y="0"/>
            <a:ext cx="3206750" cy="3352800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B4E206FA-D948-4562-B8C6-49DBC573DE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35390" y="0"/>
            <a:ext cx="3356610" cy="1751798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41" name="Picture Placeholder 5">
            <a:extLst>
              <a:ext uri="{FF2B5EF4-FFF2-40B4-BE49-F238E27FC236}">
                <a16:creationId xmlns:a16="http://schemas.microsoft.com/office/drawing/2014/main" id="{A3BCA447-8ED8-43A4-85DD-2F042994BFD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835390" y="1884546"/>
            <a:ext cx="3356610" cy="3088907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42" name="Picture Placeholder 5">
            <a:extLst>
              <a:ext uri="{FF2B5EF4-FFF2-40B4-BE49-F238E27FC236}">
                <a16:creationId xmlns:a16="http://schemas.microsoft.com/office/drawing/2014/main" id="{4C7EC5F8-DF94-45B5-B1DB-A94BEB96134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5390" y="5106201"/>
            <a:ext cx="3356610" cy="1751799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39" name="Picture Placeholder 5">
            <a:extLst>
              <a:ext uri="{FF2B5EF4-FFF2-40B4-BE49-F238E27FC236}">
                <a16:creationId xmlns:a16="http://schemas.microsoft.com/office/drawing/2014/main" id="{8E136E8B-64EC-4B91-9CFD-F51E945E8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80050" y="3505200"/>
            <a:ext cx="3206750" cy="3352801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D7133C3-DE12-4DA6-9854-C70C3EE5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365760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442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1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1761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352" y="-6870"/>
            <a:ext cx="3371578" cy="6864872"/>
            <a:chOff x="-1" y="-6870"/>
            <a:chExt cx="4678502" cy="68648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1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1698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2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7277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659" y="-6870"/>
            <a:ext cx="3336178" cy="6864872"/>
            <a:chOff x="-1" y="-6870"/>
            <a:chExt cx="4678502" cy="68648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2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7537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40632" y="-6870"/>
            <a:ext cx="5431168" cy="6882642"/>
            <a:chOff x="-40632" y="-6870"/>
            <a:chExt cx="5431168" cy="688264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3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78E0CB9-11F5-4263-B2E2-BE0E41BEF945}"/>
                </a:ext>
              </a:extLst>
            </p:cNvPr>
            <p:cNvGrpSpPr/>
            <p:nvPr userDrawn="1"/>
          </p:nvGrpSpPr>
          <p:grpSpPr bwMode="ltGray">
            <a:xfrm flipH="1">
              <a:off x="-40632" y="5604933"/>
              <a:ext cx="5431168" cy="1270839"/>
              <a:chOff x="7189154" y="5703043"/>
              <a:chExt cx="5011877" cy="1172729"/>
            </a:xfrm>
            <a:grpFill/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5152BE4-A926-4CD1-81A5-157B2F11473A}"/>
                  </a:ext>
                </a:extLst>
              </p:cNvPr>
              <p:cNvSpPr/>
              <p:nvPr userDrawn="1"/>
            </p:nvSpPr>
            <p:spPr bwMode="ltGray">
              <a:xfrm rot="10800000" flipH="1">
                <a:off x="7189154" y="5703043"/>
                <a:ext cx="5002845" cy="1172729"/>
              </a:xfrm>
              <a:custGeom>
                <a:avLst/>
                <a:gdLst>
                  <a:gd name="connsiteX0" fmla="*/ 0 w 5002845"/>
                  <a:gd name="connsiteY0" fmla="*/ 20203 h 1172729"/>
                  <a:gd name="connsiteX1" fmla="*/ 9377 w 5002845"/>
                  <a:gd name="connsiteY1" fmla="*/ 4178 h 1172729"/>
                  <a:gd name="connsiteX2" fmla="*/ 14734 w 5002845"/>
                  <a:gd name="connsiteY2" fmla="*/ 53 h 1172729"/>
                  <a:gd name="connsiteX3" fmla="*/ 0 w 5002845"/>
                  <a:gd name="connsiteY3" fmla="*/ 0 h 1172729"/>
                  <a:gd name="connsiteX4" fmla="*/ 0 w 5002845"/>
                  <a:gd name="connsiteY4" fmla="*/ 14286 h 1172729"/>
                  <a:gd name="connsiteX5" fmla="*/ 0 w 5002845"/>
                  <a:gd name="connsiteY5" fmla="*/ 20203 h 1172729"/>
                  <a:gd name="connsiteX6" fmla="*/ 4446507 w 5002845"/>
                  <a:gd name="connsiteY6" fmla="*/ 1172693 h 1172729"/>
                  <a:gd name="connsiteX7" fmla="*/ 4616280 w 5002845"/>
                  <a:gd name="connsiteY7" fmla="*/ 1167226 h 1172729"/>
                  <a:gd name="connsiteX8" fmla="*/ 4817782 w 5002845"/>
                  <a:gd name="connsiteY8" fmla="*/ 1142862 h 1172729"/>
                  <a:gd name="connsiteX9" fmla="*/ 5002845 w 5002845"/>
                  <a:gd name="connsiteY9" fmla="*/ 1100624 h 1172729"/>
                  <a:gd name="connsiteX10" fmla="*/ 5002845 w 5002845"/>
                  <a:gd name="connsiteY10" fmla="*/ 17770 h 1172729"/>
                  <a:gd name="connsiteX11" fmla="*/ 1721151 w 5002845"/>
                  <a:gd name="connsiteY11" fmla="*/ 6114 h 1172729"/>
                  <a:gd name="connsiteX12" fmla="*/ 1724440 w 5002845"/>
                  <a:gd name="connsiteY12" fmla="*/ 7563 h 1172729"/>
                  <a:gd name="connsiteX13" fmla="*/ 1883292 w 5002845"/>
                  <a:gd name="connsiteY13" fmla="*/ 88875 h 1172729"/>
                  <a:gd name="connsiteX14" fmla="*/ 2303053 w 5002845"/>
                  <a:gd name="connsiteY14" fmla="*/ 358812 h 1172729"/>
                  <a:gd name="connsiteX15" fmla="*/ 2856285 w 5002845"/>
                  <a:gd name="connsiteY15" fmla="*/ 707733 h 1172729"/>
                  <a:gd name="connsiteX16" fmla="*/ 3293483 w 5002845"/>
                  <a:gd name="connsiteY16" fmla="*/ 915446 h 1172729"/>
                  <a:gd name="connsiteX17" fmla="*/ 4446507 w 5002845"/>
                  <a:gd name="connsiteY17" fmla="*/ 1172693 h 1172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02845" h="1172729">
                    <a:moveTo>
                      <a:pt x="0" y="20203"/>
                    </a:moveTo>
                    <a:cubicBezTo>
                      <a:pt x="0" y="15560"/>
                      <a:pt x="3386" y="10138"/>
                      <a:pt x="9377" y="4178"/>
                    </a:cubicBezTo>
                    <a:lnTo>
                      <a:pt x="14734" y="53"/>
                    </a:lnTo>
                    <a:lnTo>
                      <a:pt x="0" y="0"/>
                    </a:lnTo>
                    <a:lnTo>
                      <a:pt x="0" y="14286"/>
                    </a:lnTo>
                    <a:cubicBezTo>
                      <a:pt x="0" y="18141"/>
                      <a:pt x="0" y="20199"/>
                      <a:pt x="0" y="20203"/>
                    </a:cubicBezTo>
                    <a:close/>
                    <a:moveTo>
                      <a:pt x="4446507" y="1172693"/>
                    </a:moveTo>
                    <a:cubicBezTo>
                      <a:pt x="4503053" y="1173010"/>
                      <a:pt x="4559667" y="1171242"/>
                      <a:pt x="4616280" y="1167226"/>
                    </a:cubicBezTo>
                    <a:cubicBezTo>
                      <a:pt x="4683684" y="1162449"/>
                      <a:pt x="4751019" y="1154393"/>
                      <a:pt x="4817782" y="1142862"/>
                    </a:cubicBezTo>
                    <a:lnTo>
                      <a:pt x="5002845" y="1100624"/>
                    </a:lnTo>
                    <a:lnTo>
                      <a:pt x="5002845" y="17770"/>
                    </a:lnTo>
                    <a:lnTo>
                      <a:pt x="1721151" y="6114"/>
                    </a:lnTo>
                    <a:lnTo>
                      <a:pt x="1724440" y="7563"/>
                    </a:lnTo>
                    <a:cubicBezTo>
                      <a:pt x="1778427" y="33333"/>
                      <a:pt x="1831436" y="60556"/>
                      <a:pt x="1883292" y="88875"/>
                    </a:cubicBezTo>
                    <a:cubicBezTo>
                      <a:pt x="2029319" y="168602"/>
                      <a:pt x="2169847" y="258730"/>
                      <a:pt x="2303053" y="358812"/>
                    </a:cubicBezTo>
                    <a:cubicBezTo>
                      <a:pt x="2481867" y="493127"/>
                      <a:pt x="2659092" y="602213"/>
                      <a:pt x="2856285" y="707733"/>
                    </a:cubicBezTo>
                    <a:cubicBezTo>
                      <a:pt x="2998635" y="783895"/>
                      <a:pt x="3144339" y="853875"/>
                      <a:pt x="3293483" y="915446"/>
                    </a:cubicBezTo>
                    <a:cubicBezTo>
                      <a:pt x="3658226" y="1066123"/>
                      <a:pt x="4050684" y="1170479"/>
                      <a:pt x="4446507" y="117269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900"/>
                  </a:spcAft>
                  <a:buFont typeface="Arial" panose="020B0604020202020204" pitchFamily="34" charset="0"/>
                  <a:buChar char="​"/>
                </a:pPr>
                <a:endParaRPr lang="en-US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97FC198-B21B-4349-946F-7B2F3826AE83}"/>
                  </a:ext>
                </a:extLst>
              </p:cNvPr>
              <p:cNvSpPr/>
              <p:nvPr userDrawn="1"/>
            </p:nvSpPr>
            <p:spPr bwMode="ltGray">
              <a:xfrm rot="5400000">
                <a:off x="10434804" y="5102109"/>
                <a:ext cx="623113" cy="2909340"/>
              </a:xfrm>
              <a:custGeom>
                <a:avLst/>
                <a:gdLst>
                  <a:gd name="connsiteX0" fmla="*/ 42 w 623113"/>
                  <a:gd name="connsiteY0" fmla="*/ 1201248 h 2909340"/>
                  <a:gd name="connsiteX1" fmla="*/ 218725 w 623113"/>
                  <a:gd name="connsiteY1" fmla="*/ 384569 h 2909340"/>
                  <a:gd name="connsiteX2" fmla="*/ 476181 w 623113"/>
                  <a:gd name="connsiteY2" fmla="*/ 44732 h 2909340"/>
                  <a:gd name="connsiteX3" fmla="*/ 523525 w 623113"/>
                  <a:gd name="connsiteY3" fmla="*/ 0 h 2909340"/>
                  <a:gd name="connsiteX4" fmla="*/ 612779 w 623113"/>
                  <a:gd name="connsiteY4" fmla="*/ 0 h 2909340"/>
                  <a:gd name="connsiteX5" fmla="*/ 623113 w 623113"/>
                  <a:gd name="connsiteY5" fmla="*/ 2909340 h 2909340"/>
                  <a:gd name="connsiteX6" fmla="*/ 601208 w 623113"/>
                  <a:gd name="connsiteY6" fmla="*/ 2859496 h 2909340"/>
                  <a:gd name="connsiteX7" fmla="*/ 467712 w 623113"/>
                  <a:gd name="connsiteY7" fmla="*/ 2596172 h 2909340"/>
                  <a:gd name="connsiteX8" fmla="*/ 310130 w 623113"/>
                  <a:gd name="connsiteY8" fmla="*/ 2322791 h 2909340"/>
                  <a:gd name="connsiteX9" fmla="*/ 20670 w 623113"/>
                  <a:gd name="connsiteY9" fmla="*/ 1486769 h 2909340"/>
                  <a:gd name="connsiteX10" fmla="*/ 42 w 623113"/>
                  <a:gd name="connsiteY10" fmla="*/ 1201248 h 29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3113" h="2909340">
                    <a:moveTo>
                      <a:pt x="42" y="1201248"/>
                    </a:moveTo>
                    <a:cubicBezTo>
                      <a:pt x="1998" y="916169"/>
                      <a:pt x="72501" y="635301"/>
                      <a:pt x="218725" y="384569"/>
                    </a:cubicBezTo>
                    <a:cubicBezTo>
                      <a:pt x="290518" y="261449"/>
                      <a:pt x="377726" y="147945"/>
                      <a:pt x="476181" y="44732"/>
                    </a:cubicBezTo>
                    <a:lnTo>
                      <a:pt x="523525" y="0"/>
                    </a:lnTo>
                    <a:lnTo>
                      <a:pt x="612779" y="0"/>
                    </a:lnTo>
                    <a:lnTo>
                      <a:pt x="623113" y="2909340"/>
                    </a:lnTo>
                    <a:lnTo>
                      <a:pt x="601208" y="2859496"/>
                    </a:lnTo>
                    <a:cubicBezTo>
                      <a:pt x="558904" y="2770443"/>
                      <a:pt x="514188" y="2682638"/>
                      <a:pt x="467712" y="2596172"/>
                    </a:cubicBezTo>
                    <a:cubicBezTo>
                      <a:pt x="417879" y="2503427"/>
                      <a:pt x="364510" y="2412947"/>
                      <a:pt x="310130" y="2322791"/>
                    </a:cubicBezTo>
                    <a:cubicBezTo>
                      <a:pt x="158907" y="2072052"/>
                      <a:pt x="64025" y="1774559"/>
                      <a:pt x="20670" y="1486769"/>
                    </a:cubicBezTo>
                    <a:cubicBezTo>
                      <a:pt x="6355" y="1391767"/>
                      <a:pt x="-610" y="1296274"/>
                      <a:pt x="42" y="1201248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>
                  <a:spcAft>
                    <a:spcPts val="900"/>
                  </a:spcAft>
                  <a:buFont typeface="Arial" panose="020B0604020202020204" pitchFamily="34" charset="0"/>
                  <a:buChar char="​"/>
                </a:pPr>
                <a:endParaRPr lang="en-US" sz="12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8347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40632" y="-6870"/>
            <a:ext cx="3903715" cy="6882642"/>
            <a:chOff x="-40632" y="-6870"/>
            <a:chExt cx="5431168" cy="688264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3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78E0CB9-11F5-4263-B2E2-BE0E41BEF945}"/>
                </a:ext>
              </a:extLst>
            </p:cNvPr>
            <p:cNvGrpSpPr/>
            <p:nvPr userDrawn="1"/>
          </p:nvGrpSpPr>
          <p:grpSpPr bwMode="ltGray">
            <a:xfrm flipH="1">
              <a:off x="-40632" y="5604933"/>
              <a:ext cx="5431168" cy="1270839"/>
              <a:chOff x="7189154" y="5703043"/>
              <a:chExt cx="5011877" cy="1172729"/>
            </a:xfrm>
            <a:grpFill/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5152BE4-A926-4CD1-81A5-157B2F11473A}"/>
                  </a:ext>
                </a:extLst>
              </p:cNvPr>
              <p:cNvSpPr/>
              <p:nvPr userDrawn="1"/>
            </p:nvSpPr>
            <p:spPr bwMode="ltGray">
              <a:xfrm rot="10800000" flipH="1">
                <a:off x="7189154" y="5703043"/>
                <a:ext cx="5002845" cy="1172729"/>
              </a:xfrm>
              <a:custGeom>
                <a:avLst/>
                <a:gdLst>
                  <a:gd name="connsiteX0" fmla="*/ 0 w 5002845"/>
                  <a:gd name="connsiteY0" fmla="*/ 20203 h 1172729"/>
                  <a:gd name="connsiteX1" fmla="*/ 9377 w 5002845"/>
                  <a:gd name="connsiteY1" fmla="*/ 4178 h 1172729"/>
                  <a:gd name="connsiteX2" fmla="*/ 14734 w 5002845"/>
                  <a:gd name="connsiteY2" fmla="*/ 53 h 1172729"/>
                  <a:gd name="connsiteX3" fmla="*/ 0 w 5002845"/>
                  <a:gd name="connsiteY3" fmla="*/ 0 h 1172729"/>
                  <a:gd name="connsiteX4" fmla="*/ 0 w 5002845"/>
                  <a:gd name="connsiteY4" fmla="*/ 14286 h 1172729"/>
                  <a:gd name="connsiteX5" fmla="*/ 0 w 5002845"/>
                  <a:gd name="connsiteY5" fmla="*/ 20203 h 1172729"/>
                  <a:gd name="connsiteX6" fmla="*/ 4446507 w 5002845"/>
                  <a:gd name="connsiteY6" fmla="*/ 1172693 h 1172729"/>
                  <a:gd name="connsiteX7" fmla="*/ 4616280 w 5002845"/>
                  <a:gd name="connsiteY7" fmla="*/ 1167226 h 1172729"/>
                  <a:gd name="connsiteX8" fmla="*/ 4817782 w 5002845"/>
                  <a:gd name="connsiteY8" fmla="*/ 1142862 h 1172729"/>
                  <a:gd name="connsiteX9" fmla="*/ 5002845 w 5002845"/>
                  <a:gd name="connsiteY9" fmla="*/ 1100624 h 1172729"/>
                  <a:gd name="connsiteX10" fmla="*/ 5002845 w 5002845"/>
                  <a:gd name="connsiteY10" fmla="*/ 17770 h 1172729"/>
                  <a:gd name="connsiteX11" fmla="*/ 1721151 w 5002845"/>
                  <a:gd name="connsiteY11" fmla="*/ 6114 h 1172729"/>
                  <a:gd name="connsiteX12" fmla="*/ 1724440 w 5002845"/>
                  <a:gd name="connsiteY12" fmla="*/ 7563 h 1172729"/>
                  <a:gd name="connsiteX13" fmla="*/ 1883292 w 5002845"/>
                  <a:gd name="connsiteY13" fmla="*/ 88875 h 1172729"/>
                  <a:gd name="connsiteX14" fmla="*/ 2303053 w 5002845"/>
                  <a:gd name="connsiteY14" fmla="*/ 358812 h 1172729"/>
                  <a:gd name="connsiteX15" fmla="*/ 2856285 w 5002845"/>
                  <a:gd name="connsiteY15" fmla="*/ 707733 h 1172729"/>
                  <a:gd name="connsiteX16" fmla="*/ 3293483 w 5002845"/>
                  <a:gd name="connsiteY16" fmla="*/ 915446 h 1172729"/>
                  <a:gd name="connsiteX17" fmla="*/ 4446507 w 5002845"/>
                  <a:gd name="connsiteY17" fmla="*/ 1172693 h 1172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02845" h="1172729">
                    <a:moveTo>
                      <a:pt x="0" y="20203"/>
                    </a:moveTo>
                    <a:cubicBezTo>
                      <a:pt x="0" y="15560"/>
                      <a:pt x="3386" y="10138"/>
                      <a:pt x="9377" y="4178"/>
                    </a:cubicBezTo>
                    <a:lnTo>
                      <a:pt x="14734" y="53"/>
                    </a:lnTo>
                    <a:lnTo>
                      <a:pt x="0" y="0"/>
                    </a:lnTo>
                    <a:lnTo>
                      <a:pt x="0" y="14286"/>
                    </a:lnTo>
                    <a:cubicBezTo>
                      <a:pt x="0" y="18141"/>
                      <a:pt x="0" y="20199"/>
                      <a:pt x="0" y="20203"/>
                    </a:cubicBezTo>
                    <a:close/>
                    <a:moveTo>
                      <a:pt x="4446507" y="1172693"/>
                    </a:moveTo>
                    <a:cubicBezTo>
                      <a:pt x="4503053" y="1173010"/>
                      <a:pt x="4559667" y="1171242"/>
                      <a:pt x="4616280" y="1167226"/>
                    </a:cubicBezTo>
                    <a:cubicBezTo>
                      <a:pt x="4683684" y="1162449"/>
                      <a:pt x="4751019" y="1154393"/>
                      <a:pt x="4817782" y="1142862"/>
                    </a:cubicBezTo>
                    <a:lnTo>
                      <a:pt x="5002845" y="1100624"/>
                    </a:lnTo>
                    <a:lnTo>
                      <a:pt x="5002845" y="17770"/>
                    </a:lnTo>
                    <a:lnTo>
                      <a:pt x="1721151" y="6114"/>
                    </a:lnTo>
                    <a:lnTo>
                      <a:pt x="1724440" y="7563"/>
                    </a:lnTo>
                    <a:cubicBezTo>
                      <a:pt x="1778427" y="33333"/>
                      <a:pt x="1831436" y="60556"/>
                      <a:pt x="1883292" y="88875"/>
                    </a:cubicBezTo>
                    <a:cubicBezTo>
                      <a:pt x="2029319" y="168602"/>
                      <a:pt x="2169847" y="258730"/>
                      <a:pt x="2303053" y="358812"/>
                    </a:cubicBezTo>
                    <a:cubicBezTo>
                      <a:pt x="2481867" y="493127"/>
                      <a:pt x="2659092" y="602213"/>
                      <a:pt x="2856285" y="707733"/>
                    </a:cubicBezTo>
                    <a:cubicBezTo>
                      <a:pt x="2998635" y="783895"/>
                      <a:pt x="3144339" y="853875"/>
                      <a:pt x="3293483" y="915446"/>
                    </a:cubicBezTo>
                    <a:cubicBezTo>
                      <a:pt x="3658226" y="1066123"/>
                      <a:pt x="4050684" y="1170479"/>
                      <a:pt x="4446507" y="117269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900"/>
                  </a:spcAft>
                  <a:buFont typeface="Arial" panose="020B0604020202020204" pitchFamily="34" charset="0"/>
                  <a:buChar char="​"/>
                </a:pPr>
                <a:endParaRPr lang="en-US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97FC198-B21B-4349-946F-7B2F3826AE83}"/>
                  </a:ext>
                </a:extLst>
              </p:cNvPr>
              <p:cNvSpPr/>
              <p:nvPr userDrawn="1"/>
            </p:nvSpPr>
            <p:spPr bwMode="ltGray">
              <a:xfrm rot="5400000">
                <a:off x="10434804" y="5102109"/>
                <a:ext cx="623113" cy="2909340"/>
              </a:xfrm>
              <a:custGeom>
                <a:avLst/>
                <a:gdLst>
                  <a:gd name="connsiteX0" fmla="*/ 42 w 623113"/>
                  <a:gd name="connsiteY0" fmla="*/ 1201248 h 2909340"/>
                  <a:gd name="connsiteX1" fmla="*/ 218725 w 623113"/>
                  <a:gd name="connsiteY1" fmla="*/ 384569 h 2909340"/>
                  <a:gd name="connsiteX2" fmla="*/ 476181 w 623113"/>
                  <a:gd name="connsiteY2" fmla="*/ 44732 h 2909340"/>
                  <a:gd name="connsiteX3" fmla="*/ 523525 w 623113"/>
                  <a:gd name="connsiteY3" fmla="*/ 0 h 2909340"/>
                  <a:gd name="connsiteX4" fmla="*/ 612779 w 623113"/>
                  <a:gd name="connsiteY4" fmla="*/ 0 h 2909340"/>
                  <a:gd name="connsiteX5" fmla="*/ 623113 w 623113"/>
                  <a:gd name="connsiteY5" fmla="*/ 2909340 h 2909340"/>
                  <a:gd name="connsiteX6" fmla="*/ 601208 w 623113"/>
                  <a:gd name="connsiteY6" fmla="*/ 2859496 h 2909340"/>
                  <a:gd name="connsiteX7" fmla="*/ 467712 w 623113"/>
                  <a:gd name="connsiteY7" fmla="*/ 2596172 h 2909340"/>
                  <a:gd name="connsiteX8" fmla="*/ 310130 w 623113"/>
                  <a:gd name="connsiteY8" fmla="*/ 2322791 h 2909340"/>
                  <a:gd name="connsiteX9" fmla="*/ 20670 w 623113"/>
                  <a:gd name="connsiteY9" fmla="*/ 1486769 h 2909340"/>
                  <a:gd name="connsiteX10" fmla="*/ 42 w 623113"/>
                  <a:gd name="connsiteY10" fmla="*/ 1201248 h 29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3113" h="2909340">
                    <a:moveTo>
                      <a:pt x="42" y="1201248"/>
                    </a:moveTo>
                    <a:cubicBezTo>
                      <a:pt x="1998" y="916169"/>
                      <a:pt x="72501" y="635301"/>
                      <a:pt x="218725" y="384569"/>
                    </a:cubicBezTo>
                    <a:cubicBezTo>
                      <a:pt x="290518" y="261449"/>
                      <a:pt x="377726" y="147945"/>
                      <a:pt x="476181" y="44732"/>
                    </a:cubicBezTo>
                    <a:lnTo>
                      <a:pt x="523525" y="0"/>
                    </a:lnTo>
                    <a:lnTo>
                      <a:pt x="612779" y="0"/>
                    </a:lnTo>
                    <a:lnTo>
                      <a:pt x="623113" y="2909340"/>
                    </a:lnTo>
                    <a:lnTo>
                      <a:pt x="601208" y="2859496"/>
                    </a:lnTo>
                    <a:cubicBezTo>
                      <a:pt x="558904" y="2770443"/>
                      <a:pt x="514188" y="2682638"/>
                      <a:pt x="467712" y="2596172"/>
                    </a:cubicBezTo>
                    <a:cubicBezTo>
                      <a:pt x="417879" y="2503427"/>
                      <a:pt x="364510" y="2412947"/>
                      <a:pt x="310130" y="2322791"/>
                    </a:cubicBezTo>
                    <a:cubicBezTo>
                      <a:pt x="158907" y="2072052"/>
                      <a:pt x="64025" y="1774559"/>
                      <a:pt x="20670" y="1486769"/>
                    </a:cubicBezTo>
                    <a:cubicBezTo>
                      <a:pt x="6355" y="1391767"/>
                      <a:pt x="-610" y="1296274"/>
                      <a:pt x="42" y="1201248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>
                  <a:spcAft>
                    <a:spcPts val="900"/>
                  </a:spcAft>
                  <a:buFont typeface="Arial" panose="020B0604020202020204" pitchFamily="34" charset="0"/>
                  <a:buChar char="​"/>
                </a:pPr>
                <a:endParaRPr lang="en-US" sz="12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9967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  <a:solidFill>
            <a:srgbClr val="0C522C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grpFill/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091542" y="6440232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E2C30-9AED-7A9A-B2E0-F31A47F625CD}"/>
              </a:ext>
            </a:extLst>
          </p:cNvPr>
          <p:cNvSpPr txBox="1"/>
          <p:nvPr userDrawn="1"/>
        </p:nvSpPr>
        <p:spPr>
          <a:xfrm>
            <a:off x="3412935" y="6413256"/>
            <a:ext cx="72505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0C522C"/>
                </a:solidFill>
                <a:latin typeface="Arial" panose="020B0604020202020204" pitchFamily="34" charset="0"/>
              </a:rPr>
              <a:t>Enterprise Community Partners: Statewide Housing Trust Fund</a:t>
            </a:r>
          </a:p>
        </p:txBody>
      </p:sp>
    </p:spTree>
    <p:extLst>
      <p:ext uri="{BB962C8B-B14F-4D97-AF65-F5344CB8AC3E}">
        <p14:creationId xmlns:p14="http://schemas.microsoft.com/office/powerpoint/2010/main" val="42845099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505" y="-6870"/>
            <a:ext cx="3353877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4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919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5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0792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428" y="-6870"/>
            <a:ext cx="3362728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5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5999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6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48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428" y="-6870"/>
            <a:ext cx="3362728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6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6863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Indi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2F30D42-5939-5783-F0FE-84DEA4A42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0" y="0"/>
            <a:ext cx="12198352" cy="6256512"/>
            <a:chOff x="-6352" y="1"/>
            <a:chExt cx="12198352" cy="6256512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32D1ED-8D3F-741A-B0A1-70276319E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1FFE5B-A8EF-27FB-AE18-C1116F62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11EDAC5-C431-C8C6-E16A-D4698FD11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399" y="862335"/>
            <a:ext cx="10512215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778487F-3BD0-4ACB-AEED-1BDDE923FC8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b="0" i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546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4287D-3CEB-7225-102F-AF6C1BDF3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6352" y="1"/>
            <a:ext cx="12198352" cy="6256512"/>
            <a:chOff x="-6352" y="1"/>
            <a:chExt cx="12198352" cy="6256512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34DAAD-4858-8389-8A25-F054B6AB4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73C096A-7B71-B334-CA71-7057B5C94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5BF8DFF-635D-A491-B033-43D3C5A92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400" y="862335"/>
            <a:ext cx="10512214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i="0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B92347-B77E-4E14-BCA7-514F86BE7EF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9316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09218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Statement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4287D-3CEB-7225-102F-AF6C1BDF3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6352" y="1"/>
            <a:ext cx="12198352" cy="6256512"/>
            <a:chOff x="-6352" y="1"/>
            <a:chExt cx="12198352" cy="6256512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34DAAD-4858-8389-8A25-F054B6AB4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73C096A-7B71-B334-CA71-7057B5C94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5BF8DFF-635D-A491-B033-43D3C5A92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400" y="862335"/>
            <a:ext cx="10512214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i="0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B92347-B77E-4E14-BCA7-514F86BE7EF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9316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7608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rge Statement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4287D-3CEB-7225-102F-AF6C1BDF3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6352" y="1"/>
            <a:ext cx="12198352" cy="6256512"/>
            <a:chOff x="-6352" y="1"/>
            <a:chExt cx="12198352" cy="6256512"/>
          </a:xfrm>
          <a:solidFill>
            <a:srgbClr val="0C522C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34DAAD-4858-8389-8A25-F054B6AB4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73C096A-7B71-B334-CA71-7057B5C94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rgbClr val="445F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5BF8DFF-635D-A491-B033-43D3C5A92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400" y="862335"/>
            <a:ext cx="10512214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i="0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B92347-B77E-4E14-BCA7-514F86BE7EF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9316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97919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Statement Indi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2F30D42-5939-5783-F0FE-84DEA4A42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0" y="0"/>
            <a:ext cx="12198352" cy="6256512"/>
            <a:chOff x="-6352" y="1"/>
            <a:chExt cx="12198352" cy="6256512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32D1ED-8D3F-741A-B0A1-70276319E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1FFE5B-A8EF-27FB-AE18-C1116F62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11EDAC5-C431-C8C6-E16A-D4698FD11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399" y="862335"/>
            <a:ext cx="10512215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778487F-3BD0-4ACB-AEED-1BDDE923FC8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b="0" i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935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rge Statement Indi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2F30D42-5939-5783-F0FE-84DEA4A42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0" y="0"/>
            <a:ext cx="12198352" cy="6256512"/>
            <a:chOff x="-6352" y="1"/>
            <a:chExt cx="12198352" cy="6256512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32D1ED-8D3F-741A-B0A1-70276319E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1FFE5B-A8EF-27FB-AE18-C1116F62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11EDAC5-C431-C8C6-E16A-D4698FD11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399" y="862335"/>
            <a:ext cx="10512215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778487F-3BD0-4ACB-AEED-1BDDE923FC8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b="0" i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879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In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D410A813-8D52-405A-988D-7C9F6A224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4803608" y="-28050"/>
            <a:ext cx="7397424" cy="1730923"/>
            <a:chOff x="7189154" y="5703043"/>
            <a:chExt cx="5011877" cy="1172729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DF3FA45-0D73-484F-AEB3-4A0013DCC5FC}"/>
                </a:ext>
              </a:extLst>
            </p:cNvPr>
            <p:cNvSpPr/>
            <p:nvPr userDrawn="1"/>
          </p:nvSpPr>
          <p:spPr>
            <a:xfrm rot="10800000" flipH="1">
              <a:off x="7189154" y="5703043"/>
              <a:ext cx="5002845" cy="1172729"/>
            </a:xfrm>
            <a:custGeom>
              <a:avLst/>
              <a:gdLst>
                <a:gd name="connsiteX0" fmla="*/ 0 w 5002845"/>
                <a:gd name="connsiteY0" fmla="*/ 20203 h 1172729"/>
                <a:gd name="connsiteX1" fmla="*/ 9377 w 5002845"/>
                <a:gd name="connsiteY1" fmla="*/ 4178 h 1172729"/>
                <a:gd name="connsiteX2" fmla="*/ 14734 w 5002845"/>
                <a:gd name="connsiteY2" fmla="*/ 53 h 1172729"/>
                <a:gd name="connsiteX3" fmla="*/ 0 w 5002845"/>
                <a:gd name="connsiteY3" fmla="*/ 0 h 1172729"/>
                <a:gd name="connsiteX4" fmla="*/ 0 w 5002845"/>
                <a:gd name="connsiteY4" fmla="*/ 14286 h 1172729"/>
                <a:gd name="connsiteX5" fmla="*/ 0 w 5002845"/>
                <a:gd name="connsiteY5" fmla="*/ 20203 h 1172729"/>
                <a:gd name="connsiteX6" fmla="*/ 4446507 w 5002845"/>
                <a:gd name="connsiteY6" fmla="*/ 1172693 h 1172729"/>
                <a:gd name="connsiteX7" fmla="*/ 4616280 w 5002845"/>
                <a:gd name="connsiteY7" fmla="*/ 1167226 h 1172729"/>
                <a:gd name="connsiteX8" fmla="*/ 4817782 w 5002845"/>
                <a:gd name="connsiteY8" fmla="*/ 1142862 h 1172729"/>
                <a:gd name="connsiteX9" fmla="*/ 5002845 w 5002845"/>
                <a:gd name="connsiteY9" fmla="*/ 1100624 h 1172729"/>
                <a:gd name="connsiteX10" fmla="*/ 5002845 w 5002845"/>
                <a:gd name="connsiteY10" fmla="*/ 17770 h 1172729"/>
                <a:gd name="connsiteX11" fmla="*/ 1721151 w 5002845"/>
                <a:gd name="connsiteY11" fmla="*/ 6114 h 1172729"/>
                <a:gd name="connsiteX12" fmla="*/ 1724440 w 5002845"/>
                <a:gd name="connsiteY12" fmla="*/ 7563 h 1172729"/>
                <a:gd name="connsiteX13" fmla="*/ 1883292 w 5002845"/>
                <a:gd name="connsiteY13" fmla="*/ 88875 h 1172729"/>
                <a:gd name="connsiteX14" fmla="*/ 2303053 w 5002845"/>
                <a:gd name="connsiteY14" fmla="*/ 358812 h 1172729"/>
                <a:gd name="connsiteX15" fmla="*/ 2856285 w 5002845"/>
                <a:gd name="connsiteY15" fmla="*/ 707733 h 1172729"/>
                <a:gd name="connsiteX16" fmla="*/ 3293483 w 5002845"/>
                <a:gd name="connsiteY16" fmla="*/ 915446 h 1172729"/>
                <a:gd name="connsiteX17" fmla="*/ 4446507 w 5002845"/>
                <a:gd name="connsiteY17" fmla="*/ 1172693 h 117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02845" h="1172729">
                  <a:moveTo>
                    <a:pt x="0" y="20203"/>
                  </a:moveTo>
                  <a:cubicBezTo>
                    <a:pt x="0" y="15560"/>
                    <a:pt x="3386" y="10138"/>
                    <a:pt x="9377" y="4178"/>
                  </a:cubicBezTo>
                  <a:lnTo>
                    <a:pt x="14734" y="53"/>
                  </a:lnTo>
                  <a:lnTo>
                    <a:pt x="0" y="0"/>
                  </a:lnTo>
                  <a:lnTo>
                    <a:pt x="0" y="14286"/>
                  </a:lnTo>
                  <a:cubicBezTo>
                    <a:pt x="0" y="18141"/>
                    <a:pt x="0" y="20199"/>
                    <a:pt x="0" y="20203"/>
                  </a:cubicBezTo>
                  <a:close/>
                  <a:moveTo>
                    <a:pt x="4446507" y="1172693"/>
                  </a:moveTo>
                  <a:cubicBezTo>
                    <a:pt x="4503053" y="1173010"/>
                    <a:pt x="4559667" y="1171242"/>
                    <a:pt x="4616280" y="1167226"/>
                  </a:cubicBezTo>
                  <a:cubicBezTo>
                    <a:pt x="4683684" y="1162449"/>
                    <a:pt x="4751019" y="1154393"/>
                    <a:pt x="4817782" y="1142862"/>
                  </a:cubicBezTo>
                  <a:lnTo>
                    <a:pt x="5002845" y="1100624"/>
                  </a:lnTo>
                  <a:lnTo>
                    <a:pt x="5002845" y="17770"/>
                  </a:lnTo>
                  <a:lnTo>
                    <a:pt x="1721151" y="6114"/>
                  </a:lnTo>
                  <a:lnTo>
                    <a:pt x="1724440" y="7563"/>
                  </a:lnTo>
                  <a:cubicBezTo>
                    <a:pt x="1778427" y="33333"/>
                    <a:pt x="1831436" y="60556"/>
                    <a:pt x="1883292" y="88875"/>
                  </a:cubicBezTo>
                  <a:cubicBezTo>
                    <a:pt x="2029319" y="168602"/>
                    <a:pt x="2169847" y="258730"/>
                    <a:pt x="2303053" y="358812"/>
                  </a:cubicBezTo>
                  <a:cubicBezTo>
                    <a:pt x="2481867" y="493127"/>
                    <a:pt x="2659092" y="602213"/>
                    <a:pt x="2856285" y="707733"/>
                  </a:cubicBezTo>
                  <a:cubicBezTo>
                    <a:pt x="2998635" y="783895"/>
                    <a:pt x="3144339" y="853875"/>
                    <a:pt x="3293483" y="915446"/>
                  </a:cubicBezTo>
                  <a:cubicBezTo>
                    <a:pt x="3658226" y="1066123"/>
                    <a:pt x="4050684" y="1170479"/>
                    <a:pt x="4446507" y="117269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814E60A-6D12-476F-9619-DC9D13D3CF06}"/>
                </a:ext>
              </a:extLst>
            </p:cNvPr>
            <p:cNvSpPr/>
            <p:nvPr userDrawn="1"/>
          </p:nvSpPr>
          <p:spPr>
            <a:xfrm rot="5400000">
              <a:off x="10434804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86EC72-7DD3-4046-8CAF-BEDFA0BB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-9031" y="-2"/>
            <a:ext cx="12210062" cy="5029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949A94-256B-4CAA-A6AD-E0A2AB935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031" y="3886200"/>
            <a:ext cx="12210062" cy="2971800"/>
          </a:xfrm>
          <a:custGeom>
            <a:avLst/>
            <a:gdLst>
              <a:gd name="connsiteX0" fmla="*/ 7946 w 12192000"/>
              <a:gd name="connsiteY0" fmla="*/ 0 h 2898044"/>
              <a:gd name="connsiteX1" fmla="*/ 81449 w 12192000"/>
              <a:gd name="connsiteY1" fmla="*/ 32191 h 2898044"/>
              <a:gd name="connsiteX2" fmla="*/ 92177 w 12192000"/>
              <a:gd name="connsiteY2" fmla="*/ 43500 h 2898044"/>
              <a:gd name="connsiteX3" fmla="*/ 139536 w 12192000"/>
              <a:gd name="connsiteY3" fmla="*/ 71472 h 2898044"/>
              <a:gd name="connsiteX4" fmla="*/ 186896 w 12192000"/>
              <a:gd name="connsiteY4" fmla="*/ 43500 h 2898044"/>
              <a:gd name="connsiteX5" fmla="*/ 197623 w 12192000"/>
              <a:gd name="connsiteY5" fmla="*/ 32191 h 2898044"/>
              <a:gd name="connsiteX6" fmla="*/ 271126 w 12192000"/>
              <a:gd name="connsiteY6" fmla="*/ 0 h 2898044"/>
              <a:gd name="connsiteX7" fmla="*/ 344589 w 12192000"/>
              <a:gd name="connsiteY7" fmla="*/ 32191 h 2898044"/>
              <a:gd name="connsiteX8" fmla="*/ 355317 w 12192000"/>
              <a:gd name="connsiteY8" fmla="*/ 43500 h 2898044"/>
              <a:gd name="connsiteX9" fmla="*/ 402676 w 12192000"/>
              <a:gd name="connsiteY9" fmla="*/ 71472 h 2898044"/>
              <a:gd name="connsiteX10" fmla="*/ 450076 w 12192000"/>
              <a:gd name="connsiteY10" fmla="*/ 43500 h 2898044"/>
              <a:gd name="connsiteX11" fmla="*/ 460803 w 12192000"/>
              <a:gd name="connsiteY11" fmla="*/ 32191 h 2898044"/>
              <a:gd name="connsiteX12" fmla="*/ 534266 w 12192000"/>
              <a:gd name="connsiteY12" fmla="*/ 0 h 2898044"/>
              <a:gd name="connsiteX13" fmla="*/ 607769 w 12192000"/>
              <a:gd name="connsiteY13" fmla="*/ 32191 h 2898044"/>
              <a:gd name="connsiteX14" fmla="*/ 618496 w 12192000"/>
              <a:gd name="connsiteY14" fmla="*/ 43500 h 2898044"/>
              <a:gd name="connsiteX15" fmla="*/ 665856 w 12192000"/>
              <a:gd name="connsiteY15" fmla="*/ 71472 h 2898044"/>
              <a:gd name="connsiteX16" fmla="*/ 713216 w 12192000"/>
              <a:gd name="connsiteY16" fmla="*/ 43500 h 2898044"/>
              <a:gd name="connsiteX17" fmla="*/ 723943 w 12192000"/>
              <a:gd name="connsiteY17" fmla="*/ 32191 h 2898044"/>
              <a:gd name="connsiteX18" fmla="*/ 797446 w 12192000"/>
              <a:gd name="connsiteY18" fmla="*/ 0 h 2898044"/>
              <a:gd name="connsiteX19" fmla="*/ 870909 w 12192000"/>
              <a:gd name="connsiteY19" fmla="*/ 32191 h 2898044"/>
              <a:gd name="connsiteX20" fmla="*/ 881637 w 12192000"/>
              <a:gd name="connsiteY20" fmla="*/ 43500 h 2898044"/>
              <a:gd name="connsiteX21" fmla="*/ 929036 w 12192000"/>
              <a:gd name="connsiteY21" fmla="*/ 71472 h 2898044"/>
              <a:gd name="connsiteX22" fmla="*/ 976396 w 12192000"/>
              <a:gd name="connsiteY22" fmla="*/ 43500 h 2898044"/>
              <a:gd name="connsiteX23" fmla="*/ 987123 w 12192000"/>
              <a:gd name="connsiteY23" fmla="*/ 32191 h 2898044"/>
              <a:gd name="connsiteX24" fmla="*/ 1060586 w 12192000"/>
              <a:gd name="connsiteY24" fmla="*/ 0 h 2898044"/>
              <a:gd name="connsiteX25" fmla="*/ 1134089 w 12192000"/>
              <a:gd name="connsiteY25" fmla="*/ 32191 h 2898044"/>
              <a:gd name="connsiteX26" fmla="*/ 1144816 w 12192000"/>
              <a:gd name="connsiteY26" fmla="*/ 43500 h 2898044"/>
              <a:gd name="connsiteX27" fmla="*/ 1192176 w 12192000"/>
              <a:gd name="connsiteY27" fmla="*/ 71472 h 2898044"/>
              <a:gd name="connsiteX28" fmla="*/ 1239575 w 12192000"/>
              <a:gd name="connsiteY28" fmla="*/ 43500 h 2898044"/>
              <a:gd name="connsiteX29" fmla="*/ 1250303 w 12192000"/>
              <a:gd name="connsiteY29" fmla="*/ 32191 h 2898044"/>
              <a:gd name="connsiteX30" fmla="*/ 1323766 w 12192000"/>
              <a:gd name="connsiteY30" fmla="*/ 0 h 2898044"/>
              <a:gd name="connsiteX31" fmla="*/ 1397269 w 12192000"/>
              <a:gd name="connsiteY31" fmla="*/ 32191 h 2898044"/>
              <a:gd name="connsiteX32" fmla="*/ 1407996 w 12192000"/>
              <a:gd name="connsiteY32" fmla="*/ 43500 h 2898044"/>
              <a:gd name="connsiteX33" fmla="*/ 1455356 w 12192000"/>
              <a:gd name="connsiteY33" fmla="*/ 71472 h 2898044"/>
              <a:gd name="connsiteX34" fmla="*/ 1502716 w 12192000"/>
              <a:gd name="connsiteY34" fmla="*/ 43500 h 2898044"/>
              <a:gd name="connsiteX35" fmla="*/ 1513443 w 12192000"/>
              <a:gd name="connsiteY35" fmla="*/ 32191 h 2898044"/>
              <a:gd name="connsiteX36" fmla="*/ 1586946 w 12192000"/>
              <a:gd name="connsiteY36" fmla="*/ 0 h 2898044"/>
              <a:gd name="connsiteX37" fmla="*/ 1660449 w 12192000"/>
              <a:gd name="connsiteY37" fmla="*/ 32191 h 2898044"/>
              <a:gd name="connsiteX38" fmla="*/ 1671176 w 12192000"/>
              <a:gd name="connsiteY38" fmla="*/ 43500 h 2898044"/>
              <a:gd name="connsiteX39" fmla="*/ 1718536 w 12192000"/>
              <a:gd name="connsiteY39" fmla="*/ 71472 h 2898044"/>
              <a:gd name="connsiteX40" fmla="*/ 1765895 w 12192000"/>
              <a:gd name="connsiteY40" fmla="*/ 43500 h 2898044"/>
              <a:gd name="connsiteX41" fmla="*/ 1776623 w 12192000"/>
              <a:gd name="connsiteY41" fmla="*/ 32191 h 2898044"/>
              <a:gd name="connsiteX42" fmla="*/ 1850126 w 12192000"/>
              <a:gd name="connsiteY42" fmla="*/ 0 h 2898044"/>
              <a:gd name="connsiteX43" fmla="*/ 1923589 w 12192000"/>
              <a:gd name="connsiteY43" fmla="*/ 32191 h 2898044"/>
              <a:gd name="connsiteX44" fmla="*/ 1934316 w 12192000"/>
              <a:gd name="connsiteY44" fmla="*/ 43500 h 2898044"/>
              <a:gd name="connsiteX45" fmla="*/ 1981716 w 12192000"/>
              <a:gd name="connsiteY45" fmla="*/ 71472 h 2898044"/>
              <a:gd name="connsiteX46" fmla="*/ 2029075 w 12192000"/>
              <a:gd name="connsiteY46" fmla="*/ 43500 h 2898044"/>
              <a:gd name="connsiteX47" fmla="*/ 2039803 w 12192000"/>
              <a:gd name="connsiteY47" fmla="*/ 32191 h 2898044"/>
              <a:gd name="connsiteX48" fmla="*/ 2113306 w 12192000"/>
              <a:gd name="connsiteY48" fmla="*/ 0 h 2898044"/>
              <a:gd name="connsiteX49" fmla="*/ 2186769 w 12192000"/>
              <a:gd name="connsiteY49" fmla="*/ 32191 h 2898044"/>
              <a:gd name="connsiteX50" fmla="*/ 2197496 w 12192000"/>
              <a:gd name="connsiteY50" fmla="*/ 43500 h 2898044"/>
              <a:gd name="connsiteX51" fmla="*/ 2244895 w 12192000"/>
              <a:gd name="connsiteY51" fmla="*/ 71472 h 2898044"/>
              <a:gd name="connsiteX52" fmla="*/ 2292255 w 12192000"/>
              <a:gd name="connsiteY52" fmla="*/ 43500 h 2898044"/>
              <a:gd name="connsiteX53" fmla="*/ 2302983 w 12192000"/>
              <a:gd name="connsiteY53" fmla="*/ 32191 h 2898044"/>
              <a:gd name="connsiteX54" fmla="*/ 2376485 w 12192000"/>
              <a:gd name="connsiteY54" fmla="*/ 0 h 2898044"/>
              <a:gd name="connsiteX55" fmla="*/ 2449948 w 12192000"/>
              <a:gd name="connsiteY55" fmla="*/ 32191 h 2898044"/>
              <a:gd name="connsiteX56" fmla="*/ 2460676 w 12192000"/>
              <a:gd name="connsiteY56" fmla="*/ 43500 h 2898044"/>
              <a:gd name="connsiteX57" fmla="*/ 2508035 w 12192000"/>
              <a:gd name="connsiteY57" fmla="*/ 71472 h 2898044"/>
              <a:gd name="connsiteX58" fmla="*/ 2555435 w 12192000"/>
              <a:gd name="connsiteY58" fmla="*/ 43500 h 2898044"/>
              <a:gd name="connsiteX59" fmla="*/ 2566162 w 12192000"/>
              <a:gd name="connsiteY59" fmla="*/ 32191 h 2898044"/>
              <a:gd name="connsiteX60" fmla="*/ 2639665 w 12192000"/>
              <a:gd name="connsiteY60" fmla="*/ 0 h 2898044"/>
              <a:gd name="connsiteX61" fmla="*/ 2713128 w 12192000"/>
              <a:gd name="connsiteY61" fmla="*/ 32191 h 2898044"/>
              <a:gd name="connsiteX62" fmla="*/ 2723856 w 12192000"/>
              <a:gd name="connsiteY62" fmla="*/ 43500 h 2898044"/>
              <a:gd name="connsiteX63" fmla="*/ 2771215 w 12192000"/>
              <a:gd name="connsiteY63" fmla="*/ 71472 h 2898044"/>
              <a:gd name="connsiteX64" fmla="*/ 2818615 w 12192000"/>
              <a:gd name="connsiteY64" fmla="*/ 43500 h 2898044"/>
              <a:gd name="connsiteX65" fmla="*/ 2829342 w 12192000"/>
              <a:gd name="connsiteY65" fmla="*/ 32191 h 2898044"/>
              <a:gd name="connsiteX66" fmla="*/ 2902805 w 12192000"/>
              <a:gd name="connsiteY66" fmla="*/ 0 h 2898044"/>
              <a:gd name="connsiteX67" fmla="*/ 2976308 w 12192000"/>
              <a:gd name="connsiteY67" fmla="*/ 32191 h 2898044"/>
              <a:gd name="connsiteX68" fmla="*/ 2987035 w 12192000"/>
              <a:gd name="connsiteY68" fmla="*/ 43500 h 2898044"/>
              <a:gd name="connsiteX69" fmla="*/ 3034435 w 12192000"/>
              <a:gd name="connsiteY69" fmla="*/ 71472 h 2898044"/>
              <a:gd name="connsiteX70" fmla="*/ 3081794 w 12192000"/>
              <a:gd name="connsiteY70" fmla="*/ 43500 h 2898044"/>
              <a:gd name="connsiteX71" fmla="*/ 3092522 w 12192000"/>
              <a:gd name="connsiteY71" fmla="*/ 32191 h 2898044"/>
              <a:gd name="connsiteX72" fmla="*/ 3166025 w 12192000"/>
              <a:gd name="connsiteY72" fmla="*/ 0 h 2898044"/>
              <a:gd name="connsiteX73" fmla="*/ 3239488 w 12192000"/>
              <a:gd name="connsiteY73" fmla="*/ 32191 h 2898044"/>
              <a:gd name="connsiteX74" fmla="*/ 3250215 w 12192000"/>
              <a:gd name="connsiteY74" fmla="*/ 43500 h 2898044"/>
              <a:gd name="connsiteX75" fmla="*/ 3297615 w 12192000"/>
              <a:gd name="connsiteY75" fmla="*/ 71472 h 2898044"/>
              <a:gd name="connsiteX76" fmla="*/ 3344974 w 12192000"/>
              <a:gd name="connsiteY76" fmla="*/ 43500 h 2898044"/>
              <a:gd name="connsiteX77" fmla="*/ 3355702 w 12192000"/>
              <a:gd name="connsiteY77" fmla="*/ 32191 h 2898044"/>
              <a:gd name="connsiteX78" fmla="*/ 3429165 w 12192000"/>
              <a:gd name="connsiteY78" fmla="*/ 0 h 2898044"/>
              <a:gd name="connsiteX79" fmla="*/ 3502668 w 12192000"/>
              <a:gd name="connsiteY79" fmla="*/ 32191 h 2898044"/>
              <a:gd name="connsiteX80" fmla="*/ 3513395 w 12192000"/>
              <a:gd name="connsiteY80" fmla="*/ 43500 h 2898044"/>
              <a:gd name="connsiteX81" fmla="*/ 3560794 w 12192000"/>
              <a:gd name="connsiteY81" fmla="*/ 71472 h 2898044"/>
              <a:gd name="connsiteX82" fmla="*/ 3608154 w 12192000"/>
              <a:gd name="connsiteY82" fmla="*/ 43500 h 2898044"/>
              <a:gd name="connsiteX83" fmla="*/ 3618882 w 12192000"/>
              <a:gd name="connsiteY83" fmla="*/ 32191 h 2898044"/>
              <a:gd name="connsiteX84" fmla="*/ 3692385 w 12192000"/>
              <a:gd name="connsiteY84" fmla="*/ 0 h 2898044"/>
              <a:gd name="connsiteX85" fmla="*/ 3765848 w 12192000"/>
              <a:gd name="connsiteY85" fmla="*/ 32191 h 2898044"/>
              <a:gd name="connsiteX86" fmla="*/ 3776575 w 12192000"/>
              <a:gd name="connsiteY86" fmla="*/ 43500 h 2898044"/>
              <a:gd name="connsiteX87" fmla="*/ 3823974 w 12192000"/>
              <a:gd name="connsiteY87" fmla="*/ 71472 h 2898044"/>
              <a:gd name="connsiteX88" fmla="*/ 3871334 w 12192000"/>
              <a:gd name="connsiteY88" fmla="*/ 43500 h 2898044"/>
              <a:gd name="connsiteX89" fmla="*/ 3882061 w 12192000"/>
              <a:gd name="connsiteY89" fmla="*/ 32191 h 2898044"/>
              <a:gd name="connsiteX90" fmla="*/ 3955564 w 12192000"/>
              <a:gd name="connsiteY90" fmla="*/ 0 h 2898044"/>
              <a:gd name="connsiteX91" fmla="*/ 4029067 w 12192000"/>
              <a:gd name="connsiteY91" fmla="*/ 32191 h 2898044"/>
              <a:gd name="connsiteX92" fmla="*/ 4039795 w 12192000"/>
              <a:gd name="connsiteY92" fmla="*/ 43500 h 2898044"/>
              <a:gd name="connsiteX93" fmla="*/ 4087154 w 12192000"/>
              <a:gd name="connsiteY93" fmla="*/ 71472 h 2898044"/>
              <a:gd name="connsiteX94" fmla="*/ 4134554 w 12192000"/>
              <a:gd name="connsiteY94" fmla="*/ 43500 h 2898044"/>
              <a:gd name="connsiteX95" fmla="*/ 4145281 w 12192000"/>
              <a:gd name="connsiteY95" fmla="*/ 32191 h 2898044"/>
              <a:gd name="connsiteX96" fmla="*/ 4218744 w 12192000"/>
              <a:gd name="connsiteY96" fmla="*/ 0 h 2898044"/>
              <a:gd name="connsiteX97" fmla="*/ 4292248 w 12192000"/>
              <a:gd name="connsiteY97" fmla="*/ 32191 h 2898044"/>
              <a:gd name="connsiteX98" fmla="*/ 4302975 w 12192000"/>
              <a:gd name="connsiteY98" fmla="*/ 43500 h 2898044"/>
              <a:gd name="connsiteX99" fmla="*/ 4350334 w 12192000"/>
              <a:gd name="connsiteY99" fmla="*/ 71472 h 2898044"/>
              <a:gd name="connsiteX100" fmla="*/ 4397733 w 12192000"/>
              <a:gd name="connsiteY100" fmla="*/ 43500 h 2898044"/>
              <a:gd name="connsiteX101" fmla="*/ 4408461 w 12192000"/>
              <a:gd name="connsiteY101" fmla="*/ 32191 h 2898044"/>
              <a:gd name="connsiteX102" fmla="*/ 4481924 w 12192000"/>
              <a:gd name="connsiteY102" fmla="*/ 0 h 2898044"/>
              <a:gd name="connsiteX103" fmla="*/ 4555387 w 12192000"/>
              <a:gd name="connsiteY103" fmla="*/ 32191 h 2898044"/>
              <a:gd name="connsiteX104" fmla="*/ 4566115 w 12192000"/>
              <a:gd name="connsiteY104" fmla="*/ 43500 h 2898044"/>
              <a:gd name="connsiteX105" fmla="*/ 4613514 w 12192000"/>
              <a:gd name="connsiteY105" fmla="*/ 71472 h 2898044"/>
              <a:gd name="connsiteX106" fmla="*/ 4660873 w 12192000"/>
              <a:gd name="connsiteY106" fmla="*/ 43500 h 2898044"/>
              <a:gd name="connsiteX107" fmla="*/ 4671601 w 12192000"/>
              <a:gd name="connsiteY107" fmla="*/ 32191 h 2898044"/>
              <a:gd name="connsiteX108" fmla="*/ 4745064 w 12192000"/>
              <a:gd name="connsiteY108" fmla="*/ 0 h 2898044"/>
              <a:gd name="connsiteX109" fmla="*/ 4818568 w 12192000"/>
              <a:gd name="connsiteY109" fmla="*/ 32191 h 2898044"/>
              <a:gd name="connsiteX110" fmla="*/ 4829295 w 12192000"/>
              <a:gd name="connsiteY110" fmla="*/ 43500 h 2898044"/>
              <a:gd name="connsiteX111" fmla="*/ 4876694 w 12192000"/>
              <a:gd name="connsiteY111" fmla="*/ 71472 h 2898044"/>
              <a:gd name="connsiteX112" fmla="*/ 4924053 w 12192000"/>
              <a:gd name="connsiteY112" fmla="*/ 43500 h 2898044"/>
              <a:gd name="connsiteX113" fmla="*/ 4934782 w 12192000"/>
              <a:gd name="connsiteY113" fmla="*/ 32191 h 2898044"/>
              <a:gd name="connsiteX114" fmla="*/ 5008284 w 12192000"/>
              <a:gd name="connsiteY114" fmla="*/ 0 h 2898044"/>
              <a:gd name="connsiteX115" fmla="*/ 5081747 w 12192000"/>
              <a:gd name="connsiteY115" fmla="*/ 32191 h 2898044"/>
              <a:gd name="connsiteX116" fmla="*/ 5092474 w 12192000"/>
              <a:gd name="connsiteY116" fmla="*/ 43500 h 2898044"/>
              <a:gd name="connsiteX117" fmla="*/ 5139834 w 12192000"/>
              <a:gd name="connsiteY117" fmla="*/ 71472 h 2898044"/>
              <a:gd name="connsiteX118" fmla="*/ 5187233 w 12192000"/>
              <a:gd name="connsiteY118" fmla="*/ 43500 h 2898044"/>
              <a:gd name="connsiteX119" fmla="*/ 5197961 w 12192000"/>
              <a:gd name="connsiteY119" fmla="*/ 32191 h 2898044"/>
              <a:gd name="connsiteX120" fmla="*/ 5271424 w 12192000"/>
              <a:gd name="connsiteY120" fmla="*/ 0 h 2898044"/>
              <a:gd name="connsiteX121" fmla="*/ 5344927 w 12192000"/>
              <a:gd name="connsiteY121" fmla="*/ 32191 h 2898044"/>
              <a:gd name="connsiteX122" fmla="*/ 5355654 w 12192000"/>
              <a:gd name="connsiteY122" fmla="*/ 43500 h 2898044"/>
              <a:gd name="connsiteX123" fmla="*/ 5403014 w 12192000"/>
              <a:gd name="connsiteY123" fmla="*/ 71472 h 2898044"/>
              <a:gd name="connsiteX124" fmla="*/ 5450413 w 12192000"/>
              <a:gd name="connsiteY124" fmla="*/ 43500 h 2898044"/>
              <a:gd name="connsiteX125" fmla="*/ 5461141 w 12192000"/>
              <a:gd name="connsiteY125" fmla="*/ 32191 h 2898044"/>
              <a:gd name="connsiteX126" fmla="*/ 5534604 w 12192000"/>
              <a:gd name="connsiteY126" fmla="*/ 0 h 2898044"/>
              <a:gd name="connsiteX127" fmla="*/ 5608107 w 12192000"/>
              <a:gd name="connsiteY127" fmla="*/ 32191 h 2898044"/>
              <a:gd name="connsiteX128" fmla="*/ 5618834 w 12192000"/>
              <a:gd name="connsiteY128" fmla="*/ 43500 h 2898044"/>
              <a:gd name="connsiteX129" fmla="*/ 5666233 w 12192000"/>
              <a:gd name="connsiteY129" fmla="*/ 71472 h 2898044"/>
              <a:gd name="connsiteX130" fmla="*/ 5713593 w 12192000"/>
              <a:gd name="connsiteY130" fmla="*/ 43500 h 2898044"/>
              <a:gd name="connsiteX131" fmla="*/ 5724320 w 12192000"/>
              <a:gd name="connsiteY131" fmla="*/ 32191 h 2898044"/>
              <a:gd name="connsiteX132" fmla="*/ 5797824 w 12192000"/>
              <a:gd name="connsiteY132" fmla="*/ 0 h 2898044"/>
              <a:gd name="connsiteX133" fmla="*/ 5871286 w 12192000"/>
              <a:gd name="connsiteY133" fmla="*/ 32191 h 2898044"/>
              <a:gd name="connsiteX134" fmla="*/ 5882013 w 12192000"/>
              <a:gd name="connsiteY134" fmla="*/ 43500 h 2898044"/>
              <a:gd name="connsiteX135" fmla="*/ 5929413 w 12192000"/>
              <a:gd name="connsiteY135" fmla="*/ 71472 h 2898044"/>
              <a:gd name="connsiteX136" fmla="*/ 5976774 w 12192000"/>
              <a:gd name="connsiteY136" fmla="*/ 43500 h 2898044"/>
              <a:gd name="connsiteX137" fmla="*/ 5987501 w 12192000"/>
              <a:gd name="connsiteY137" fmla="*/ 32191 h 2898044"/>
              <a:gd name="connsiteX138" fmla="*/ 6061003 w 12192000"/>
              <a:gd name="connsiteY138" fmla="*/ 0 h 2898044"/>
              <a:gd name="connsiteX139" fmla="*/ 6134506 w 12192000"/>
              <a:gd name="connsiteY139" fmla="*/ 32191 h 2898044"/>
              <a:gd name="connsiteX140" fmla="*/ 6145233 w 12192000"/>
              <a:gd name="connsiteY140" fmla="*/ 43500 h 2898044"/>
              <a:gd name="connsiteX141" fmla="*/ 6192593 w 12192000"/>
              <a:gd name="connsiteY141" fmla="*/ 71472 h 2898044"/>
              <a:gd name="connsiteX142" fmla="*/ 6239992 w 12192000"/>
              <a:gd name="connsiteY142" fmla="*/ 43500 h 2898044"/>
              <a:gd name="connsiteX143" fmla="*/ 6250720 w 12192000"/>
              <a:gd name="connsiteY143" fmla="*/ 32191 h 2898044"/>
              <a:gd name="connsiteX144" fmla="*/ 6324222 w 12192000"/>
              <a:gd name="connsiteY144" fmla="*/ 0 h 2898044"/>
              <a:gd name="connsiteX145" fmla="*/ 6397686 w 12192000"/>
              <a:gd name="connsiteY145" fmla="*/ 32191 h 2898044"/>
              <a:gd name="connsiteX146" fmla="*/ 6408413 w 12192000"/>
              <a:gd name="connsiteY146" fmla="*/ 43500 h 2898044"/>
              <a:gd name="connsiteX147" fmla="*/ 6455812 w 12192000"/>
              <a:gd name="connsiteY147" fmla="*/ 71472 h 2898044"/>
              <a:gd name="connsiteX148" fmla="*/ 6503212 w 12192000"/>
              <a:gd name="connsiteY148" fmla="*/ 43500 h 2898044"/>
              <a:gd name="connsiteX149" fmla="*/ 6513939 w 12192000"/>
              <a:gd name="connsiteY149" fmla="*/ 32191 h 2898044"/>
              <a:gd name="connsiteX150" fmla="*/ 6587442 w 12192000"/>
              <a:gd name="connsiteY150" fmla="*/ 0 h 2898044"/>
              <a:gd name="connsiteX151" fmla="*/ 6660905 w 12192000"/>
              <a:gd name="connsiteY151" fmla="*/ 32191 h 2898044"/>
              <a:gd name="connsiteX152" fmla="*/ 6671632 w 12192000"/>
              <a:gd name="connsiteY152" fmla="*/ 43500 h 2898044"/>
              <a:gd name="connsiteX153" fmla="*/ 6719032 w 12192000"/>
              <a:gd name="connsiteY153" fmla="*/ 71472 h 2898044"/>
              <a:gd name="connsiteX154" fmla="*/ 6766392 w 12192000"/>
              <a:gd name="connsiteY154" fmla="*/ 43500 h 2898044"/>
              <a:gd name="connsiteX155" fmla="*/ 6777119 w 12192000"/>
              <a:gd name="connsiteY155" fmla="*/ 32191 h 2898044"/>
              <a:gd name="connsiteX156" fmla="*/ 6850622 w 12192000"/>
              <a:gd name="connsiteY156" fmla="*/ 0 h 2898044"/>
              <a:gd name="connsiteX157" fmla="*/ 6924085 w 12192000"/>
              <a:gd name="connsiteY157" fmla="*/ 32191 h 2898044"/>
              <a:gd name="connsiteX158" fmla="*/ 6934813 w 12192000"/>
              <a:gd name="connsiteY158" fmla="*/ 43500 h 2898044"/>
              <a:gd name="connsiteX159" fmla="*/ 6982212 w 12192000"/>
              <a:gd name="connsiteY159" fmla="*/ 71472 h 2898044"/>
              <a:gd name="connsiteX160" fmla="*/ 7029611 w 12192000"/>
              <a:gd name="connsiteY160" fmla="*/ 43500 h 2898044"/>
              <a:gd name="connsiteX161" fmla="*/ 7040339 w 12192000"/>
              <a:gd name="connsiteY161" fmla="*/ 32191 h 2898044"/>
              <a:gd name="connsiteX162" fmla="*/ 7113841 w 12192000"/>
              <a:gd name="connsiteY162" fmla="*/ 0 h 2898044"/>
              <a:gd name="connsiteX163" fmla="*/ 7187344 w 12192000"/>
              <a:gd name="connsiteY163" fmla="*/ 32191 h 2898044"/>
              <a:gd name="connsiteX164" fmla="*/ 7198071 w 12192000"/>
              <a:gd name="connsiteY164" fmla="*/ 43500 h 2898044"/>
              <a:gd name="connsiteX165" fmla="*/ 7245431 w 12192000"/>
              <a:gd name="connsiteY165" fmla="*/ 71472 h 2898044"/>
              <a:gd name="connsiteX166" fmla="*/ 7292831 w 12192000"/>
              <a:gd name="connsiteY166" fmla="*/ 43500 h 2898044"/>
              <a:gd name="connsiteX167" fmla="*/ 7303558 w 12192000"/>
              <a:gd name="connsiteY167" fmla="*/ 32191 h 2898044"/>
              <a:gd name="connsiteX168" fmla="*/ 7377061 w 12192000"/>
              <a:gd name="connsiteY168" fmla="*/ 0 h 2898044"/>
              <a:gd name="connsiteX169" fmla="*/ 7450564 w 12192000"/>
              <a:gd name="connsiteY169" fmla="*/ 32191 h 2898044"/>
              <a:gd name="connsiteX170" fmla="*/ 7461291 w 12192000"/>
              <a:gd name="connsiteY170" fmla="*/ 43500 h 2898044"/>
              <a:gd name="connsiteX171" fmla="*/ 7508691 w 12192000"/>
              <a:gd name="connsiteY171" fmla="*/ 71472 h 2898044"/>
              <a:gd name="connsiteX172" fmla="*/ 7556090 w 12192000"/>
              <a:gd name="connsiteY172" fmla="*/ 43500 h 2898044"/>
              <a:gd name="connsiteX173" fmla="*/ 7566817 w 12192000"/>
              <a:gd name="connsiteY173" fmla="*/ 32191 h 2898044"/>
              <a:gd name="connsiteX174" fmla="*/ 7596238 w 12192000"/>
              <a:gd name="connsiteY174" fmla="*/ 9967 h 2898044"/>
              <a:gd name="connsiteX175" fmla="*/ 7633026 w 12192000"/>
              <a:gd name="connsiteY175" fmla="*/ 1649 h 2898044"/>
              <a:gd name="connsiteX176" fmla="*/ 7633026 w 12192000"/>
              <a:gd name="connsiteY176" fmla="*/ 1 h 2898044"/>
              <a:gd name="connsiteX177" fmla="*/ 7636670 w 12192000"/>
              <a:gd name="connsiteY177" fmla="*/ 825 h 2898044"/>
              <a:gd name="connsiteX178" fmla="*/ 7640320 w 12192000"/>
              <a:gd name="connsiteY178" fmla="*/ 0 h 2898044"/>
              <a:gd name="connsiteX179" fmla="*/ 7640320 w 12192000"/>
              <a:gd name="connsiteY179" fmla="*/ 1651 h 2898044"/>
              <a:gd name="connsiteX180" fmla="*/ 7677094 w 12192000"/>
              <a:gd name="connsiteY180" fmla="*/ 9968 h 2898044"/>
              <a:gd name="connsiteX181" fmla="*/ 7706529 w 12192000"/>
              <a:gd name="connsiteY181" fmla="*/ 32192 h 2898044"/>
              <a:gd name="connsiteX182" fmla="*/ 7717257 w 12192000"/>
              <a:gd name="connsiteY182" fmla="*/ 43501 h 2898044"/>
              <a:gd name="connsiteX183" fmla="*/ 7764616 w 12192000"/>
              <a:gd name="connsiteY183" fmla="*/ 71473 h 2898044"/>
              <a:gd name="connsiteX184" fmla="*/ 7811976 w 12192000"/>
              <a:gd name="connsiteY184" fmla="*/ 43501 h 2898044"/>
              <a:gd name="connsiteX185" fmla="*/ 7822703 w 12192000"/>
              <a:gd name="connsiteY185" fmla="*/ 32192 h 2898044"/>
              <a:gd name="connsiteX186" fmla="*/ 7896206 w 12192000"/>
              <a:gd name="connsiteY186" fmla="*/ 1 h 2898044"/>
              <a:gd name="connsiteX187" fmla="*/ 7969669 w 12192000"/>
              <a:gd name="connsiteY187" fmla="*/ 32192 h 2898044"/>
              <a:gd name="connsiteX188" fmla="*/ 7980397 w 12192000"/>
              <a:gd name="connsiteY188" fmla="*/ 43501 h 2898044"/>
              <a:gd name="connsiteX189" fmla="*/ 8027756 w 12192000"/>
              <a:gd name="connsiteY189" fmla="*/ 71473 h 2898044"/>
              <a:gd name="connsiteX190" fmla="*/ 8075156 w 12192000"/>
              <a:gd name="connsiteY190" fmla="*/ 43501 h 2898044"/>
              <a:gd name="connsiteX191" fmla="*/ 8085883 w 12192000"/>
              <a:gd name="connsiteY191" fmla="*/ 32192 h 2898044"/>
              <a:gd name="connsiteX192" fmla="*/ 8159346 w 12192000"/>
              <a:gd name="connsiteY192" fmla="*/ 1 h 2898044"/>
              <a:gd name="connsiteX193" fmla="*/ 8232849 w 12192000"/>
              <a:gd name="connsiteY193" fmla="*/ 32192 h 2898044"/>
              <a:gd name="connsiteX194" fmla="*/ 8243576 w 12192000"/>
              <a:gd name="connsiteY194" fmla="*/ 43501 h 2898044"/>
              <a:gd name="connsiteX195" fmla="*/ 8290936 w 12192000"/>
              <a:gd name="connsiteY195" fmla="*/ 71473 h 2898044"/>
              <a:gd name="connsiteX196" fmla="*/ 8338296 w 12192000"/>
              <a:gd name="connsiteY196" fmla="*/ 43501 h 2898044"/>
              <a:gd name="connsiteX197" fmla="*/ 8349023 w 12192000"/>
              <a:gd name="connsiteY197" fmla="*/ 32192 h 2898044"/>
              <a:gd name="connsiteX198" fmla="*/ 8422526 w 12192000"/>
              <a:gd name="connsiteY198" fmla="*/ 1 h 2898044"/>
              <a:gd name="connsiteX199" fmla="*/ 8495989 w 12192000"/>
              <a:gd name="connsiteY199" fmla="*/ 32192 h 2898044"/>
              <a:gd name="connsiteX200" fmla="*/ 8506717 w 12192000"/>
              <a:gd name="connsiteY200" fmla="*/ 43501 h 2898044"/>
              <a:gd name="connsiteX201" fmla="*/ 8554116 w 12192000"/>
              <a:gd name="connsiteY201" fmla="*/ 71473 h 2898044"/>
              <a:gd name="connsiteX202" fmla="*/ 8601476 w 12192000"/>
              <a:gd name="connsiteY202" fmla="*/ 43501 h 2898044"/>
              <a:gd name="connsiteX203" fmla="*/ 8612203 w 12192000"/>
              <a:gd name="connsiteY203" fmla="*/ 32192 h 2898044"/>
              <a:gd name="connsiteX204" fmla="*/ 8685666 w 12192000"/>
              <a:gd name="connsiteY204" fmla="*/ 1 h 2898044"/>
              <a:gd name="connsiteX205" fmla="*/ 8759169 w 12192000"/>
              <a:gd name="connsiteY205" fmla="*/ 32192 h 2898044"/>
              <a:gd name="connsiteX206" fmla="*/ 8769896 w 12192000"/>
              <a:gd name="connsiteY206" fmla="*/ 43501 h 2898044"/>
              <a:gd name="connsiteX207" fmla="*/ 8817256 w 12192000"/>
              <a:gd name="connsiteY207" fmla="*/ 71473 h 2898044"/>
              <a:gd name="connsiteX208" fmla="*/ 8864655 w 12192000"/>
              <a:gd name="connsiteY208" fmla="*/ 43501 h 2898044"/>
              <a:gd name="connsiteX209" fmla="*/ 8875383 w 12192000"/>
              <a:gd name="connsiteY209" fmla="*/ 32192 h 2898044"/>
              <a:gd name="connsiteX210" fmla="*/ 8948846 w 12192000"/>
              <a:gd name="connsiteY210" fmla="*/ 1 h 2898044"/>
              <a:gd name="connsiteX211" fmla="*/ 9022349 w 12192000"/>
              <a:gd name="connsiteY211" fmla="*/ 32192 h 2898044"/>
              <a:gd name="connsiteX212" fmla="*/ 9033076 w 12192000"/>
              <a:gd name="connsiteY212" fmla="*/ 43501 h 2898044"/>
              <a:gd name="connsiteX213" fmla="*/ 9080436 w 12192000"/>
              <a:gd name="connsiteY213" fmla="*/ 71473 h 2898044"/>
              <a:gd name="connsiteX214" fmla="*/ 9127796 w 12192000"/>
              <a:gd name="connsiteY214" fmla="*/ 43501 h 2898044"/>
              <a:gd name="connsiteX215" fmla="*/ 9138523 w 12192000"/>
              <a:gd name="connsiteY215" fmla="*/ 32192 h 2898044"/>
              <a:gd name="connsiteX216" fmla="*/ 9212026 w 12192000"/>
              <a:gd name="connsiteY216" fmla="*/ 1 h 2898044"/>
              <a:gd name="connsiteX217" fmla="*/ 9285529 w 12192000"/>
              <a:gd name="connsiteY217" fmla="*/ 32192 h 2898044"/>
              <a:gd name="connsiteX218" fmla="*/ 9296256 w 12192000"/>
              <a:gd name="connsiteY218" fmla="*/ 43501 h 2898044"/>
              <a:gd name="connsiteX219" fmla="*/ 9343616 w 12192000"/>
              <a:gd name="connsiteY219" fmla="*/ 71473 h 2898044"/>
              <a:gd name="connsiteX220" fmla="*/ 9390975 w 12192000"/>
              <a:gd name="connsiteY220" fmla="*/ 43501 h 2898044"/>
              <a:gd name="connsiteX221" fmla="*/ 9401703 w 12192000"/>
              <a:gd name="connsiteY221" fmla="*/ 32192 h 2898044"/>
              <a:gd name="connsiteX222" fmla="*/ 9475206 w 12192000"/>
              <a:gd name="connsiteY222" fmla="*/ 1 h 2898044"/>
              <a:gd name="connsiteX223" fmla="*/ 9548669 w 12192000"/>
              <a:gd name="connsiteY223" fmla="*/ 32192 h 2898044"/>
              <a:gd name="connsiteX224" fmla="*/ 9559396 w 12192000"/>
              <a:gd name="connsiteY224" fmla="*/ 43501 h 2898044"/>
              <a:gd name="connsiteX225" fmla="*/ 9606796 w 12192000"/>
              <a:gd name="connsiteY225" fmla="*/ 71473 h 2898044"/>
              <a:gd name="connsiteX226" fmla="*/ 9654155 w 12192000"/>
              <a:gd name="connsiteY226" fmla="*/ 43501 h 2898044"/>
              <a:gd name="connsiteX227" fmla="*/ 9664883 w 12192000"/>
              <a:gd name="connsiteY227" fmla="*/ 32192 h 2898044"/>
              <a:gd name="connsiteX228" fmla="*/ 9738386 w 12192000"/>
              <a:gd name="connsiteY228" fmla="*/ 1 h 2898044"/>
              <a:gd name="connsiteX229" fmla="*/ 9811849 w 12192000"/>
              <a:gd name="connsiteY229" fmla="*/ 32192 h 2898044"/>
              <a:gd name="connsiteX230" fmla="*/ 9822576 w 12192000"/>
              <a:gd name="connsiteY230" fmla="*/ 43501 h 2898044"/>
              <a:gd name="connsiteX231" fmla="*/ 9869975 w 12192000"/>
              <a:gd name="connsiteY231" fmla="*/ 71473 h 2898044"/>
              <a:gd name="connsiteX232" fmla="*/ 9917335 w 12192000"/>
              <a:gd name="connsiteY232" fmla="*/ 43501 h 2898044"/>
              <a:gd name="connsiteX233" fmla="*/ 9928063 w 12192000"/>
              <a:gd name="connsiteY233" fmla="*/ 32192 h 2898044"/>
              <a:gd name="connsiteX234" fmla="*/ 10001565 w 12192000"/>
              <a:gd name="connsiteY234" fmla="*/ 1 h 2898044"/>
              <a:gd name="connsiteX235" fmla="*/ 10075028 w 12192000"/>
              <a:gd name="connsiteY235" fmla="*/ 32192 h 2898044"/>
              <a:gd name="connsiteX236" fmla="*/ 10085756 w 12192000"/>
              <a:gd name="connsiteY236" fmla="*/ 43501 h 2898044"/>
              <a:gd name="connsiteX237" fmla="*/ 10133115 w 12192000"/>
              <a:gd name="connsiteY237" fmla="*/ 71473 h 2898044"/>
              <a:gd name="connsiteX238" fmla="*/ 10180515 w 12192000"/>
              <a:gd name="connsiteY238" fmla="*/ 43501 h 2898044"/>
              <a:gd name="connsiteX239" fmla="*/ 10191242 w 12192000"/>
              <a:gd name="connsiteY239" fmla="*/ 32192 h 2898044"/>
              <a:gd name="connsiteX240" fmla="*/ 10264745 w 12192000"/>
              <a:gd name="connsiteY240" fmla="*/ 1 h 2898044"/>
              <a:gd name="connsiteX241" fmla="*/ 10338208 w 12192000"/>
              <a:gd name="connsiteY241" fmla="*/ 32192 h 2898044"/>
              <a:gd name="connsiteX242" fmla="*/ 10348936 w 12192000"/>
              <a:gd name="connsiteY242" fmla="*/ 43501 h 2898044"/>
              <a:gd name="connsiteX243" fmla="*/ 10396295 w 12192000"/>
              <a:gd name="connsiteY243" fmla="*/ 71473 h 2898044"/>
              <a:gd name="connsiteX244" fmla="*/ 10443695 w 12192000"/>
              <a:gd name="connsiteY244" fmla="*/ 43501 h 2898044"/>
              <a:gd name="connsiteX245" fmla="*/ 10454422 w 12192000"/>
              <a:gd name="connsiteY245" fmla="*/ 32192 h 2898044"/>
              <a:gd name="connsiteX246" fmla="*/ 10527885 w 12192000"/>
              <a:gd name="connsiteY246" fmla="*/ 1 h 2898044"/>
              <a:gd name="connsiteX247" fmla="*/ 10601388 w 12192000"/>
              <a:gd name="connsiteY247" fmla="*/ 32192 h 2898044"/>
              <a:gd name="connsiteX248" fmla="*/ 10612115 w 12192000"/>
              <a:gd name="connsiteY248" fmla="*/ 43501 h 2898044"/>
              <a:gd name="connsiteX249" fmla="*/ 10659515 w 12192000"/>
              <a:gd name="connsiteY249" fmla="*/ 71473 h 2898044"/>
              <a:gd name="connsiteX250" fmla="*/ 10706874 w 12192000"/>
              <a:gd name="connsiteY250" fmla="*/ 43501 h 2898044"/>
              <a:gd name="connsiteX251" fmla="*/ 10717602 w 12192000"/>
              <a:gd name="connsiteY251" fmla="*/ 32192 h 2898044"/>
              <a:gd name="connsiteX252" fmla="*/ 10791105 w 12192000"/>
              <a:gd name="connsiteY252" fmla="*/ 1 h 2898044"/>
              <a:gd name="connsiteX253" fmla="*/ 10864568 w 12192000"/>
              <a:gd name="connsiteY253" fmla="*/ 32192 h 2898044"/>
              <a:gd name="connsiteX254" fmla="*/ 10875295 w 12192000"/>
              <a:gd name="connsiteY254" fmla="*/ 43501 h 2898044"/>
              <a:gd name="connsiteX255" fmla="*/ 10922695 w 12192000"/>
              <a:gd name="connsiteY255" fmla="*/ 71473 h 2898044"/>
              <a:gd name="connsiteX256" fmla="*/ 10970054 w 12192000"/>
              <a:gd name="connsiteY256" fmla="*/ 43501 h 2898044"/>
              <a:gd name="connsiteX257" fmla="*/ 10980782 w 12192000"/>
              <a:gd name="connsiteY257" fmla="*/ 32192 h 2898044"/>
              <a:gd name="connsiteX258" fmla="*/ 11054245 w 12192000"/>
              <a:gd name="connsiteY258" fmla="*/ 1 h 2898044"/>
              <a:gd name="connsiteX259" fmla="*/ 11127748 w 12192000"/>
              <a:gd name="connsiteY259" fmla="*/ 32192 h 2898044"/>
              <a:gd name="connsiteX260" fmla="*/ 11138475 w 12192000"/>
              <a:gd name="connsiteY260" fmla="*/ 43501 h 2898044"/>
              <a:gd name="connsiteX261" fmla="*/ 11185874 w 12192000"/>
              <a:gd name="connsiteY261" fmla="*/ 71473 h 2898044"/>
              <a:gd name="connsiteX262" fmla="*/ 11233234 w 12192000"/>
              <a:gd name="connsiteY262" fmla="*/ 43501 h 2898044"/>
              <a:gd name="connsiteX263" fmla="*/ 11243962 w 12192000"/>
              <a:gd name="connsiteY263" fmla="*/ 32192 h 2898044"/>
              <a:gd name="connsiteX264" fmla="*/ 11317465 w 12192000"/>
              <a:gd name="connsiteY264" fmla="*/ 1 h 2898044"/>
              <a:gd name="connsiteX265" fmla="*/ 11390928 w 12192000"/>
              <a:gd name="connsiteY265" fmla="*/ 32192 h 2898044"/>
              <a:gd name="connsiteX266" fmla="*/ 11401655 w 12192000"/>
              <a:gd name="connsiteY266" fmla="*/ 43501 h 2898044"/>
              <a:gd name="connsiteX267" fmla="*/ 11449054 w 12192000"/>
              <a:gd name="connsiteY267" fmla="*/ 71473 h 2898044"/>
              <a:gd name="connsiteX268" fmla="*/ 11496414 w 12192000"/>
              <a:gd name="connsiteY268" fmla="*/ 43501 h 2898044"/>
              <a:gd name="connsiteX269" fmla="*/ 11507141 w 12192000"/>
              <a:gd name="connsiteY269" fmla="*/ 32192 h 2898044"/>
              <a:gd name="connsiteX270" fmla="*/ 11580644 w 12192000"/>
              <a:gd name="connsiteY270" fmla="*/ 1 h 2898044"/>
              <a:gd name="connsiteX271" fmla="*/ 11654147 w 12192000"/>
              <a:gd name="connsiteY271" fmla="*/ 32192 h 2898044"/>
              <a:gd name="connsiteX272" fmla="*/ 11664875 w 12192000"/>
              <a:gd name="connsiteY272" fmla="*/ 43501 h 2898044"/>
              <a:gd name="connsiteX273" fmla="*/ 11712234 w 12192000"/>
              <a:gd name="connsiteY273" fmla="*/ 71473 h 2898044"/>
              <a:gd name="connsiteX274" fmla="*/ 11759634 w 12192000"/>
              <a:gd name="connsiteY274" fmla="*/ 43501 h 2898044"/>
              <a:gd name="connsiteX275" fmla="*/ 11770361 w 12192000"/>
              <a:gd name="connsiteY275" fmla="*/ 32192 h 2898044"/>
              <a:gd name="connsiteX276" fmla="*/ 11843824 w 12192000"/>
              <a:gd name="connsiteY276" fmla="*/ 1 h 2898044"/>
              <a:gd name="connsiteX277" fmla="*/ 11917327 w 12192000"/>
              <a:gd name="connsiteY277" fmla="*/ 32192 h 2898044"/>
              <a:gd name="connsiteX278" fmla="*/ 11928055 w 12192000"/>
              <a:gd name="connsiteY278" fmla="*/ 43501 h 2898044"/>
              <a:gd name="connsiteX279" fmla="*/ 11975414 w 12192000"/>
              <a:gd name="connsiteY279" fmla="*/ 71473 h 2898044"/>
              <a:gd name="connsiteX280" fmla="*/ 12022813 w 12192000"/>
              <a:gd name="connsiteY280" fmla="*/ 43501 h 2898044"/>
              <a:gd name="connsiteX281" fmla="*/ 12033541 w 12192000"/>
              <a:gd name="connsiteY281" fmla="*/ 32192 h 2898044"/>
              <a:gd name="connsiteX282" fmla="*/ 12107004 w 12192000"/>
              <a:gd name="connsiteY282" fmla="*/ 1 h 2898044"/>
              <a:gd name="connsiteX283" fmla="*/ 12180467 w 12192000"/>
              <a:gd name="connsiteY283" fmla="*/ 32192 h 2898044"/>
              <a:gd name="connsiteX284" fmla="*/ 12191195 w 12192000"/>
              <a:gd name="connsiteY284" fmla="*/ 43501 h 2898044"/>
              <a:gd name="connsiteX285" fmla="*/ 12192000 w 12192000"/>
              <a:gd name="connsiteY285" fmla="*/ 44255 h 2898044"/>
              <a:gd name="connsiteX286" fmla="*/ 12192000 w 12192000"/>
              <a:gd name="connsiteY286" fmla="*/ 400377 h 2898044"/>
              <a:gd name="connsiteX287" fmla="*/ 12192000 w 12192000"/>
              <a:gd name="connsiteY287" fmla="*/ 585248 h 2898044"/>
              <a:gd name="connsiteX288" fmla="*/ 12192000 w 12192000"/>
              <a:gd name="connsiteY288" fmla="*/ 2898044 h 2898044"/>
              <a:gd name="connsiteX289" fmla="*/ 0 w 12192000"/>
              <a:gd name="connsiteY289" fmla="*/ 2898044 h 2898044"/>
              <a:gd name="connsiteX290" fmla="*/ 0 w 12192000"/>
              <a:gd name="connsiteY290" fmla="*/ 585247 h 2898044"/>
              <a:gd name="connsiteX291" fmla="*/ 0 w 12192000"/>
              <a:gd name="connsiteY291" fmla="*/ 400377 h 2898044"/>
              <a:gd name="connsiteX292" fmla="*/ 0 w 12192000"/>
              <a:gd name="connsiteY292" fmla="*/ 32191 h 2898044"/>
              <a:gd name="connsiteX293" fmla="*/ 7946 w 12192000"/>
              <a:gd name="connsiteY293" fmla="*/ 32191 h 2898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</a:cxnLst>
            <a:rect l="l" t="t" r="r" b="b"/>
            <a:pathLst>
              <a:path w="12192000" h="2898044">
                <a:moveTo>
                  <a:pt x="7946" y="0"/>
                </a:move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8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2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5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8" y="32191"/>
                </a:cubicBezTo>
                <a:cubicBezTo>
                  <a:pt x="4822381" y="35984"/>
                  <a:pt x="4825917" y="39848"/>
                  <a:pt x="4829295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2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8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7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2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7" y="0"/>
                  <a:pt x="5534604" y="0"/>
                </a:cubicBezTo>
                <a:cubicBezTo>
                  <a:pt x="5570441" y="0"/>
                  <a:pt x="5591817" y="15847"/>
                  <a:pt x="5608107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9" y="61900"/>
                  <a:pt x="5713593" y="43500"/>
                </a:cubicBezTo>
                <a:cubicBezTo>
                  <a:pt x="5716971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4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7" y="39848"/>
                  <a:pt x="5882013" y="43500"/>
                </a:cubicBezTo>
                <a:cubicBezTo>
                  <a:pt x="5898939" y="61900"/>
                  <a:pt x="5908754" y="71472"/>
                  <a:pt x="5929413" y="71472"/>
                </a:cubicBezTo>
                <a:cubicBezTo>
                  <a:pt x="5950073" y="71472"/>
                  <a:pt x="5959887" y="61900"/>
                  <a:pt x="5976774" y="43500"/>
                </a:cubicBezTo>
                <a:cubicBezTo>
                  <a:pt x="5980150" y="39848"/>
                  <a:pt x="5983686" y="35984"/>
                  <a:pt x="5987501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cubicBezTo>
                  <a:pt x="6886420" y="0"/>
                  <a:pt x="6907795" y="15847"/>
                  <a:pt x="6924085" y="32191"/>
                </a:cubicBezTo>
                <a:cubicBezTo>
                  <a:pt x="6927899" y="35984"/>
                  <a:pt x="6931435" y="39848"/>
                  <a:pt x="6934813" y="43500"/>
                </a:cubicBezTo>
                <a:cubicBezTo>
                  <a:pt x="6951738" y="61900"/>
                  <a:pt x="6961552" y="71472"/>
                  <a:pt x="6982212" y="71472"/>
                </a:cubicBezTo>
                <a:cubicBezTo>
                  <a:pt x="7002872" y="71472"/>
                  <a:pt x="7012686" y="61900"/>
                  <a:pt x="7029611" y="43500"/>
                </a:cubicBezTo>
                <a:cubicBezTo>
                  <a:pt x="7032988" y="39848"/>
                  <a:pt x="7036525" y="35984"/>
                  <a:pt x="7040339" y="32191"/>
                </a:cubicBezTo>
                <a:cubicBezTo>
                  <a:pt x="7056628" y="15847"/>
                  <a:pt x="7078004" y="0"/>
                  <a:pt x="7113841" y="0"/>
                </a:cubicBezTo>
                <a:cubicBezTo>
                  <a:pt x="7149639" y="0"/>
                  <a:pt x="7171015" y="15847"/>
                  <a:pt x="7187344" y="32191"/>
                </a:cubicBezTo>
                <a:cubicBezTo>
                  <a:pt x="7191158" y="35984"/>
                  <a:pt x="7194694" y="39848"/>
                  <a:pt x="7198071" y="43500"/>
                </a:cubicBezTo>
                <a:cubicBezTo>
                  <a:pt x="7214957" y="61900"/>
                  <a:pt x="7224771" y="71472"/>
                  <a:pt x="7245431" y="71472"/>
                </a:cubicBezTo>
                <a:cubicBezTo>
                  <a:pt x="7266131" y="71472"/>
                  <a:pt x="7275905" y="61900"/>
                  <a:pt x="7292831" y="43500"/>
                </a:cubicBezTo>
                <a:cubicBezTo>
                  <a:pt x="7296208" y="39848"/>
                  <a:pt x="7299744" y="35984"/>
                  <a:pt x="7303558" y="32191"/>
                </a:cubicBezTo>
                <a:cubicBezTo>
                  <a:pt x="7319848" y="15847"/>
                  <a:pt x="7341223" y="0"/>
                  <a:pt x="7377061" y="0"/>
                </a:cubicBezTo>
                <a:cubicBezTo>
                  <a:pt x="7412899" y="0"/>
                  <a:pt x="7434274" y="15847"/>
                  <a:pt x="7450564" y="32191"/>
                </a:cubicBezTo>
                <a:cubicBezTo>
                  <a:pt x="7454378" y="35984"/>
                  <a:pt x="7457914" y="39848"/>
                  <a:pt x="7461291" y="43500"/>
                </a:cubicBezTo>
                <a:cubicBezTo>
                  <a:pt x="7478217" y="61900"/>
                  <a:pt x="7488031" y="71472"/>
                  <a:pt x="7508691" y="71472"/>
                </a:cubicBezTo>
                <a:cubicBezTo>
                  <a:pt x="7529351" y="71472"/>
                  <a:pt x="7539165" y="61900"/>
                  <a:pt x="7556090" y="43500"/>
                </a:cubicBezTo>
                <a:cubicBezTo>
                  <a:pt x="7559467" y="39848"/>
                  <a:pt x="7563003" y="35984"/>
                  <a:pt x="7566817" y="32191"/>
                </a:cubicBezTo>
                <a:cubicBezTo>
                  <a:pt x="7574962" y="24019"/>
                  <a:pt x="7584378" y="15971"/>
                  <a:pt x="7596238" y="9967"/>
                </a:cubicBezTo>
                <a:lnTo>
                  <a:pt x="7633026" y="1649"/>
                </a:lnTo>
                <a:lnTo>
                  <a:pt x="7633026" y="1"/>
                </a:lnTo>
                <a:lnTo>
                  <a:pt x="7636670" y="825"/>
                </a:lnTo>
                <a:lnTo>
                  <a:pt x="7640320" y="0"/>
                </a:lnTo>
                <a:lnTo>
                  <a:pt x="7640320" y="1651"/>
                </a:lnTo>
                <a:lnTo>
                  <a:pt x="7677094" y="9968"/>
                </a:lnTo>
                <a:cubicBezTo>
                  <a:pt x="7688948" y="15972"/>
                  <a:pt x="7698365" y="24020"/>
                  <a:pt x="7706529" y="32192"/>
                </a:cubicBezTo>
                <a:cubicBezTo>
                  <a:pt x="7710343" y="35985"/>
                  <a:pt x="7713879" y="39849"/>
                  <a:pt x="7717257" y="43501"/>
                </a:cubicBezTo>
                <a:cubicBezTo>
                  <a:pt x="7734142" y="61901"/>
                  <a:pt x="7743956" y="71473"/>
                  <a:pt x="7764616" y="71473"/>
                </a:cubicBezTo>
                <a:cubicBezTo>
                  <a:pt x="7785276" y="71473"/>
                  <a:pt x="7795050" y="61901"/>
                  <a:pt x="7811976" y="43501"/>
                </a:cubicBezTo>
                <a:cubicBezTo>
                  <a:pt x="7815353" y="39849"/>
                  <a:pt x="7818889" y="35985"/>
                  <a:pt x="7822703" y="32192"/>
                </a:cubicBezTo>
                <a:cubicBezTo>
                  <a:pt x="7838993" y="15848"/>
                  <a:pt x="7860368" y="1"/>
                  <a:pt x="7896206" y="1"/>
                </a:cubicBezTo>
                <a:cubicBezTo>
                  <a:pt x="7932004" y="1"/>
                  <a:pt x="7953379" y="15848"/>
                  <a:pt x="7969669" y="32192"/>
                </a:cubicBezTo>
                <a:cubicBezTo>
                  <a:pt x="7973483" y="35985"/>
                  <a:pt x="7977019" y="39849"/>
                  <a:pt x="7980397" y="43501"/>
                </a:cubicBezTo>
                <a:cubicBezTo>
                  <a:pt x="7997322" y="61901"/>
                  <a:pt x="8007096" y="71473"/>
                  <a:pt x="8027756" y="71473"/>
                </a:cubicBezTo>
                <a:cubicBezTo>
                  <a:pt x="8048417" y="71473"/>
                  <a:pt x="8058230" y="61901"/>
                  <a:pt x="8075156" y="43501"/>
                </a:cubicBezTo>
                <a:cubicBezTo>
                  <a:pt x="8078533" y="39849"/>
                  <a:pt x="8082069" y="35985"/>
                  <a:pt x="8085883" y="32192"/>
                </a:cubicBezTo>
                <a:cubicBezTo>
                  <a:pt x="8102173" y="15848"/>
                  <a:pt x="8123548" y="1"/>
                  <a:pt x="8159346" y="1"/>
                </a:cubicBezTo>
                <a:cubicBezTo>
                  <a:pt x="8195184" y="1"/>
                  <a:pt x="8216559" y="15848"/>
                  <a:pt x="8232849" y="32192"/>
                </a:cubicBezTo>
                <a:cubicBezTo>
                  <a:pt x="8236663" y="35985"/>
                  <a:pt x="8240199" y="39849"/>
                  <a:pt x="8243576" y="43501"/>
                </a:cubicBezTo>
                <a:cubicBezTo>
                  <a:pt x="8260502" y="61901"/>
                  <a:pt x="8270276" y="71473"/>
                  <a:pt x="8290936" y="71473"/>
                </a:cubicBezTo>
                <a:cubicBezTo>
                  <a:pt x="8311596" y="71473"/>
                  <a:pt x="8321370" y="61901"/>
                  <a:pt x="8338296" y="43501"/>
                </a:cubicBezTo>
                <a:cubicBezTo>
                  <a:pt x="8341673" y="39849"/>
                  <a:pt x="8345209" y="35985"/>
                  <a:pt x="8349023" y="32192"/>
                </a:cubicBezTo>
                <a:cubicBezTo>
                  <a:pt x="8365313" y="15848"/>
                  <a:pt x="8386688" y="1"/>
                  <a:pt x="8422526" y="1"/>
                </a:cubicBezTo>
                <a:cubicBezTo>
                  <a:pt x="8458324" y="1"/>
                  <a:pt x="8479699" y="15848"/>
                  <a:pt x="8495989" y="32192"/>
                </a:cubicBezTo>
                <a:cubicBezTo>
                  <a:pt x="8499803" y="35985"/>
                  <a:pt x="8503339" y="39849"/>
                  <a:pt x="8506717" y="43501"/>
                </a:cubicBezTo>
                <a:cubicBezTo>
                  <a:pt x="8523642" y="61901"/>
                  <a:pt x="8533456" y="71473"/>
                  <a:pt x="8554116" y="71473"/>
                </a:cubicBezTo>
                <a:cubicBezTo>
                  <a:pt x="8574776" y="71473"/>
                  <a:pt x="8584550" y="61901"/>
                  <a:pt x="8601476" y="43501"/>
                </a:cubicBezTo>
                <a:cubicBezTo>
                  <a:pt x="8604853" y="39849"/>
                  <a:pt x="8608389" y="35985"/>
                  <a:pt x="8612203" y="32192"/>
                </a:cubicBezTo>
                <a:cubicBezTo>
                  <a:pt x="8628493" y="15848"/>
                  <a:pt x="8649868" y="1"/>
                  <a:pt x="8685666" y="1"/>
                </a:cubicBezTo>
                <a:cubicBezTo>
                  <a:pt x="8721504" y="1"/>
                  <a:pt x="8742879" y="15848"/>
                  <a:pt x="8759169" y="32192"/>
                </a:cubicBezTo>
                <a:cubicBezTo>
                  <a:pt x="8762983" y="35985"/>
                  <a:pt x="8766519" y="39849"/>
                  <a:pt x="8769896" y="43501"/>
                </a:cubicBezTo>
                <a:cubicBezTo>
                  <a:pt x="8786822" y="61901"/>
                  <a:pt x="8796596" y="71473"/>
                  <a:pt x="8817256" y="71473"/>
                </a:cubicBezTo>
                <a:cubicBezTo>
                  <a:pt x="8837956" y="71473"/>
                  <a:pt x="8847730" y="61901"/>
                  <a:pt x="8864655" y="43501"/>
                </a:cubicBezTo>
                <a:cubicBezTo>
                  <a:pt x="8868033" y="39849"/>
                  <a:pt x="8871569" y="35985"/>
                  <a:pt x="8875383" y="32192"/>
                </a:cubicBezTo>
                <a:cubicBezTo>
                  <a:pt x="8891673" y="15848"/>
                  <a:pt x="8913048" y="1"/>
                  <a:pt x="8948846" y="1"/>
                </a:cubicBezTo>
                <a:cubicBezTo>
                  <a:pt x="8984684" y="1"/>
                  <a:pt x="9006059" y="15848"/>
                  <a:pt x="9022349" y="32192"/>
                </a:cubicBezTo>
                <a:cubicBezTo>
                  <a:pt x="9026163" y="35985"/>
                  <a:pt x="9029699" y="39849"/>
                  <a:pt x="9033076" y="43501"/>
                </a:cubicBezTo>
                <a:cubicBezTo>
                  <a:pt x="9050002" y="61901"/>
                  <a:pt x="9059776" y="71473"/>
                  <a:pt x="9080436" y="71473"/>
                </a:cubicBezTo>
                <a:cubicBezTo>
                  <a:pt x="9101096" y="71473"/>
                  <a:pt x="9110910" y="61901"/>
                  <a:pt x="9127796" y="43501"/>
                </a:cubicBezTo>
                <a:cubicBezTo>
                  <a:pt x="9131173" y="39849"/>
                  <a:pt x="9134709" y="35985"/>
                  <a:pt x="9138523" y="32192"/>
                </a:cubicBezTo>
                <a:cubicBezTo>
                  <a:pt x="9154813" y="15848"/>
                  <a:pt x="9176188" y="1"/>
                  <a:pt x="9212026" y="1"/>
                </a:cubicBezTo>
                <a:cubicBezTo>
                  <a:pt x="9247863" y="1"/>
                  <a:pt x="9269199" y="15848"/>
                  <a:pt x="9285529" y="32192"/>
                </a:cubicBezTo>
                <a:cubicBezTo>
                  <a:pt x="9289343" y="35985"/>
                  <a:pt x="9292879" y="39849"/>
                  <a:pt x="9296256" y="43501"/>
                </a:cubicBezTo>
                <a:cubicBezTo>
                  <a:pt x="9313142" y="61901"/>
                  <a:pt x="9322955" y="71473"/>
                  <a:pt x="9343616" y="71473"/>
                </a:cubicBezTo>
                <a:cubicBezTo>
                  <a:pt x="9364276" y="71473"/>
                  <a:pt x="9374050" y="61901"/>
                  <a:pt x="9390975" y="43501"/>
                </a:cubicBezTo>
                <a:cubicBezTo>
                  <a:pt x="9394352" y="39849"/>
                  <a:pt x="9397889" y="35985"/>
                  <a:pt x="9401703" y="32192"/>
                </a:cubicBezTo>
                <a:cubicBezTo>
                  <a:pt x="9417993" y="15848"/>
                  <a:pt x="9439368" y="1"/>
                  <a:pt x="9475206" y="1"/>
                </a:cubicBezTo>
                <a:cubicBezTo>
                  <a:pt x="9511004" y="1"/>
                  <a:pt x="9532379" y="15848"/>
                  <a:pt x="9548669" y="32192"/>
                </a:cubicBezTo>
                <a:cubicBezTo>
                  <a:pt x="9552483" y="35985"/>
                  <a:pt x="9556019" y="39849"/>
                  <a:pt x="9559396" y="43501"/>
                </a:cubicBezTo>
                <a:cubicBezTo>
                  <a:pt x="9576322" y="61901"/>
                  <a:pt x="9586135" y="71473"/>
                  <a:pt x="9606796" y="71473"/>
                </a:cubicBezTo>
                <a:cubicBezTo>
                  <a:pt x="9627456" y="71473"/>
                  <a:pt x="9637230" y="61901"/>
                  <a:pt x="9654155" y="43501"/>
                </a:cubicBezTo>
                <a:cubicBezTo>
                  <a:pt x="9657532" y="39849"/>
                  <a:pt x="9661068" y="35985"/>
                  <a:pt x="9664883" y="32192"/>
                </a:cubicBezTo>
                <a:cubicBezTo>
                  <a:pt x="9681172" y="15848"/>
                  <a:pt x="9702548" y="1"/>
                  <a:pt x="9738386" y="1"/>
                </a:cubicBezTo>
                <a:cubicBezTo>
                  <a:pt x="9774183" y="1"/>
                  <a:pt x="9795559" y="15848"/>
                  <a:pt x="9811849" y="32192"/>
                </a:cubicBezTo>
                <a:cubicBezTo>
                  <a:pt x="9815663" y="35985"/>
                  <a:pt x="9819199" y="39849"/>
                  <a:pt x="9822576" y="43501"/>
                </a:cubicBezTo>
                <a:cubicBezTo>
                  <a:pt x="9839501" y="61901"/>
                  <a:pt x="9849315" y="71473"/>
                  <a:pt x="9869975" y="71473"/>
                </a:cubicBezTo>
                <a:cubicBezTo>
                  <a:pt x="9890636" y="71473"/>
                  <a:pt x="9900410" y="61901"/>
                  <a:pt x="9917335" y="43501"/>
                </a:cubicBezTo>
                <a:cubicBezTo>
                  <a:pt x="9920712" y="39849"/>
                  <a:pt x="9924248" y="35985"/>
                  <a:pt x="9928063" y="32192"/>
                </a:cubicBezTo>
                <a:cubicBezTo>
                  <a:pt x="9944352" y="15848"/>
                  <a:pt x="9965728" y="1"/>
                  <a:pt x="10001565" y="1"/>
                </a:cubicBezTo>
                <a:cubicBezTo>
                  <a:pt x="10037363" y="1"/>
                  <a:pt x="10058739" y="15848"/>
                  <a:pt x="10075028" y="32192"/>
                </a:cubicBezTo>
                <a:cubicBezTo>
                  <a:pt x="10078843" y="35985"/>
                  <a:pt x="10082379" y="39849"/>
                  <a:pt x="10085756" y="43501"/>
                </a:cubicBezTo>
                <a:cubicBezTo>
                  <a:pt x="10102681" y="61901"/>
                  <a:pt x="10112455" y="71473"/>
                  <a:pt x="10133115" y="71473"/>
                </a:cubicBezTo>
                <a:cubicBezTo>
                  <a:pt x="10153816" y="71473"/>
                  <a:pt x="10163589" y="61901"/>
                  <a:pt x="10180515" y="43501"/>
                </a:cubicBezTo>
                <a:cubicBezTo>
                  <a:pt x="10183892" y="39849"/>
                  <a:pt x="10187428" y="35985"/>
                  <a:pt x="10191242" y="32192"/>
                </a:cubicBezTo>
                <a:cubicBezTo>
                  <a:pt x="10207532" y="15848"/>
                  <a:pt x="10228907" y="1"/>
                  <a:pt x="10264745" y="1"/>
                </a:cubicBezTo>
                <a:cubicBezTo>
                  <a:pt x="10300543" y="1"/>
                  <a:pt x="10321918" y="15848"/>
                  <a:pt x="10338208" y="32192"/>
                </a:cubicBezTo>
                <a:cubicBezTo>
                  <a:pt x="10342022" y="35985"/>
                  <a:pt x="10345558" y="39849"/>
                  <a:pt x="10348936" y="43501"/>
                </a:cubicBezTo>
                <a:cubicBezTo>
                  <a:pt x="10365861" y="61901"/>
                  <a:pt x="10375635" y="71473"/>
                  <a:pt x="10396295" y="71473"/>
                </a:cubicBezTo>
                <a:cubicBezTo>
                  <a:pt x="10416995" y="71473"/>
                  <a:pt x="10426769" y="61901"/>
                  <a:pt x="10443695" y="43501"/>
                </a:cubicBezTo>
                <a:cubicBezTo>
                  <a:pt x="10447072" y="39849"/>
                  <a:pt x="10450608" y="35985"/>
                  <a:pt x="10454422" y="32192"/>
                </a:cubicBezTo>
                <a:cubicBezTo>
                  <a:pt x="10470712" y="15848"/>
                  <a:pt x="10492087" y="1"/>
                  <a:pt x="10527885" y="1"/>
                </a:cubicBezTo>
                <a:cubicBezTo>
                  <a:pt x="10563723" y="1"/>
                  <a:pt x="10585098" y="15848"/>
                  <a:pt x="10601388" y="32192"/>
                </a:cubicBezTo>
                <a:cubicBezTo>
                  <a:pt x="10605202" y="35985"/>
                  <a:pt x="10608738" y="39849"/>
                  <a:pt x="10612115" y="43501"/>
                </a:cubicBezTo>
                <a:cubicBezTo>
                  <a:pt x="10629041" y="61901"/>
                  <a:pt x="10638815" y="71473"/>
                  <a:pt x="10659515" y="71473"/>
                </a:cubicBezTo>
                <a:cubicBezTo>
                  <a:pt x="10680175" y="71473"/>
                  <a:pt x="10689949" y="61901"/>
                  <a:pt x="10706874" y="43501"/>
                </a:cubicBezTo>
                <a:cubicBezTo>
                  <a:pt x="10710252" y="39849"/>
                  <a:pt x="10713788" y="35985"/>
                  <a:pt x="10717602" y="32192"/>
                </a:cubicBezTo>
                <a:cubicBezTo>
                  <a:pt x="10733892" y="15848"/>
                  <a:pt x="10755267" y="1"/>
                  <a:pt x="10791105" y="1"/>
                </a:cubicBezTo>
                <a:cubicBezTo>
                  <a:pt x="10826903" y="1"/>
                  <a:pt x="10848278" y="15848"/>
                  <a:pt x="10864568" y="32192"/>
                </a:cubicBezTo>
                <a:cubicBezTo>
                  <a:pt x="10868382" y="35985"/>
                  <a:pt x="10871918" y="39849"/>
                  <a:pt x="10875295" y="43501"/>
                </a:cubicBezTo>
                <a:cubicBezTo>
                  <a:pt x="10892221" y="61901"/>
                  <a:pt x="10901995" y="71473"/>
                  <a:pt x="10922695" y="71473"/>
                </a:cubicBezTo>
                <a:cubicBezTo>
                  <a:pt x="10943355" y="71473"/>
                  <a:pt x="10953129" y="61901"/>
                  <a:pt x="10970054" y="43501"/>
                </a:cubicBezTo>
                <a:cubicBezTo>
                  <a:pt x="10973431" y="39849"/>
                  <a:pt x="10976968" y="35985"/>
                  <a:pt x="10980782" y="32192"/>
                </a:cubicBezTo>
                <a:cubicBezTo>
                  <a:pt x="10997072" y="15848"/>
                  <a:pt x="11018447" y="1"/>
                  <a:pt x="11054245" y="1"/>
                </a:cubicBezTo>
                <a:cubicBezTo>
                  <a:pt x="11090082" y="1"/>
                  <a:pt x="11111458" y="15848"/>
                  <a:pt x="11127748" y="32192"/>
                </a:cubicBezTo>
                <a:cubicBezTo>
                  <a:pt x="11131562" y="35985"/>
                  <a:pt x="11135098" y="39849"/>
                  <a:pt x="11138475" y="43501"/>
                </a:cubicBezTo>
                <a:cubicBezTo>
                  <a:pt x="11155401" y="61901"/>
                  <a:pt x="11165175" y="71473"/>
                  <a:pt x="11185874" y="71473"/>
                </a:cubicBezTo>
                <a:cubicBezTo>
                  <a:pt x="11206535" y="71473"/>
                  <a:pt x="11216309" y="61901"/>
                  <a:pt x="11233234" y="43501"/>
                </a:cubicBezTo>
                <a:cubicBezTo>
                  <a:pt x="11236611" y="39849"/>
                  <a:pt x="11240147" y="35985"/>
                  <a:pt x="11243962" y="32192"/>
                </a:cubicBezTo>
                <a:cubicBezTo>
                  <a:pt x="11260251" y="15848"/>
                  <a:pt x="11281627" y="1"/>
                  <a:pt x="11317465" y="1"/>
                </a:cubicBezTo>
                <a:cubicBezTo>
                  <a:pt x="11353262" y="1"/>
                  <a:pt x="11374638" y="15848"/>
                  <a:pt x="11390928" y="32192"/>
                </a:cubicBezTo>
                <a:cubicBezTo>
                  <a:pt x="11394742" y="35985"/>
                  <a:pt x="11398278" y="39849"/>
                  <a:pt x="11401655" y="43501"/>
                </a:cubicBezTo>
                <a:cubicBezTo>
                  <a:pt x="11418580" y="61901"/>
                  <a:pt x="11428394" y="71473"/>
                  <a:pt x="11449054" y="71473"/>
                </a:cubicBezTo>
                <a:cubicBezTo>
                  <a:pt x="11469714" y="71473"/>
                  <a:pt x="11479488" y="61901"/>
                  <a:pt x="11496414" y="43501"/>
                </a:cubicBezTo>
                <a:cubicBezTo>
                  <a:pt x="11499791" y="39849"/>
                  <a:pt x="11503327" y="35985"/>
                  <a:pt x="11507141" y="32192"/>
                </a:cubicBezTo>
                <a:cubicBezTo>
                  <a:pt x="11523431" y="15848"/>
                  <a:pt x="11544807" y="1"/>
                  <a:pt x="11580644" y="1"/>
                </a:cubicBezTo>
                <a:cubicBezTo>
                  <a:pt x="11616482" y="1"/>
                  <a:pt x="11637857" y="15848"/>
                  <a:pt x="11654147" y="32192"/>
                </a:cubicBezTo>
                <a:cubicBezTo>
                  <a:pt x="11657961" y="35985"/>
                  <a:pt x="11661497" y="39849"/>
                  <a:pt x="11664875" y="43501"/>
                </a:cubicBezTo>
                <a:cubicBezTo>
                  <a:pt x="11681800" y="61901"/>
                  <a:pt x="11691574" y="71473"/>
                  <a:pt x="11712234" y="71473"/>
                </a:cubicBezTo>
                <a:cubicBezTo>
                  <a:pt x="11732894" y="71473"/>
                  <a:pt x="11742708" y="61901"/>
                  <a:pt x="11759634" y="43501"/>
                </a:cubicBezTo>
                <a:cubicBezTo>
                  <a:pt x="11763011" y="39849"/>
                  <a:pt x="11766547" y="35985"/>
                  <a:pt x="11770361" y="32192"/>
                </a:cubicBezTo>
                <a:cubicBezTo>
                  <a:pt x="11786651" y="15848"/>
                  <a:pt x="11808026" y="1"/>
                  <a:pt x="11843824" y="1"/>
                </a:cubicBezTo>
                <a:cubicBezTo>
                  <a:pt x="11879662" y="1"/>
                  <a:pt x="11901037" y="15848"/>
                  <a:pt x="11917327" y="32192"/>
                </a:cubicBezTo>
                <a:cubicBezTo>
                  <a:pt x="11921141" y="35985"/>
                  <a:pt x="11924677" y="39849"/>
                  <a:pt x="11928055" y="43501"/>
                </a:cubicBezTo>
                <a:cubicBezTo>
                  <a:pt x="11944980" y="61901"/>
                  <a:pt x="11954754" y="71473"/>
                  <a:pt x="11975414" y="71473"/>
                </a:cubicBezTo>
                <a:cubicBezTo>
                  <a:pt x="11996074" y="71473"/>
                  <a:pt x="12005888" y="61901"/>
                  <a:pt x="12022813" y="43501"/>
                </a:cubicBezTo>
                <a:cubicBezTo>
                  <a:pt x="12026191" y="39849"/>
                  <a:pt x="12029727" y="35985"/>
                  <a:pt x="12033541" y="32192"/>
                </a:cubicBezTo>
                <a:cubicBezTo>
                  <a:pt x="12049831" y="15848"/>
                  <a:pt x="12071206" y="1"/>
                  <a:pt x="12107004" y="1"/>
                </a:cubicBezTo>
                <a:cubicBezTo>
                  <a:pt x="12142841" y="1"/>
                  <a:pt x="12164177" y="15848"/>
                  <a:pt x="12180467" y="32192"/>
                </a:cubicBezTo>
                <a:cubicBezTo>
                  <a:pt x="12184281" y="35985"/>
                  <a:pt x="12187817" y="39849"/>
                  <a:pt x="12191195" y="43501"/>
                </a:cubicBezTo>
                <a:lnTo>
                  <a:pt x="12192000" y="44255"/>
                </a:lnTo>
                <a:lnTo>
                  <a:pt x="12192000" y="400377"/>
                </a:lnTo>
                <a:lnTo>
                  <a:pt x="12192000" y="585248"/>
                </a:lnTo>
                <a:lnTo>
                  <a:pt x="12192000" y="2898044"/>
                </a:lnTo>
                <a:lnTo>
                  <a:pt x="0" y="2898044"/>
                </a:lnTo>
                <a:lnTo>
                  <a:pt x="0" y="585247"/>
                </a:lnTo>
                <a:lnTo>
                  <a:pt x="0" y="400377"/>
                </a:lnTo>
                <a:lnTo>
                  <a:pt x="0" y="32191"/>
                </a:lnTo>
                <a:lnTo>
                  <a:pt x="7946" y="321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0EFDE-236B-43FD-8060-420A757AB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F1F6340F-A53D-4671-942D-472B22127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8060" y="316693"/>
            <a:ext cx="1226846" cy="1226846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530351" y="609055"/>
            <a:ext cx="9131298" cy="1571111"/>
          </a:xfrm>
        </p:spPr>
        <p:txBody>
          <a:bodyPr anchor="t"/>
          <a:lstStyle>
            <a:lvl1pPr marL="0" indent="0" algn="ctr" defTabSz="914400" rtl="0" eaLnBrk="1" latinLnBrk="0" hangingPunct="1">
              <a:lnSpc>
                <a:spcPct val="100000"/>
              </a:lnSpc>
              <a:buSzPct val="110000"/>
              <a:buFontTx/>
              <a:buNone/>
              <a:defRPr lang="en-US" sz="2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814445" y="4493252"/>
            <a:ext cx="4563110" cy="253787"/>
          </a:xfrm>
        </p:spPr>
        <p:txBody>
          <a:bodyPr>
            <a:sp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100" b="0" i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/>
            </a:lvl3pPr>
          </a:lstStyle>
          <a:p>
            <a:r>
              <a:rPr lang="en-US"/>
              <a:t>Click to edit source name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4C1FBCF-A37B-4145-8EB2-F129C104B7D4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C99A74-1D69-03A4-629A-07A59A26C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</p:spTree>
    <p:extLst>
      <p:ext uri="{BB962C8B-B14F-4D97-AF65-F5344CB8AC3E}">
        <p14:creationId xmlns:p14="http://schemas.microsoft.com/office/powerpoint/2010/main" val="8541815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10363200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62698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10363200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31903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Match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F70C88-5EE9-457F-A47F-79CD005034C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9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73EDD8-2FD7-CFE0-1DC2-90CC408BC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659563"/>
            <a:ext cx="12220260" cy="2258993"/>
            <a:chOff x="6411" y="4659563"/>
            <a:chExt cx="12185590" cy="225899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B83B6-EE3E-D569-3B6B-980F45BF06B8}"/>
                </a:ext>
              </a:extLst>
            </p:cNvPr>
            <p:cNvSpPr/>
            <p:nvPr/>
          </p:nvSpPr>
          <p:spPr>
            <a:xfrm flipV="1">
              <a:off x="6411" y="4659563"/>
              <a:ext cx="12185589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B0159B6-E8DD-2AFA-6540-D7C919405857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17572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z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CAD7FDB6-7640-4390-9097-157574DC33B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78877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14EC9F-E454-C394-B955-FF92FF6D0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32370" cy="2258992"/>
            <a:chOff x="6412" y="4659564"/>
            <a:chExt cx="12185589" cy="225899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5A0E6C-D87D-988F-BA49-FA997D74E30E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9A7FFEB-4D70-2464-D8BA-41C76A2F694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44879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pp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3CC9F-B036-4D7D-BFCA-931FFE78EED0}"/>
              </a:ext>
            </a:extLst>
          </p:cNvPr>
          <p:cNvSpPr>
            <a:spLocks noGrp="1"/>
          </p:cNvSpPr>
          <p:nvPr userDrawn="1"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1095467"/>
            <a:ext cx="4890698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130ED-6BDC-1E9D-C462-7E342722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6314" cy="2258992"/>
            <a:chOff x="6412" y="4659564"/>
            <a:chExt cx="12185589" cy="225899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2C9A37-E7AA-194A-4C37-000BDCBA8702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48EAE5-D7A8-165D-6543-104EEF860DC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9652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pp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3CC9F-B036-4D7D-BFCA-931FFE78EED0}"/>
              </a:ext>
            </a:extLst>
          </p:cNvPr>
          <p:cNvSpPr>
            <a:spLocks noGrp="1"/>
          </p:cNvSpPr>
          <p:nvPr userDrawn="1"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1095467"/>
            <a:ext cx="4890698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130ED-6BDC-1E9D-C462-7E342722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6314" cy="2258992"/>
            <a:chOff x="6412" y="4659564"/>
            <a:chExt cx="12185589" cy="225899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2C9A37-E7AA-194A-4C37-000BDCBA8702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48EAE5-D7A8-165D-6543-104EEF860DC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18065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Copp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3CC9F-B036-4D7D-BFCA-931FFE78EED0}"/>
              </a:ext>
            </a:extLst>
          </p:cNvPr>
          <p:cNvSpPr>
            <a:spLocks noGrp="1"/>
          </p:cNvSpPr>
          <p:nvPr userDrawn="1"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1095467"/>
            <a:ext cx="4890698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53A669-7AC5-15E3-3CC3-7CBB33B0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33D8C26-287A-C71C-E334-90FA91BBCD46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1B39088-FC91-50C7-586E-B72462D937ED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7390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etail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F4DBFCD-266B-4AD6-CB22-4D943F1B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44BDF1-463B-86C3-15F5-211DC7779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B7841D-E6DF-51CE-987F-F16D16C69A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966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etail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F4DBFCD-266B-4AD6-CB22-4D943F1B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44BDF1-463B-86C3-15F5-211DC7779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B7841D-E6DF-51CE-987F-F16D16C69A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149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etail Tea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F4DBFCD-266B-4AD6-CB22-4D943F1B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44BDF1-463B-86C3-15F5-211DC7779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B7841D-E6DF-51CE-987F-F16D16C69A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877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etail Match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F573EDD8-2FD7-CFE0-1DC2-90CC408BC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6314" cy="2258992"/>
            <a:chOff x="6412" y="4659564"/>
            <a:chExt cx="12185589" cy="2258992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B83B6-EE3E-D569-3B6B-980F45BF06B8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B0159B6-E8DD-2AFA-6540-D7C919405857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F70C88-5EE9-457F-A47F-79CD005034C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9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2A9C09-9E20-FBCE-24AB-2E7AA92D8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82B6A11-2F9D-3C03-8B49-379661C7A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>
                <a:solidFill>
                  <a:schemeClr val="accent4">
                    <a:lumMod val="75000"/>
                  </a:schemeClr>
                </a:solidFill>
              </a:defRPr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8B250-91F7-D0F5-99AF-EE0D51265D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855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etail Azu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C14EC9F-E454-C394-B955-FF92FF6D0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6314" cy="2258992"/>
            <a:chOff x="6412" y="4659564"/>
            <a:chExt cx="12185589" cy="225899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5A0E6C-D87D-988F-BA49-FA997D74E30E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9A7FFEB-4D70-2464-D8BA-41C76A2F694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CAD7FDB6-7640-4390-9097-157574DC33B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78877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61047B-701A-9F6D-723C-38462FE19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BEC6FD29-EF94-375D-01F1-FBB054A4BE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2C24FE7-89E9-0F19-C040-7CFCB3045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950946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etail Copp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130ED-6BDC-1E9D-C462-7E342722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32370" cy="2258992"/>
            <a:chOff x="6412" y="4659564"/>
            <a:chExt cx="12185589" cy="225899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2C9A37-E7AA-194A-4C37-000BDCBA8702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48EAE5-D7A8-165D-6543-104EEF860DC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3CC9F-B036-4D7D-BFCA-931FFE78EED0}"/>
              </a:ext>
            </a:extLst>
          </p:cNvPr>
          <p:cNvSpPr>
            <a:spLocks noGrp="1"/>
          </p:cNvSpPr>
          <p:nvPr userDrawn="1"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9002D-2BA8-2F7E-BB99-A2CB477F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1095467"/>
            <a:ext cx="4890698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85458945-F12A-3FA4-93B9-FAA385EB6E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8754D0-B07E-CDB9-1585-FF375305C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>
                <a:solidFill>
                  <a:schemeClr val="accent5"/>
                </a:solidFill>
              </a:defRPr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65009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3">
            <a:extLst>
              <a:ext uri="{FF2B5EF4-FFF2-40B4-BE49-F238E27FC236}">
                <a16:creationId xmlns:a16="http://schemas.microsoft.com/office/drawing/2014/main" id="{C2C69E43-CF03-4919-B7B0-46366680F5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72281"/>
            <a:ext cx="3044952" cy="959384"/>
          </a:xfrm>
        </p:spPr>
        <p:txBody>
          <a:bodyPr anchor="t"/>
          <a:lstStyle>
            <a:lvl1pPr>
              <a:lnSpc>
                <a:spcPct val="85000"/>
              </a:lnSpc>
              <a:defRPr/>
            </a:lvl1pPr>
          </a:lstStyle>
          <a:p>
            <a:r>
              <a:rPr lang="en-US"/>
              <a:t>Click to edit two-line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A4A8503-1301-4163-95A7-D7B8A394580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1701830"/>
            <a:ext cx="3044952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3E306A-A32F-454F-B022-3A2D387EE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1652741" y="4199633"/>
            <a:ext cx="2637060" cy="22421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1CD632-B279-45DB-BE81-6BFE090E4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hidden">
          <a:xfrm>
            <a:off x="4296161" y="4199633"/>
            <a:ext cx="2637060" cy="2242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668E6A-33B2-45DB-8B63-B30ABB4C1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1652595" y="1957461"/>
            <a:ext cx="2637060" cy="2242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EA6CE9-F605-433E-876D-90FDC4E4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4296161" y="1957461"/>
            <a:ext cx="2620765" cy="2242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1A5BF7-4C21-44C5-A192-B9B650C9C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6915595" y="1957461"/>
            <a:ext cx="2637060" cy="22421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1DD2E6-BA78-451B-B839-512549049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6917071" y="4199633"/>
            <a:ext cx="2650403" cy="22421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66762" y="210670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54CFA69-B50D-4C4B-95D1-3366EE3AB39B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4604113" y="208711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1098CFDF-1734-4175-8BCB-7A03A234114F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4583666" y="3093164"/>
            <a:ext cx="2062049" cy="88797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5DE89D7B-2D27-40FF-9192-CA51C254EA72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172796" y="210670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709D8105-CC51-4F73-95B7-E3B89DBADB1C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83864" y="3093164"/>
            <a:ext cx="2062049" cy="88797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64" name="Text Placeholder 17">
            <a:extLst>
              <a:ext uri="{FF2B5EF4-FFF2-40B4-BE49-F238E27FC236}">
                <a16:creationId xmlns:a16="http://schemas.microsoft.com/office/drawing/2014/main" id="{F30A02C9-1947-4E7A-AC78-02B9AFA52D8E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1956665" y="5329646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65" name="Text Placeholder 13">
            <a:extLst>
              <a:ext uri="{FF2B5EF4-FFF2-40B4-BE49-F238E27FC236}">
                <a16:creationId xmlns:a16="http://schemas.microsoft.com/office/drawing/2014/main" id="{B5284EF2-CC4D-4AB2-858D-9891F5B5049C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1966762" y="4367882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74CA1272-2CBE-4148-91AA-11E8B2C2FFDF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4574022" y="5329646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67" name="Text Placeholder 13">
            <a:extLst>
              <a:ext uri="{FF2B5EF4-FFF2-40B4-BE49-F238E27FC236}">
                <a16:creationId xmlns:a16="http://schemas.microsoft.com/office/drawing/2014/main" id="{6A89BBD7-A665-4A31-A2E5-BE0ECD782E06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4578131" y="438326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8" name="Text Placeholder 17">
            <a:extLst>
              <a:ext uri="{FF2B5EF4-FFF2-40B4-BE49-F238E27FC236}">
                <a16:creationId xmlns:a16="http://schemas.microsoft.com/office/drawing/2014/main" id="{06842DA3-C2CB-4E88-887B-D16065910DFE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194932" y="5329646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E0286B-ED80-337C-7781-810C81C6B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9551324" y="4199633"/>
            <a:ext cx="2637060" cy="22421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86FEB891-868F-50BB-CC75-E7864233CC0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72795" y="4361691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773F083E-3E89-7310-A714-53440B9BE65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867019" y="5329646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8ACBB89-2B3F-FD19-15FA-B33709AEB8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6762" y="3093164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E25F1-DA05-A07E-889A-98BEF239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9554940" y="1957461"/>
            <a:ext cx="2637060" cy="22421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ECF62F0-85E3-0C5B-F039-6DC8421CD2D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61484" y="211519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ECF9150-6233-A925-9891-72BE6AB8013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80900" y="3113832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D4DC22D-5E27-5429-7546-77C849B1948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80900" y="438326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401225998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1F26B0B-81FD-44DC-BB3B-E3FE44997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327" y="-2012"/>
            <a:ext cx="12194326" cy="3201488"/>
          </a:xfrm>
          <a:custGeom>
            <a:avLst/>
            <a:gdLst>
              <a:gd name="connsiteX0" fmla="*/ 1662846 w 12194326"/>
              <a:gd name="connsiteY0" fmla="*/ 0 h 3201488"/>
              <a:gd name="connsiteX1" fmla="*/ 1872135 w 12194326"/>
              <a:gd name="connsiteY1" fmla="*/ 0 h 3201488"/>
              <a:gd name="connsiteX2" fmla="*/ 1899280 w 12194326"/>
              <a:gd name="connsiteY2" fmla="*/ 1724 h 3201488"/>
              <a:gd name="connsiteX3" fmla="*/ 11553037 w 12194326"/>
              <a:gd name="connsiteY3" fmla="*/ 1724 h 3201488"/>
              <a:gd name="connsiteX4" fmla="*/ 11554036 w 12194326"/>
              <a:gd name="connsiteY4" fmla="*/ 0 h 3201488"/>
              <a:gd name="connsiteX5" fmla="*/ 12194326 w 12194326"/>
              <a:gd name="connsiteY5" fmla="*/ 0 h 3201488"/>
              <a:gd name="connsiteX6" fmla="*/ 12194238 w 12194326"/>
              <a:gd name="connsiteY6" fmla="*/ 37442 h 3201488"/>
              <a:gd name="connsiteX7" fmla="*/ 12188859 w 12194326"/>
              <a:gd name="connsiteY7" fmla="*/ 2302781 h 3201488"/>
              <a:gd name="connsiteX8" fmla="*/ 12188859 w 12194326"/>
              <a:gd name="connsiteY8" fmla="*/ 2303161 h 3201488"/>
              <a:gd name="connsiteX9" fmla="*/ 12056165 w 12194326"/>
              <a:gd name="connsiteY9" fmla="*/ 2425313 h 3201488"/>
              <a:gd name="connsiteX10" fmla="*/ 11647985 w 12194326"/>
              <a:gd name="connsiteY10" fmla="*/ 2705649 h 3201488"/>
              <a:gd name="connsiteX11" fmla="*/ 9976561 w 12194326"/>
              <a:gd name="connsiteY11" fmla="*/ 3189762 h 3201488"/>
              <a:gd name="connsiteX12" fmla="*/ 7117772 w 12194326"/>
              <a:gd name="connsiteY12" fmla="*/ 2653217 h 3201488"/>
              <a:gd name="connsiteX13" fmla="*/ 6172914 w 12194326"/>
              <a:gd name="connsiteY13" fmla="*/ 2210581 h 3201488"/>
              <a:gd name="connsiteX14" fmla="*/ 4977287 w 12194326"/>
              <a:gd name="connsiteY14" fmla="*/ 1467030 h 3201488"/>
              <a:gd name="connsiteX15" fmla="*/ 4070113 w 12194326"/>
              <a:gd name="connsiteY15" fmla="*/ 891794 h 3201488"/>
              <a:gd name="connsiteX16" fmla="*/ 1093884 w 12194326"/>
              <a:gd name="connsiteY16" fmla="*/ 281793 h 3201488"/>
              <a:gd name="connsiteX17" fmla="*/ 541190 w 12194326"/>
              <a:gd name="connsiteY17" fmla="*/ 450615 h 3201488"/>
              <a:gd name="connsiteX18" fmla="*/ 0 w 12194326"/>
              <a:gd name="connsiteY18" fmla="*/ 745452 h 3201488"/>
              <a:gd name="connsiteX19" fmla="*/ 0 w 12194326"/>
              <a:gd name="connsiteY19" fmla="*/ 641968 h 3201488"/>
              <a:gd name="connsiteX20" fmla="*/ 0 w 12194326"/>
              <a:gd name="connsiteY20" fmla="*/ 640408 h 3201488"/>
              <a:gd name="connsiteX21" fmla="*/ 1 w 12194326"/>
              <a:gd name="connsiteY21" fmla="*/ 640405 h 3201488"/>
              <a:gd name="connsiteX22" fmla="*/ 1 w 12194326"/>
              <a:gd name="connsiteY22" fmla="*/ 571992 h 3201488"/>
              <a:gd name="connsiteX23" fmla="*/ 1 w 12194326"/>
              <a:gd name="connsiteY23" fmla="*/ 186710 h 3201488"/>
              <a:gd name="connsiteX24" fmla="*/ 1 w 12194326"/>
              <a:gd name="connsiteY24" fmla="*/ 1724 h 3201488"/>
              <a:gd name="connsiteX25" fmla="*/ 1625009 w 12194326"/>
              <a:gd name="connsiteY25" fmla="*/ 1724 h 320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4326" h="3201488">
                <a:moveTo>
                  <a:pt x="1662846" y="0"/>
                </a:moveTo>
                <a:lnTo>
                  <a:pt x="1872135" y="0"/>
                </a:lnTo>
                <a:lnTo>
                  <a:pt x="1899280" y="1724"/>
                </a:lnTo>
                <a:lnTo>
                  <a:pt x="11553037" y="1724"/>
                </a:lnTo>
                <a:lnTo>
                  <a:pt x="11554036" y="0"/>
                </a:lnTo>
                <a:lnTo>
                  <a:pt x="12194326" y="0"/>
                </a:lnTo>
                <a:lnTo>
                  <a:pt x="12194238" y="37442"/>
                </a:lnTo>
                <a:cubicBezTo>
                  <a:pt x="12192479" y="781281"/>
                  <a:pt x="12188951" y="2272718"/>
                  <a:pt x="12188859" y="2302781"/>
                </a:cubicBezTo>
                <a:cubicBezTo>
                  <a:pt x="12188859" y="2302908"/>
                  <a:pt x="12188859" y="2303035"/>
                  <a:pt x="12188859" y="2303161"/>
                </a:cubicBezTo>
                <a:cubicBezTo>
                  <a:pt x="12187777" y="2333683"/>
                  <a:pt x="12076120" y="2408659"/>
                  <a:pt x="12056165" y="2425313"/>
                </a:cubicBezTo>
                <a:cubicBezTo>
                  <a:pt x="11929445" y="2531128"/>
                  <a:pt x="11791290" y="2623645"/>
                  <a:pt x="11647985" y="2705649"/>
                </a:cubicBezTo>
                <a:cubicBezTo>
                  <a:pt x="11139523" y="2996497"/>
                  <a:pt x="10559248" y="3149045"/>
                  <a:pt x="9976561" y="3189762"/>
                </a:cubicBezTo>
                <a:cubicBezTo>
                  <a:pt x="8997766" y="3258215"/>
                  <a:pt x="8018654" y="3020180"/>
                  <a:pt x="7117772" y="2653217"/>
                </a:cubicBezTo>
                <a:cubicBezTo>
                  <a:pt x="6795446" y="2522009"/>
                  <a:pt x="6480557" y="2372881"/>
                  <a:pt x="6172914" y="2210581"/>
                </a:cubicBezTo>
                <a:cubicBezTo>
                  <a:pt x="5746749" y="1985717"/>
                  <a:pt x="5363732" y="1753255"/>
                  <a:pt x="4977287" y="1467030"/>
                </a:cubicBezTo>
                <a:cubicBezTo>
                  <a:pt x="4689405" y="1253754"/>
                  <a:pt x="4385702" y="1061692"/>
                  <a:pt x="4070113" y="891794"/>
                </a:cubicBezTo>
                <a:cubicBezTo>
                  <a:pt x="3173553" y="409011"/>
                  <a:pt x="2117608" y="75673"/>
                  <a:pt x="1093884" y="281793"/>
                </a:cubicBezTo>
                <a:cubicBezTo>
                  <a:pt x="904696" y="319914"/>
                  <a:pt x="719257" y="376335"/>
                  <a:pt x="541190" y="450615"/>
                </a:cubicBezTo>
                <a:cubicBezTo>
                  <a:pt x="468299" y="481010"/>
                  <a:pt x="0" y="666296"/>
                  <a:pt x="0" y="745452"/>
                </a:cubicBezTo>
                <a:cubicBezTo>
                  <a:pt x="0" y="745428"/>
                  <a:pt x="0" y="706009"/>
                  <a:pt x="0" y="641968"/>
                </a:cubicBezTo>
                <a:lnTo>
                  <a:pt x="0" y="640408"/>
                </a:lnTo>
                <a:lnTo>
                  <a:pt x="1" y="640405"/>
                </a:lnTo>
                <a:lnTo>
                  <a:pt x="1" y="571992"/>
                </a:lnTo>
                <a:cubicBezTo>
                  <a:pt x="1" y="466907"/>
                  <a:pt x="1" y="326807"/>
                  <a:pt x="1" y="186710"/>
                </a:cubicBezTo>
                <a:lnTo>
                  <a:pt x="1" y="1724"/>
                </a:lnTo>
                <a:lnTo>
                  <a:pt x="1625009" y="172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88D1D84-A05A-4C6B-AD36-18DE406CD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5870" y="5927852"/>
            <a:ext cx="956130" cy="930148"/>
          </a:xfrm>
          <a:custGeom>
            <a:avLst/>
            <a:gdLst>
              <a:gd name="connsiteX0" fmla="*/ 909692 w 913698"/>
              <a:gd name="connsiteY0" fmla="*/ 0 h 930148"/>
              <a:gd name="connsiteX1" fmla="*/ 912174 w 913698"/>
              <a:gd name="connsiteY1" fmla="*/ 4765 h 930148"/>
              <a:gd name="connsiteX2" fmla="*/ 913698 w 913698"/>
              <a:gd name="connsiteY2" fmla="*/ 14199 h 930148"/>
              <a:gd name="connsiteX3" fmla="*/ 913698 w 913698"/>
              <a:gd name="connsiteY3" fmla="*/ 930148 h 930148"/>
              <a:gd name="connsiteX4" fmla="*/ 0 w 913698"/>
              <a:gd name="connsiteY4" fmla="*/ 930148 h 930148"/>
              <a:gd name="connsiteX5" fmla="*/ 159574 w 913698"/>
              <a:gd name="connsiteY5" fmla="*/ 823312 h 930148"/>
              <a:gd name="connsiteX6" fmla="*/ 501632 w 913698"/>
              <a:gd name="connsiteY6" fmla="*/ 535279 h 930148"/>
              <a:gd name="connsiteX7" fmla="*/ 818568 w 913698"/>
              <a:gd name="connsiteY7" fmla="*/ 156094 h 930148"/>
              <a:gd name="connsiteX8" fmla="*/ 909692 w 913698"/>
              <a:gd name="connsiteY8" fmla="*/ 0 h 93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3698" h="930148">
                <a:moveTo>
                  <a:pt x="909692" y="0"/>
                </a:moveTo>
                <a:cubicBezTo>
                  <a:pt x="910560" y="2"/>
                  <a:pt x="911388" y="1624"/>
                  <a:pt x="912174" y="4765"/>
                </a:cubicBezTo>
                <a:lnTo>
                  <a:pt x="913698" y="14199"/>
                </a:lnTo>
                <a:lnTo>
                  <a:pt x="913698" y="930148"/>
                </a:lnTo>
                <a:lnTo>
                  <a:pt x="0" y="930148"/>
                </a:lnTo>
                <a:lnTo>
                  <a:pt x="159574" y="823312"/>
                </a:lnTo>
                <a:cubicBezTo>
                  <a:pt x="280354" y="736147"/>
                  <a:pt x="394916" y="640286"/>
                  <a:pt x="501632" y="535279"/>
                </a:cubicBezTo>
                <a:cubicBezTo>
                  <a:pt x="619036" y="419776"/>
                  <a:pt x="727508" y="293571"/>
                  <a:pt x="818568" y="156094"/>
                </a:cubicBezTo>
                <a:cubicBezTo>
                  <a:pt x="826422" y="144253"/>
                  <a:pt x="899560" y="0"/>
                  <a:pt x="90969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latin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B1F629-99B0-4E11-954F-8EE0C9A0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25" y="1724"/>
            <a:ext cx="11554036" cy="2046103"/>
            <a:chOff x="14243849" y="0"/>
            <a:chExt cx="11512996" cy="204610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64078C-4E4A-4FC1-9FF5-07AE52690BA4}"/>
                </a:ext>
              </a:extLst>
            </p:cNvPr>
            <p:cNvSpPr/>
            <p:nvPr userDrawn="1"/>
          </p:nvSpPr>
          <p:spPr>
            <a:xfrm>
              <a:off x="14243849" y="0"/>
              <a:ext cx="1656939" cy="640408"/>
            </a:xfrm>
            <a:custGeom>
              <a:avLst/>
              <a:gdLst>
                <a:gd name="connsiteX0" fmla="*/ 0 w 1656939"/>
                <a:gd name="connsiteY0" fmla="*/ 0 h 640408"/>
                <a:gd name="connsiteX1" fmla="*/ 1656939 w 1656939"/>
                <a:gd name="connsiteY1" fmla="*/ 0 h 640408"/>
                <a:gd name="connsiteX2" fmla="*/ 1515141 w 1656939"/>
                <a:gd name="connsiteY2" fmla="*/ 6484 h 640408"/>
                <a:gd name="connsiteX3" fmla="*/ 268115 w 1656939"/>
                <a:gd name="connsiteY3" fmla="*/ 423322 h 640408"/>
                <a:gd name="connsiteX4" fmla="*/ 3499 w 1656939"/>
                <a:gd name="connsiteY4" fmla="*/ 631475 h 640408"/>
                <a:gd name="connsiteX5" fmla="*/ 0 w 1656939"/>
                <a:gd name="connsiteY5" fmla="*/ 640408 h 640408"/>
                <a:gd name="connsiteX6" fmla="*/ 0 w 1656939"/>
                <a:gd name="connsiteY6" fmla="*/ 570268 h 640408"/>
                <a:gd name="connsiteX7" fmla="*/ 0 w 1656939"/>
                <a:gd name="connsiteY7" fmla="*/ 184986 h 640408"/>
                <a:gd name="connsiteX8" fmla="*/ 0 w 1656939"/>
                <a:gd name="connsiteY8" fmla="*/ 0 h 64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6939" h="640408">
                  <a:moveTo>
                    <a:pt x="0" y="0"/>
                  </a:moveTo>
                  <a:lnTo>
                    <a:pt x="1656939" y="0"/>
                  </a:lnTo>
                  <a:lnTo>
                    <a:pt x="1515141" y="6484"/>
                  </a:lnTo>
                  <a:cubicBezTo>
                    <a:pt x="1070780" y="37853"/>
                    <a:pt x="639669" y="159293"/>
                    <a:pt x="268115" y="423322"/>
                  </a:cubicBezTo>
                  <a:cubicBezTo>
                    <a:pt x="227556" y="452135"/>
                    <a:pt x="47804" y="565016"/>
                    <a:pt x="3499" y="631475"/>
                  </a:cubicBezTo>
                  <a:lnTo>
                    <a:pt x="0" y="640408"/>
                  </a:lnTo>
                  <a:lnTo>
                    <a:pt x="0" y="570268"/>
                  </a:lnTo>
                  <a:cubicBezTo>
                    <a:pt x="0" y="465183"/>
                    <a:pt x="0" y="325083"/>
                    <a:pt x="0" y="1849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8CDCC6-C151-4985-8FD8-279FAAA15EEA}"/>
                </a:ext>
              </a:extLst>
            </p:cNvPr>
            <p:cNvSpPr/>
            <p:nvPr userDrawn="1"/>
          </p:nvSpPr>
          <p:spPr>
            <a:xfrm>
              <a:off x="16109334" y="0"/>
              <a:ext cx="9647511" cy="2046103"/>
            </a:xfrm>
            <a:custGeom>
              <a:avLst/>
              <a:gdLst>
                <a:gd name="connsiteX0" fmla="*/ 0 w 9647511"/>
                <a:gd name="connsiteY0" fmla="*/ 0 h 2046103"/>
                <a:gd name="connsiteX1" fmla="*/ 9647511 w 9647511"/>
                <a:gd name="connsiteY1" fmla="*/ 0 h 2046103"/>
                <a:gd name="connsiteX2" fmla="*/ 9594799 w 9647511"/>
                <a:gd name="connsiteY2" fmla="*/ 91306 h 2046103"/>
                <a:gd name="connsiteX3" fmla="*/ 9430079 w 9647511"/>
                <a:gd name="connsiteY3" fmla="*/ 338911 h 2046103"/>
                <a:gd name="connsiteX4" fmla="*/ 8099387 w 9647511"/>
                <a:gd name="connsiteY4" fmla="*/ 1580000 h 2046103"/>
                <a:gd name="connsiteX5" fmla="*/ 5725809 w 9647511"/>
                <a:gd name="connsiteY5" fmla="*/ 2002055 h 2046103"/>
                <a:gd name="connsiteX6" fmla="*/ 3925443 w 9647511"/>
                <a:gd name="connsiteY6" fmla="*/ 1385215 h 2046103"/>
                <a:gd name="connsiteX7" fmla="*/ 3336717 w 9647511"/>
                <a:gd name="connsiteY7" fmla="*/ 1049408 h 2046103"/>
                <a:gd name="connsiteX8" fmla="*/ 976185 w 9647511"/>
                <a:gd name="connsiteY8" fmla="*/ 130068 h 2046103"/>
                <a:gd name="connsiteX9" fmla="*/ 320347 w 9647511"/>
                <a:gd name="connsiteY9" fmla="*/ 20418 h 2046103"/>
                <a:gd name="connsiteX10" fmla="*/ 0 w 9647511"/>
                <a:gd name="connsiteY10" fmla="*/ 0 h 204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47511" h="2046103">
                  <a:moveTo>
                    <a:pt x="0" y="0"/>
                  </a:moveTo>
                  <a:lnTo>
                    <a:pt x="9647511" y="0"/>
                  </a:lnTo>
                  <a:lnTo>
                    <a:pt x="9594799" y="91306"/>
                  </a:lnTo>
                  <a:cubicBezTo>
                    <a:pt x="9542431" y="175519"/>
                    <a:pt x="9487387" y="258078"/>
                    <a:pt x="9430079" y="338911"/>
                  </a:cubicBezTo>
                  <a:cubicBezTo>
                    <a:pt x="9077111" y="836639"/>
                    <a:pt x="8629663" y="1274018"/>
                    <a:pt x="8099387" y="1580000"/>
                  </a:cubicBezTo>
                  <a:cubicBezTo>
                    <a:pt x="7379455" y="1995470"/>
                    <a:pt x="6544147" y="2124081"/>
                    <a:pt x="5725809" y="2002055"/>
                  </a:cubicBezTo>
                  <a:cubicBezTo>
                    <a:pt x="5106055" y="1909666"/>
                    <a:pt x="4465407" y="1707472"/>
                    <a:pt x="3925443" y="1385215"/>
                  </a:cubicBezTo>
                  <a:cubicBezTo>
                    <a:pt x="3731291" y="1269332"/>
                    <a:pt x="3536443" y="1155602"/>
                    <a:pt x="3336717" y="1049408"/>
                  </a:cubicBezTo>
                  <a:cubicBezTo>
                    <a:pt x="2591899" y="653252"/>
                    <a:pt x="1800981" y="317064"/>
                    <a:pt x="976185" y="130068"/>
                  </a:cubicBezTo>
                  <a:cubicBezTo>
                    <a:pt x="763907" y="81942"/>
                    <a:pt x="543365" y="43203"/>
                    <a:pt x="320347" y="204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39D4B55-8F08-49F6-B88D-E2F791399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hidden">
          <a:xfrm rot="10800000" flipV="1">
            <a:off x="-2326" y="5137560"/>
            <a:ext cx="7397424" cy="1730923"/>
            <a:chOff x="7189154" y="5703043"/>
            <a:chExt cx="5011877" cy="117272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7929BB2-A3F1-448F-B606-B68C84151701}"/>
                </a:ext>
              </a:extLst>
            </p:cNvPr>
            <p:cNvSpPr/>
            <p:nvPr userDrawn="1"/>
          </p:nvSpPr>
          <p:spPr bwMode="hidden">
            <a:xfrm rot="10800000" flipH="1">
              <a:off x="7189154" y="5703043"/>
              <a:ext cx="5002845" cy="1172729"/>
            </a:xfrm>
            <a:custGeom>
              <a:avLst/>
              <a:gdLst>
                <a:gd name="connsiteX0" fmla="*/ 0 w 5002845"/>
                <a:gd name="connsiteY0" fmla="*/ 20203 h 1172729"/>
                <a:gd name="connsiteX1" fmla="*/ 9377 w 5002845"/>
                <a:gd name="connsiteY1" fmla="*/ 4178 h 1172729"/>
                <a:gd name="connsiteX2" fmla="*/ 14734 w 5002845"/>
                <a:gd name="connsiteY2" fmla="*/ 53 h 1172729"/>
                <a:gd name="connsiteX3" fmla="*/ 0 w 5002845"/>
                <a:gd name="connsiteY3" fmla="*/ 0 h 1172729"/>
                <a:gd name="connsiteX4" fmla="*/ 0 w 5002845"/>
                <a:gd name="connsiteY4" fmla="*/ 14286 h 1172729"/>
                <a:gd name="connsiteX5" fmla="*/ 0 w 5002845"/>
                <a:gd name="connsiteY5" fmla="*/ 20203 h 1172729"/>
                <a:gd name="connsiteX6" fmla="*/ 4446507 w 5002845"/>
                <a:gd name="connsiteY6" fmla="*/ 1172693 h 1172729"/>
                <a:gd name="connsiteX7" fmla="*/ 4616280 w 5002845"/>
                <a:gd name="connsiteY7" fmla="*/ 1167226 h 1172729"/>
                <a:gd name="connsiteX8" fmla="*/ 4817782 w 5002845"/>
                <a:gd name="connsiteY8" fmla="*/ 1142862 h 1172729"/>
                <a:gd name="connsiteX9" fmla="*/ 5002845 w 5002845"/>
                <a:gd name="connsiteY9" fmla="*/ 1100624 h 1172729"/>
                <a:gd name="connsiteX10" fmla="*/ 5002845 w 5002845"/>
                <a:gd name="connsiteY10" fmla="*/ 17770 h 1172729"/>
                <a:gd name="connsiteX11" fmla="*/ 1721151 w 5002845"/>
                <a:gd name="connsiteY11" fmla="*/ 6114 h 1172729"/>
                <a:gd name="connsiteX12" fmla="*/ 1724440 w 5002845"/>
                <a:gd name="connsiteY12" fmla="*/ 7563 h 1172729"/>
                <a:gd name="connsiteX13" fmla="*/ 1883292 w 5002845"/>
                <a:gd name="connsiteY13" fmla="*/ 88875 h 1172729"/>
                <a:gd name="connsiteX14" fmla="*/ 2303053 w 5002845"/>
                <a:gd name="connsiteY14" fmla="*/ 358812 h 1172729"/>
                <a:gd name="connsiteX15" fmla="*/ 2856285 w 5002845"/>
                <a:gd name="connsiteY15" fmla="*/ 707733 h 1172729"/>
                <a:gd name="connsiteX16" fmla="*/ 3293483 w 5002845"/>
                <a:gd name="connsiteY16" fmla="*/ 915446 h 1172729"/>
                <a:gd name="connsiteX17" fmla="*/ 4446507 w 5002845"/>
                <a:gd name="connsiteY17" fmla="*/ 1172693 h 117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02845" h="1172729">
                  <a:moveTo>
                    <a:pt x="0" y="20203"/>
                  </a:moveTo>
                  <a:cubicBezTo>
                    <a:pt x="0" y="15560"/>
                    <a:pt x="3386" y="10138"/>
                    <a:pt x="9377" y="4178"/>
                  </a:cubicBezTo>
                  <a:lnTo>
                    <a:pt x="14734" y="53"/>
                  </a:lnTo>
                  <a:lnTo>
                    <a:pt x="0" y="0"/>
                  </a:lnTo>
                  <a:lnTo>
                    <a:pt x="0" y="14286"/>
                  </a:lnTo>
                  <a:cubicBezTo>
                    <a:pt x="0" y="18141"/>
                    <a:pt x="0" y="20199"/>
                    <a:pt x="0" y="20203"/>
                  </a:cubicBezTo>
                  <a:close/>
                  <a:moveTo>
                    <a:pt x="4446507" y="1172693"/>
                  </a:moveTo>
                  <a:cubicBezTo>
                    <a:pt x="4503053" y="1173010"/>
                    <a:pt x="4559667" y="1171242"/>
                    <a:pt x="4616280" y="1167226"/>
                  </a:cubicBezTo>
                  <a:cubicBezTo>
                    <a:pt x="4683684" y="1162449"/>
                    <a:pt x="4751019" y="1154393"/>
                    <a:pt x="4817782" y="1142862"/>
                  </a:cubicBezTo>
                  <a:lnTo>
                    <a:pt x="5002845" y="1100624"/>
                  </a:lnTo>
                  <a:lnTo>
                    <a:pt x="5002845" y="17770"/>
                  </a:lnTo>
                  <a:lnTo>
                    <a:pt x="1721151" y="6114"/>
                  </a:lnTo>
                  <a:lnTo>
                    <a:pt x="1724440" y="7563"/>
                  </a:lnTo>
                  <a:cubicBezTo>
                    <a:pt x="1778427" y="33333"/>
                    <a:pt x="1831436" y="60556"/>
                    <a:pt x="1883292" y="88875"/>
                  </a:cubicBezTo>
                  <a:cubicBezTo>
                    <a:pt x="2029319" y="168602"/>
                    <a:pt x="2169847" y="258730"/>
                    <a:pt x="2303053" y="358812"/>
                  </a:cubicBezTo>
                  <a:cubicBezTo>
                    <a:pt x="2481867" y="493127"/>
                    <a:pt x="2659092" y="602213"/>
                    <a:pt x="2856285" y="707733"/>
                  </a:cubicBezTo>
                  <a:cubicBezTo>
                    <a:pt x="2998635" y="783895"/>
                    <a:pt x="3144339" y="853875"/>
                    <a:pt x="3293483" y="915446"/>
                  </a:cubicBezTo>
                  <a:cubicBezTo>
                    <a:pt x="3658226" y="1066123"/>
                    <a:pt x="4050684" y="1170479"/>
                    <a:pt x="4446507" y="117269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CE1CDEE-0FC5-4622-970D-F3071080EA25}"/>
                </a:ext>
              </a:extLst>
            </p:cNvPr>
            <p:cNvSpPr/>
            <p:nvPr userDrawn="1"/>
          </p:nvSpPr>
          <p:spPr bwMode="hidden">
            <a:xfrm rot="5400000">
              <a:off x="10434804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rgbClr val="5D4C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7DC24D-2FF7-4500-8465-B347DD08C9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387" y="1782231"/>
            <a:ext cx="10356549" cy="2306623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8FA7EB2-6D9E-4BCB-A5B4-963B9C0D97F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23387" y="4205237"/>
            <a:ext cx="10363200" cy="535339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6EDA5D6-B92D-4BC4-BC7E-16FABED6A5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3387" y="4819627"/>
            <a:ext cx="4570729" cy="1346200"/>
          </a:xfrm>
        </p:spPr>
        <p:txBody>
          <a:bodyPr anchor="b"/>
          <a:lstStyle>
            <a:lvl1pPr>
              <a:defRPr sz="16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2pPr>
            <a:lvl3pPr marL="0" indent="0">
              <a:buFont typeface="Montserrat" panose="00000500000000000000" pitchFamily="2" charset="0"/>
              <a:buNone/>
              <a:defRPr sz="1000" b="0" i="1">
                <a:solidFill>
                  <a:schemeClr val="bg1"/>
                </a:solidFill>
              </a:defRPr>
            </a:lvl3pPr>
            <a:lvl4pPr marL="0" indent="0">
              <a:buFont typeface="Montserrat" panose="00000500000000000000" pitchFamily="2" charset="0"/>
              <a:buChar char="​"/>
              <a:defRPr sz="1000" b="0" i="1">
                <a:solidFill>
                  <a:schemeClr val="bg1"/>
                </a:solidFill>
              </a:defRPr>
            </a:lvl4pPr>
            <a:lvl5pPr marL="0" indent="0">
              <a:buFont typeface="Montserrat" panose="00000500000000000000" pitchFamily="2" charset="0"/>
              <a:buChar char="​"/>
              <a:defRPr sz="1000" b="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author information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C4AAF6E-B346-42C2-9D6A-3C63CEBBEB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357360" y="5233294"/>
            <a:ext cx="1920240" cy="93014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logo</a:t>
            </a:r>
          </a:p>
        </p:txBody>
      </p:sp>
    </p:spTree>
    <p:extLst>
      <p:ext uri="{BB962C8B-B14F-4D97-AF65-F5344CB8AC3E}">
        <p14:creationId xmlns:p14="http://schemas.microsoft.com/office/powerpoint/2010/main" val="28612954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6B24BF7-A806-4143-B14C-F7122C6EF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327" y="-2012"/>
            <a:ext cx="12194326" cy="3201488"/>
          </a:xfrm>
          <a:custGeom>
            <a:avLst/>
            <a:gdLst>
              <a:gd name="connsiteX0" fmla="*/ 1662846 w 12194326"/>
              <a:gd name="connsiteY0" fmla="*/ 0 h 3201488"/>
              <a:gd name="connsiteX1" fmla="*/ 1872135 w 12194326"/>
              <a:gd name="connsiteY1" fmla="*/ 0 h 3201488"/>
              <a:gd name="connsiteX2" fmla="*/ 1899280 w 12194326"/>
              <a:gd name="connsiteY2" fmla="*/ 1724 h 3201488"/>
              <a:gd name="connsiteX3" fmla="*/ 11553037 w 12194326"/>
              <a:gd name="connsiteY3" fmla="*/ 1724 h 3201488"/>
              <a:gd name="connsiteX4" fmla="*/ 11554036 w 12194326"/>
              <a:gd name="connsiteY4" fmla="*/ 0 h 3201488"/>
              <a:gd name="connsiteX5" fmla="*/ 12194326 w 12194326"/>
              <a:gd name="connsiteY5" fmla="*/ 0 h 3201488"/>
              <a:gd name="connsiteX6" fmla="*/ 12194238 w 12194326"/>
              <a:gd name="connsiteY6" fmla="*/ 37442 h 3201488"/>
              <a:gd name="connsiteX7" fmla="*/ 12188859 w 12194326"/>
              <a:gd name="connsiteY7" fmla="*/ 2302781 h 3201488"/>
              <a:gd name="connsiteX8" fmla="*/ 12188859 w 12194326"/>
              <a:gd name="connsiteY8" fmla="*/ 2303161 h 3201488"/>
              <a:gd name="connsiteX9" fmla="*/ 12056165 w 12194326"/>
              <a:gd name="connsiteY9" fmla="*/ 2425313 h 3201488"/>
              <a:gd name="connsiteX10" fmla="*/ 11647985 w 12194326"/>
              <a:gd name="connsiteY10" fmla="*/ 2705649 h 3201488"/>
              <a:gd name="connsiteX11" fmla="*/ 9976561 w 12194326"/>
              <a:gd name="connsiteY11" fmla="*/ 3189762 h 3201488"/>
              <a:gd name="connsiteX12" fmla="*/ 7117772 w 12194326"/>
              <a:gd name="connsiteY12" fmla="*/ 2653217 h 3201488"/>
              <a:gd name="connsiteX13" fmla="*/ 6172914 w 12194326"/>
              <a:gd name="connsiteY13" fmla="*/ 2210581 h 3201488"/>
              <a:gd name="connsiteX14" fmla="*/ 4977287 w 12194326"/>
              <a:gd name="connsiteY14" fmla="*/ 1467030 h 3201488"/>
              <a:gd name="connsiteX15" fmla="*/ 4070113 w 12194326"/>
              <a:gd name="connsiteY15" fmla="*/ 891794 h 3201488"/>
              <a:gd name="connsiteX16" fmla="*/ 1093884 w 12194326"/>
              <a:gd name="connsiteY16" fmla="*/ 281793 h 3201488"/>
              <a:gd name="connsiteX17" fmla="*/ 541190 w 12194326"/>
              <a:gd name="connsiteY17" fmla="*/ 450615 h 3201488"/>
              <a:gd name="connsiteX18" fmla="*/ 0 w 12194326"/>
              <a:gd name="connsiteY18" fmla="*/ 745452 h 3201488"/>
              <a:gd name="connsiteX19" fmla="*/ 0 w 12194326"/>
              <a:gd name="connsiteY19" fmla="*/ 641968 h 3201488"/>
              <a:gd name="connsiteX20" fmla="*/ 0 w 12194326"/>
              <a:gd name="connsiteY20" fmla="*/ 640408 h 3201488"/>
              <a:gd name="connsiteX21" fmla="*/ 1 w 12194326"/>
              <a:gd name="connsiteY21" fmla="*/ 640405 h 3201488"/>
              <a:gd name="connsiteX22" fmla="*/ 1 w 12194326"/>
              <a:gd name="connsiteY22" fmla="*/ 571992 h 3201488"/>
              <a:gd name="connsiteX23" fmla="*/ 1 w 12194326"/>
              <a:gd name="connsiteY23" fmla="*/ 186710 h 3201488"/>
              <a:gd name="connsiteX24" fmla="*/ 1 w 12194326"/>
              <a:gd name="connsiteY24" fmla="*/ 1724 h 3201488"/>
              <a:gd name="connsiteX25" fmla="*/ 1625009 w 12194326"/>
              <a:gd name="connsiteY25" fmla="*/ 1724 h 320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4326" h="3201488">
                <a:moveTo>
                  <a:pt x="1662846" y="0"/>
                </a:moveTo>
                <a:lnTo>
                  <a:pt x="1872135" y="0"/>
                </a:lnTo>
                <a:lnTo>
                  <a:pt x="1899280" y="1724"/>
                </a:lnTo>
                <a:lnTo>
                  <a:pt x="11553037" y="1724"/>
                </a:lnTo>
                <a:lnTo>
                  <a:pt x="11554036" y="0"/>
                </a:lnTo>
                <a:lnTo>
                  <a:pt x="12194326" y="0"/>
                </a:lnTo>
                <a:lnTo>
                  <a:pt x="12194238" y="37442"/>
                </a:lnTo>
                <a:cubicBezTo>
                  <a:pt x="12192479" y="781281"/>
                  <a:pt x="12188951" y="2272718"/>
                  <a:pt x="12188859" y="2302781"/>
                </a:cubicBezTo>
                <a:cubicBezTo>
                  <a:pt x="12188859" y="2302908"/>
                  <a:pt x="12188859" y="2303035"/>
                  <a:pt x="12188859" y="2303161"/>
                </a:cubicBezTo>
                <a:cubicBezTo>
                  <a:pt x="12187777" y="2333683"/>
                  <a:pt x="12076120" y="2408659"/>
                  <a:pt x="12056165" y="2425313"/>
                </a:cubicBezTo>
                <a:cubicBezTo>
                  <a:pt x="11929445" y="2531128"/>
                  <a:pt x="11791290" y="2623645"/>
                  <a:pt x="11647985" y="2705649"/>
                </a:cubicBezTo>
                <a:cubicBezTo>
                  <a:pt x="11139523" y="2996497"/>
                  <a:pt x="10559248" y="3149045"/>
                  <a:pt x="9976561" y="3189762"/>
                </a:cubicBezTo>
                <a:cubicBezTo>
                  <a:pt x="8997766" y="3258215"/>
                  <a:pt x="8018654" y="3020180"/>
                  <a:pt x="7117772" y="2653217"/>
                </a:cubicBezTo>
                <a:cubicBezTo>
                  <a:pt x="6795446" y="2522009"/>
                  <a:pt x="6480557" y="2372881"/>
                  <a:pt x="6172914" y="2210581"/>
                </a:cubicBezTo>
                <a:cubicBezTo>
                  <a:pt x="5746749" y="1985717"/>
                  <a:pt x="5363732" y="1753255"/>
                  <a:pt x="4977287" y="1467030"/>
                </a:cubicBezTo>
                <a:cubicBezTo>
                  <a:pt x="4689405" y="1253754"/>
                  <a:pt x="4385702" y="1061692"/>
                  <a:pt x="4070113" y="891794"/>
                </a:cubicBezTo>
                <a:cubicBezTo>
                  <a:pt x="3173553" y="409011"/>
                  <a:pt x="2117608" y="75673"/>
                  <a:pt x="1093884" y="281793"/>
                </a:cubicBezTo>
                <a:cubicBezTo>
                  <a:pt x="904696" y="319914"/>
                  <a:pt x="719257" y="376335"/>
                  <a:pt x="541190" y="450615"/>
                </a:cubicBezTo>
                <a:cubicBezTo>
                  <a:pt x="468299" y="481010"/>
                  <a:pt x="0" y="666296"/>
                  <a:pt x="0" y="745452"/>
                </a:cubicBezTo>
                <a:cubicBezTo>
                  <a:pt x="0" y="745428"/>
                  <a:pt x="0" y="706009"/>
                  <a:pt x="0" y="641968"/>
                </a:cubicBezTo>
                <a:lnTo>
                  <a:pt x="0" y="640408"/>
                </a:lnTo>
                <a:lnTo>
                  <a:pt x="1" y="640405"/>
                </a:lnTo>
                <a:lnTo>
                  <a:pt x="1" y="571992"/>
                </a:lnTo>
                <a:cubicBezTo>
                  <a:pt x="1" y="466907"/>
                  <a:pt x="1" y="326807"/>
                  <a:pt x="1" y="186710"/>
                </a:cubicBezTo>
                <a:lnTo>
                  <a:pt x="1" y="1724"/>
                </a:lnTo>
                <a:lnTo>
                  <a:pt x="1625009" y="172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latin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ACFCD-FA6B-4253-8BA9-6E0048459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25" y="1724"/>
            <a:ext cx="11554036" cy="2046103"/>
            <a:chOff x="14243849" y="0"/>
            <a:chExt cx="11512996" cy="204610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10B9844-2D9F-43F0-9393-6B38FE0D084E}"/>
                </a:ext>
              </a:extLst>
            </p:cNvPr>
            <p:cNvSpPr/>
            <p:nvPr userDrawn="1"/>
          </p:nvSpPr>
          <p:spPr>
            <a:xfrm>
              <a:off x="14243849" y="0"/>
              <a:ext cx="1656939" cy="640408"/>
            </a:xfrm>
            <a:custGeom>
              <a:avLst/>
              <a:gdLst>
                <a:gd name="connsiteX0" fmla="*/ 0 w 1656939"/>
                <a:gd name="connsiteY0" fmla="*/ 0 h 640408"/>
                <a:gd name="connsiteX1" fmla="*/ 1656939 w 1656939"/>
                <a:gd name="connsiteY1" fmla="*/ 0 h 640408"/>
                <a:gd name="connsiteX2" fmla="*/ 1515141 w 1656939"/>
                <a:gd name="connsiteY2" fmla="*/ 6484 h 640408"/>
                <a:gd name="connsiteX3" fmla="*/ 268115 w 1656939"/>
                <a:gd name="connsiteY3" fmla="*/ 423322 h 640408"/>
                <a:gd name="connsiteX4" fmla="*/ 3499 w 1656939"/>
                <a:gd name="connsiteY4" fmla="*/ 631475 h 640408"/>
                <a:gd name="connsiteX5" fmla="*/ 0 w 1656939"/>
                <a:gd name="connsiteY5" fmla="*/ 640408 h 640408"/>
                <a:gd name="connsiteX6" fmla="*/ 0 w 1656939"/>
                <a:gd name="connsiteY6" fmla="*/ 570268 h 640408"/>
                <a:gd name="connsiteX7" fmla="*/ 0 w 1656939"/>
                <a:gd name="connsiteY7" fmla="*/ 184986 h 640408"/>
                <a:gd name="connsiteX8" fmla="*/ 0 w 1656939"/>
                <a:gd name="connsiteY8" fmla="*/ 0 h 64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6939" h="640408">
                  <a:moveTo>
                    <a:pt x="0" y="0"/>
                  </a:moveTo>
                  <a:lnTo>
                    <a:pt x="1656939" y="0"/>
                  </a:lnTo>
                  <a:lnTo>
                    <a:pt x="1515141" y="6484"/>
                  </a:lnTo>
                  <a:cubicBezTo>
                    <a:pt x="1070780" y="37853"/>
                    <a:pt x="639669" y="159293"/>
                    <a:pt x="268115" y="423322"/>
                  </a:cubicBezTo>
                  <a:cubicBezTo>
                    <a:pt x="227556" y="452135"/>
                    <a:pt x="47804" y="565016"/>
                    <a:pt x="3499" y="631475"/>
                  </a:cubicBezTo>
                  <a:lnTo>
                    <a:pt x="0" y="640408"/>
                  </a:lnTo>
                  <a:lnTo>
                    <a:pt x="0" y="570268"/>
                  </a:lnTo>
                  <a:cubicBezTo>
                    <a:pt x="0" y="465183"/>
                    <a:pt x="0" y="325083"/>
                    <a:pt x="0" y="1849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257426-DB92-4496-AB6C-5F1B3E9468DD}"/>
                </a:ext>
              </a:extLst>
            </p:cNvPr>
            <p:cNvSpPr/>
            <p:nvPr userDrawn="1"/>
          </p:nvSpPr>
          <p:spPr>
            <a:xfrm>
              <a:off x="16109334" y="0"/>
              <a:ext cx="9647511" cy="2046103"/>
            </a:xfrm>
            <a:custGeom>
              <a:avLst/>
              <a:gdLst>
                <a:gd name="connsiteX0" fmla="*/ 0 w 9647511"/>
                <a:gd name="connsiteY0" fmla="*/ 0 h 2046103"/>
                <a:gd name="connsiteX1" fmla="*/ 9647511 w 9647511"/>
                <a:gd name="connsiteY1" fmla="*/ 0 h 2046103"/>
                <a:gd name="connsiteX2" fmla="*/ 9594799 w 9647511"/>
                <a:gd name="connsiteY2" fmla="*/ 91306 h 2046103"/>
                <a:gd name="connsiteX3" fmla="*/ 9430079 w 9647511"/>
                <a:gd name="connsiteY3" fmla="*/ 338911 h 2046103"/>
                <a:gd name="connsiteX4" fmla="*/ 8099387 w 9647511"/>
                <a:gd name="connsiteY4" fmla="*/ 1580000 h 2046103"/>
                <a:gd name="connsiteX5" fmla="*/ 5725809 w 9647511"/>
                <a:gd name="connsiteY5" fmla="*/ 2002055 h 2046103"/>
                <a:gd name="connsiteX6" fmla="*/ 3925443 w 9647511"/>
                <a:gd name="connsiteY6" fmla="*/ 1385215 h 2046103"/>
                <a:gd name="connsiteX7" fmla="*/ 3336717 w 9647511"/>
                <a:gd name="connsiteY7" fmla="*/ 1049408 h 2046103"/>
                <a:gd name="connsiteX8" fmla="*/ 976185 w 9647511"/>
                <a:gd name="connsiteY8" fmla="*/ 130068 h 2046103"/>
                <a:gd name="connsiteX9" fmla="*/ 320347 w 9647511"/>
                <a:gd name="connsiteY9" fmla="*/ 20418 h 2046103"/>
                <a:gd name="connsiteX10" fmla="*/ 0 w 9647511"/>
                <a:gd name="connsiteY10" fmla="*/ 0 h 204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47511" h="2046103">
                  <a:moveTo>
                    <a:pt x="0" y="0"/>
                  </a:moveTo>
                  <a:lnTo>
                    <a:pt x="9647511" y="0"/>
                  </a:lnTo>
                  <a:lnTo>
                    <a:pt x="9594799" y="91306"/>
                  </a:lnTo>
                  <a:cubicBezTo>
                    <a:pt x="9542431" y="175519"/>
                    <a:pt x="9487387" y="258078"/>
                    <a:pt x="9430079" y="338911"/>
                  </a:cubicBezTo>
                  <a:cubicBezTo>
                    <a:pt x="9077111" y="836639"/>
                    <a:pt x="8629663" y="1274018"/>
                    <a:pt x="8099387" y="1580000"/>
                  </a:cubicBezTo>
                  <a:cubicBezTo>
                    <a:pt x="7379455" y="1995470"/>
                    <a:pt x="6544147" y="2124081"/>
                    <a:pt x="5725809" y="2002055"/>
                  </a:cubicBezTo>
                  <a:cubicBezTo>
                    <a:pt x="5106055" y="1909666"/>
                    <a:pt x="4465407" y="1707472"/>
                    <a:pt x="3925443" y="1385215"/>
                  </a:cubicBezTo>
                  <a:cubicBezTo>
                    <a:pt x="3731291" y="1269332"/>
                    <a:pt x="3536443" y="1155602"/>
                    <a:pt x="3336717" y="1049408"/>
                  </a:cubicBezTo>
                  <a:cubicBezTo>
                    <a:pt x="2591899" y="653252"/>
                    <a:pt x="1800981" y="317064"/>
                    <a:pt x="976185" y="130068"/>
                  </a:cubicBezTo>
                  <a:cubicBezTo>
                    <a:pt x="763907" y="81942"/>
                    <a:pt x="543365" y="43203"/>
                    <a:pt x="320347" y="204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0E0534-2B87-402B-8E6B-ED38B1F49C01}"/>
              </a:ext>
            </a:extLst>
          </p:cNvPr>
          <p:cNvSpPr txBox="1"/>
          <p:nvPr userDrawn="1"/>
        </p:nvSpPr>
        <p:spPr>
          <a:xfrm>
            <a:off x="2831645" y="2610506"/>
            <a:ext cx="6528711" cy="818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/>
            </a:pPr>
            <a:r>
              <a:rPr lang="en-US" sz="6600" b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Thank You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366D640-A2E4-41D1-8AA4-D7BB772CE4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390" y="3629353"/>
            <a:ext cx="4513221" cy="818494"/>
          </a:xfrm>
        </p:spPr>
        <p:txBody>
          <a:bodyPr anchor="t">
            <a:noAutofit/>
          </a:bodyPr>
          <a:lstStyle>
            <a:lvl1pPr algn="ctr">
              <a:spcAft>
                <a:spcPts val="0"/>
              </a:spcAft>
              <a:defRPr sz="2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0" indent="0" algn="ctr">
              <a:spcAft>
                <a:spcPts val="3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2pPr>
            <a:lvl3pPr>
              <a:spcAft>
                <a:spcPts val="300"/>
              </a:spcAft>
              <a:defRPr sz="1400" b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contact information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A39B285-F5F3-4F7C-BC49-7143FF395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5870" y="5927852"/>
            <a:ext cx="956130" cy="930148"/>
          </a:xfrm>
          <a:custGeom>
            <a:avLst/>
            <a:gdLst>
              <a:gd name="connsiteX0" fmla="*/ 909692 w 913698"/>
              <a:gd name="connsiteY0" fmla="*/ 0 h 930148"/>
              <a:gd name="connsiteX1" fmla="*/ 912174 w 913698"/>
              <a:gd name="connsiteY1" fmla="*/ 4765 h 930148"/>
              <a:gd name="connsiteX2" fmla="*/ 913698 w 913698"/>
              <a:gd name="connsiteY2" fmla="*/ 14199 h 930148"/>
              <a:gd name="connsiteX3" fmla="*/ 913698 w 913698"/>
              <a:gd name="connsiteY3" fmla="*/ 930148 h 930148"/>
              <a:gd name="connsiteX4" fmla="*/ 0 w 913698"/>
              <a:gd name="connsiteY4" fmla="*/ 930148 h 930148"/>
              <a:gd name="connsiteX5" fmla="*/ 159574 w 913698"/>
              <a:gd name="connsiteY5" fmla="*/ 823312 h 930148"/>
              <a:gd name="connsiteX6" fmla="*/ 501632 w 913698"/>
              <a:gd name="connsiteY6" fmla="*/ 535279 h 930148"/>
              <a:gd name="connsiteX7" fmla="*/ 818568 w 913698"/>
              <a:gd name="connsiteY7" fmla="*/ 156094 h 930148"/>
              <a:gd name="connsiteX8" fmla="*/ 909692 w 913698"/>
              <a:gd name="connsiteY8" fmla="*/ 0 h 93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3698" h="930148">
                <a:moveTo>
                  <a:pt x="909692" y="0"/>
                </a:moveTo>
                <a:cubicBezTo>
                  <a:pt x="910560" y="2"/>
                  <a:pt x="911388" y="1624"/>
                  <a:pt x="912174" y="4765"/>
                </a:cubicBezTo>
                <a:lnTo>
                  <a:pt x="913698" y="14199"/>
                </a:lnTo>
                <a:lnTo>
                  <a:pt x="913698" y="930148"/>
                </a:lnTo>
                <a:lnTo>
                  <a:pt x="0" y="930148"/>
                </a:lnTo>
                <a:lnTo>
                  <a:pt x="159574" y="823312"/>
                </a:lnTo>
                <a:cubicBezTo>
                  <a:pt x="280354" y="736147"/>
                  <a:pt x="394916" y="640286"/>
                  <a:pt x="501632" y="535279"/>
                </a:cubicBezTo>
                <a:cubicBezTo>
                  <a:pt x="619036" y="419776"/>
                  <a:pt x="727508" y="293571"/>
                  <a:pt x="818568" y="156094"/>
                </a:cubicBezTo>
                <a:cubicBezTo>
                  <a:pt x="826422" y="144253"/>
                  <a:pt x="899560" y="0"/>
                  <a:pt x="90969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latin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3D8B0D-63D3-479D-AF89-FC25E38D1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V="1">
            <a:off x="-2326" y="5137560"/>
            <a:ext cx="7397424" cy="1730923"/>
            <a:chOff x="7189154" y="5703043"/>
            <a:chExt cx="5011877" cy="117272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50F6CE5-8876-4DF5-8519-EE0306E7468F}"/>
                </a:ext>
              </a:extLst>
            </p:cNvPr>
            <p:cNvSpPr/>
            <p:nvPr userDrawn="1"/>
          </p:nvSpPr>
          <p:spPr>
            <a:xfrm rot="10800000" flipH="1">
              <a:off x="7189154" y="5703043"/>
              <a:ext cx="5002845" cy="1172729"/>
            </a:xfrm>
            <a:custGeom>
              <a:avLst/>
              <a:gdLst>
                <a:gd name="connsiteX0" fmla="*/ 0 w 5002845"/>
                <a:gd name="connsiteY0" fmla="*/ 20203 h 1172729"/>
                <a:gd name="connsiteX1" fmla="*/ 9377 w 5002845"/>
                <a:gd name="connsiteY1" fmla="*/ 4178 h 1172729"/>
                <a:gd name="connsiteX2" fmla="*/ 14734 w 5002845"/>
                <a:gd name="connsiteY2" fmla="*/ 53 h 1172729"/>
                <a:gd name="connsiteX3" fmla="*/ 0 w 5002845"/>
                <a:gd name="connsiteY3" fmla="*/ 0 h 1172729"/>
                <a:gd name="connsiteX4" fmla="*/ 0 w 5002845"/>
                <a:gd name="connsiteY4" fmla="*/ 14286 h 1172729"/>
                <a:gd name="connsiteX5" fmla="*/ 0 w 5002845"/>
                <a:gd name="connsiteY5" fmla="*/ 20203 h 1172729"/>
                <a:gd name="connsiteX6" fmla="*/ 4446507 w 5002845"/>
                <a:gd name="connsiteY6" fmla="*/ 1172693 h 1172729"/>
                <a:gd name="connsiteX7" fmla="*/ 4616280 w 5002845"/>
                <a:gd name="connsiteY7" fmla="*/ 1167226 h 1172729"/>
                <a:gd name="connsiteX8" fmla="*/ 4817782 w 5002845"/>
                <a:gd name="connsiteY8" fmla="*/ 1142862 h 1172729"/>
                <a:gd name="connsiteX9" fmla="*/ 5002845 w 5002845"/>
                <a:gd name="connsiteY9" fmla="*/ 1100624 h 1172729"/>
                <a:gd name="connsiteX10" fmla="*/ 5002845 w 5002845"/>
                <a:gd name="connsiteY10" fmla="*/ 17770 h 1172729"/>
                <a:gd name="connsiteX11" fmla="*/ 1721151 w 5002845"/>
                <a:gd name="connsiteY11" fmla="*/ 6114 h 1172729"/>
                <a:gd name="connsiteX12" fmla="*/ 1724440 w 5002845"/>
                <a:gd name="connsiteY12" fmla="*/ 7563 h 1172729"/>
                <a:gd name="connsiteX13" fmla="*/ 1883292 w 5002845"/>
                <a:gd name="connsiteY13" fmla="*/ 88875 h 1172729"/>
                <a:gd name="connsiteX14" fmla="*/ 2303053 w 5002845"/>
                <a:gd name="connsiteY14" fmla="*/ 358812 h 1172729"/>
                <a:gd name="connsiteX15" fmla="*/ 2856285 w 5002845"/>
                <a:gd name="connsiteY15" fmla="*/ 707733 h 1172729"/>
                <a:gd name="connsiteX16" fmla="*/ 3293483 w 5002845"/>
                <a:gd name="connsiteY16" fmla="*/ 915446 h 1172729"/>
                <a:gd name="connsiteX17" fmla="*/ 4446507 w 5002845"/>
                <a:gd name="connsiteY17" fmla="*/ 1172693 h 117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02845" h="1172729">
                  <a:moveTo>
                    <a:pt x="0" y="20203"/>
                  </a:moveTo>
                  <a:cubicBezTo>
                    <a:pt x="0" y="15560"/>
                    <a:pt x="3386" y="10138"/>
                    <a:pt x="9377" y="4178"/>
                  </a:cubicBezTo>
                  <a:lnTo>
                    <a:pt x="14734" y="53"/>
                  </a:lnTo>
                  <a:lnTo>
                    <a:pt x="0" y="0"/>
                  </a:lnTo>
                  <a:lnTo>
                    <a:pt x="0" y="14286"/>
                  </a:lnTo>
                  <a:cubicBezTo>
                    <a:pt x="0" y="18141"/>
                    <a:pt x="0" y="20199"/>
                    <a:pt x="0" y="20203"/>
                  </a:cubicBezTo>
                  <a:close/>
                  <a:moveTo>
                    <a:pt x="4446507" y="1172693"/>
                  </a:moveTo>
                  <a:cubicBezTo>
                    <a:pt x="4503053" y="1173010"/>
                    <a:pt x="4559667" y="1171242"/>
                    <a:pt x="4616280" y="1167226"/>
                  </a:cubicBezTo>
                  <a:cubicBezTo>
                    <a:pt x="4683684" y="1162449"/>
                    <a:pt x="4751019" y="1154393"/>
                    <a:pt x="4817782" y="1142862"/>
                  </a:cubicBezTo>
                  <a:lnTo>
                    <a:pt x="5002845" y="1100624"/>
                  </a:lnTo>
                  <a:lnTo>
                    <a:pt x="5002845" y="17770"/>
                  </a:lnTo>
                  <a:lnTo>
                    <a:pt x="1721151" y="6114"/>
                  </a:lnTo>
                  <a:lnTo>
                    <a:pt x="1724440" y="7563"/>
                  </a:lnTo>
                  <a:cubicBezTo>
                    <a:pt x="1778427" y="33333"/>
                    <a:pt x="1831436" y="60556"/>
                    <a:pt x="1883292" y="88875"/>
                  </a:cubicBezTo>
                  <a:cubicBezTo>
                    <a:pt x="2029319" y="168602"/>
                    <a:pt x="2169847" y="258730"/>
                    <a:pt x="2303053" y="358812"/>
                  </a:cubicBezTo>
                  <a:cubicBezTo>
                    <a:pt x="2481867" y="493127"/>
                    <a:pt x="2659092" y="602213"/>
                    <a:pt x="2856285" y="707733"/>
                  </a:cubicBezTo>
                  <a:cubicBezTo>
                    <a:pt x="2998635" y="783895"/>
                    <a:pt x="3144339" y="853875"/>
                    <a:pt x="3293483" y="915446"/>
                  </a:cubicBezTo>
                  <a:cubicBezTo>
                    <a:pt x="3658226" y="1066123"/>
                    <a:pt x="4050684" y="1170479"/>
                    <a:pt x="4446507" y="117269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D45CA-A1DF-4A66-9C59-C5481AC96074}"/>
                </a:ext>
              </a:extLst>
            </p:cNvPr>
            <p:cNvSpPr/>
            <p:nvPr userDrawn="1"/>
          </p:nvSpPr>
          <p:spPr>
            <a:xfrm rot="5400000">
              <a:off x="10434804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73312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rge Statement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5BF8DFF-635D-A491-B033-43D3C5A92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839893" y="324274"/>
            <a:ext cx="10512214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9316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2A9EC-856C-1737-53CE-FBAB8A32CEA6}"/>
              </a:ext>
            </a:extLst>
          </p:cNvPr>
          <p:cNvSpPr/>
          <p:nvPr userDrawn="1"/>
        </p:nvSpPr>
        <p:spPr>
          <a:xfrm>
            <a:off x="0" y="3352800"/>
            <a:ext cx="12192000" cy="1257300"/>
          </a:xfrm>
          <a:prstGeom prst="rect">
            <a:avLst/>
          </a:prstGeom>
          <a:solidFill>
            <a:schemeClr val="accent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B4D629-5C94-6112-F634-789EC04F6ADB}"/>
              </a:ext>
            </a:extLst>
          </p:cNvPr>
          <p:cNvSpPr/>
          <p:nvPr userDrawn="1"/>
        </p:nvSpPr>
        <p:spPr>
          <a:xfrm>
            <a:off x="0" y="4714033"/>
            <a:ext cx="12192000" cy="231098"/>
          </a:xfrm>
          <a:prstGeom prst="rect">
            <a:avLst/>
          </a:prstGeom>
          <a:solidFill>
            <a:schemeClr val="accent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5697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D15F-DCB7-AC91-786F-C8C9C7FE1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949E1-1910-3063-0D9F-9423DD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058C0-D28A-5C9B-EFB4-C3861E625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78A28-231A-CC5C-7AEF-E3D3C3A83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0FD5B-625D-C774-C99B-0D4869CC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8104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4245-3D2F-A190-D14F-25C02C6B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98CEF-8623-B518-5663-1DA5FD648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6810-ECDC-BEAE-9A6B-5635A355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1DDAF-575E-B3D0-7021-A2B6D446C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20D35-647A-02E3-2EFC-77C612CA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65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A2629-D58C-30C2-CF5E-93806283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74E63-3D51-1E6F-5EB9-F0920D7A0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080EC-6BC4-21C4-7342-B231061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71466-6D1A-FC82-51E0-680ED354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DC7A9-3FB2-BB3F-4055-4BC8B1920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3856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06E4-09CA-656C-B20E-945C0337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36ABB-D381-59F4-1D26-C41E367A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3F361-5ED5-1FC5-776B-A4138128E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99978-40BE-7BD6-D7E8-88CCA8A9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BDD04-06A6-B236-1364-62FB4683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A12C4-BCCD-8662-CC93-CEFD18E4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211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F55F5-0B3B-BFC5-DE8F-A3F8AA80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A9F85-3D1A-D438-698A-07B3CA356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5E54B7-9470-8F32-24FC-FD8CC9A15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5AE83-46E1-574C-4602-843B6FEAD6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6C5C8-AD27-01E3-84F8-9FEA297A5A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6292B8-15C7-875F-07A3-49479E8FA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0EB44-68BF-A944-9068-B221C778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36AE19-497C-039F-54DC-488FBD03B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9311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0E80B-8BEE-772C-F656-F485BCED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260B1-0499-F596-A1BD-4D504C0C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4A529-4DDB-53E1-C46E-B7AD9B02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7F07A-6078-FF98-02EE-E880C2BE0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1577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6CD87D-EF46-185F-0594-10657C315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E788B-CD56-8288-C241-4FC5ED8E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A5600-8202-A707-A3D2-93859DB0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046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88FFF-F0B8-B6DB-1DE9-006D2C9B9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64BE-F0F0-9E5F-D26E-353AF4F12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2745CB-8E58-6FA7-D63E-69D86FE99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A39CB-8AFB-0361-3E9B-56ED292F6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A9BCB-B4EA-8C75-B6E1-FAE1762A7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A6D5A-7316-7A68-54C3-2DDDA185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8577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6C7D9-8F88-1926-303A-00A9F4AAB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741A1-EFCF-D697-EF16-87DE8563F3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2E4FE-F81A-3E7F-D335-C73498009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24F1B-5AB6-B528-CA80-E42E61C3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0EB7A-0819-4034-4907-199C149BA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02FDD-5615-713D-5C69-6746F067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3573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7DFB-CC7C-9544-B460-14BA3F3F2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A0BABF-D70D-89EC-E8E0-21B5B7AD3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2A95A-9E42-6867-36AE-14F70F6D5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9C5D3-1CE6-DE67-3859-F1B3468C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AAC35-6623-FCED-95F1-35A6B4D6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3463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C102E-1564-4083-DC22-E35F9FC66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149AF-BA98-BB9B-A2F6-90E9DEF77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3FE7-A685-0DAD-4D5C-86FF4270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D54E-C1F1-4887-AE83-618052421D3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10B9-F421-1B98-1EA4-C89E338C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1FAE5-1FA8-F88C-5363-A37C0A95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0FF39-7477-4D7E-9C6D-C2D0C45C7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7072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7461504" cy="53035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74EAE92-0D6E-4398-A00B-A9DC5E76FE1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57300"/>
            <a:ext cx="7461504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CC24CDD-6130-4C5D-975B-23825CF6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24E3C-6419-4B5A-B80A-7BA009B7E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28183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7461504" cy="53035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B63114F-79D4-4D14-9647-606247DC772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57300"/>
            <a:ext cx="7461504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79426-262C-452F-A3C1-F9CFECEC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31136"/>
            <a:ext cx="10332720" cy="39410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FD43D-3F61-F5D5-44C7-FA40D9DCC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557376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7" name="Picture 6" descr="Logo, icon&#10;&#10;Description automatically generated">
            <a:extLst>
              <a:ext uri="{FF2B5EF4-FFF2-40B4-BE49-F238E27FC236}">
                <a16:creationId xmlns:a16="http://schemas.microsoft.com/office/drawing/2014/main" id="{540070F2-945E-1064-414C-CCF2F22AD6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27"/>
          <a:stretch/>
        </p:blipFill>
        <p:spPr>
          <a:xfrm>
            <a:off x="173401" y="6373711"/>
            <a:ext cx="1819413" cy="367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689EAB-6E0D-5901-34A6-AB3CB74E84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0735" y="6224001"/>
            <a:ext cx="1161723" cy="62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4928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7461504" cy="53035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2226B1-C1D2-402E-8DC7-63A6EC4E10A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57300"/>
            <a:ext cx="7461504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73D996-1FA1-4262-8C8C-D95583DCADE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14400" y="2231136"/>
            <a:ext cx="4879848" cy="39410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A3B26A7-5C63-4A8B-90B2-FB9644362E5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97752" y="2231136"/>
            <a:ext cx="4885944" cy="39410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D96B5-917D-4556-9FE6-02830BC19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557376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 descr="Logo, icon&#10;&#10;Description automatically generated">
            <a:extLst>
              <a:ext uri="{FF2B5EF4-FFF2-40B4-BE49-F238E27FC236}">
                <a16:creationId xmlns:a16="http://schemas.microsoft.com/office/drawing/2014/main" id="{AC03944C-FECE-B50A-E73D-7A146ED7B7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27"/>
          <a:stretch/>
        </p:blipFill>
        <p:spPr>
          <a:xfrm>
            <a:off x="173401" y="6373711"/>
            <a:ext cx="1819413" cy="367329"/>
          </a:xfrm>
          <a:prstGeom prst="rect">
            <a:avLst/>
          </a:prstGeom>
        </p:spPr>
      </p:pic>
      <p:pic>
        <p:nvPicPr>
          <p:cNvPr id="3" name="Picture 2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AE93A360-7378-72F1-04C4-60F185BAFC6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628" y="6288032"/>
            <a:ext cx="1019248" cy="5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4113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ighte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5A99B4-9334-4122-B9FB-C422F301DE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02552" cy="530352"/>
          </a:xfrm>
        </p:spPr>
        <p:txBody>
          <a:bodyPr anchor="b"/>
          <a:lstStyle>
            <a:lvl1pPr>
              <a:lnSpc>
                <a:spcPct val="89000"/>
              </a:lnSpc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639074-24DC-4C9E-BF8D-C2B66CCC1F9B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914400" y="1257300"/>
            <a:ext cx="6702552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79426-262C-452F-A3C1-F9CFECEC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31136"/>
            <a:ext cx="67025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8" name="Content Placeholder 5">
            <a:extLst>
              <a:ext uri="{FF2B5EF4-FFF2-40B4-BE49-F238E27FC236}">
                <a16:creationId xmlns:a16="http://schemas.microsoft.com/office/drawing/2014/main" id="{A538A865-26EB-48CA-B025-56D9301865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229600" y="2221992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9" name="Footer Placeholder 4">
            <a:extLst>
              <a:ext uri="{FF2B5EF4-FFF2-40B4-BE49-F238E27FC236}">
                <a16:creationId xmlns:a16="http://schemas.microsoft.com/office/drawing/2014/main" id="{C0EE603B-F5B8-490D-9D7C-0215FC26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D1123-BE81-4C6C-A64B-06D55929E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19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84270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ighte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5A99B4-9334-4122-B9FB-C422F301DE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75650"/>
            <a:ext cx="3054096" cy="1280160"/>
          </a:xfrm>
        </p:spPr>
        <p:txBody>
          <a:bodyPr anchor="t"/>
          <a:lstStyle>
            <a:lvl1pPr>
              <a:lnSpc>
                <a:spcPct val="85000"/>
              </a:lnSpc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F2E68-87A4-45E6-8E98-768F37207D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54096" cy="394106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79426-262C-452F-A3C1-F9CFECEC2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775650"/>
            <a:ext cx="6711696" cy="540569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5" name="Footer Placeholder 4">
            <a:extLst>
              <a:ext uri="{FF2B5EF4-FFF2-40B4-BE49-F238E27FC236}">
                <a16:creationId xmlns:a16="http://schemas.microsoft.com/office/drawing/2014/main" id="{8AAA05D4-CA8B-410B-9C64-893A9E15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D1123-BE81-4C6C-A64B-06D55929E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19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1880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3">
            <a:extLst>
              <a:ext uri="{FF2B5EF4-FFF2-40B4-BE49-F238E27FC236}">
                <a16:creationId xmlns:a16="http://schemas.microsoft.com/office/drawing/2014/main" id="{A4DC670F-54C5-4A66-86E6-81D82B0B16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75650"/>
            <a:ext cx="3054096" cy="1280160"/>
          </a:xfrm>
        </p:spPr>
        <p:txBody>
          <a:bodyPr anchor="t"/>
          <a:lstStyle>
            <a:lvl1pPr>
              <a:lnSpc>
                <a:spcPct val="85000"/>
              </a:lnSpc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41F6520C-AFA0-4061-96E6-5B117DA88F8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772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79732A0-06E1-48E3-BCB9-413458C4B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775650"/>
            <a:ext cx="3044952" cy="540569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D0AD37E-82C8-4907-B576-583419342D0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32648" y="775650"/>
            <a:ext cx="3044952" cy="540569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66CC4-41F6-3623-E636-F67FC169D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557376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" name="Picture 4" descr="Logo, icon&#10;&#10;Description automatically generated">
            <a:extLst>
              <a:ext uri="{FF2B5EF4-FFF2-40B4-BE49-F238E27FC236}">
                <a16:creationId xmlns:a16="http://schemas.microsoft.com/office/drawing/2014/main" id="{087F333F-506C-FEB1-8D57-CC9A755088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27"/>
          <a:stretch/>
        </p:blipFill>
        <p:spPr>
          <a:xfrm>
            <a:off x="494414" y="6418209"/>
            <a:ext cx="1819413" cy="367329"/>
          </a:xfrm>
          <a:prstGeom prst="rect">
            <a:avLst/>
          </a:prstGeom>
        </p:spPr>
      </p:pic>
      <p:pic>
        <p:nvPicPr>
          <p:cNvPr id="2" name="Picture 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D1207862-1677-9BA2-E3D9-6EAAF640F0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876" y="6305459"/>
            <a:ext cx="1019248" cy="5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2693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7461504" cy="53035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41AECFA-1D18-49B1-A36F-FC21EB58FCC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4400" y="1261872"/>
            <a:ext cx="7461504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2179E3-AEDC-4530-AD3C-6439B936975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14400" y="2231136"/>
            <a:ext cx="2139696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8" name="Content Placeholder 5">
            <a:extLst>
              <a:ext uri="{FF2B5EF4-FFF2-40B4-BE49-F238E27FC236}">
                <a16:creationId xmlns:a16="http://schemas.microsoft.com/office/drawing/2014/main" id="{500F7547-7A32-42F0-9BCE-89567E16D6C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655569" y="2231136"/>
            <a:ext cx="2139696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9" name="Content Placeholder 5">
            <a:extLst>
              <a:ext uri="{FF2B5EF4-FFF2-40B4-BE49-F238E27FC236}">
                <a16:creationId xmlns:a16="http://schemas.microsoft.com/office/drawing/2014/main" id="{916733D8-D6ED-4328-8C1F-75CA8F04B620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396738" y="2231136"/>
            <a:ext cx="2139696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0" name="Content Placeholder 5">
            <a:extLst>
              <a:ext uri="{FF2B5EF4-FFF2-40B4-BE49-F238E27FC236}">
                <a16:creationId xmlns:a16="http://schemas.microsoft.com/office/drawing/2014/main" id="{73C19301-9887-4915-89A3-DD20F771D41D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9137906" y="2231136"/>
            <a:ext cx="2139696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3E1DA9-A987-46A6-94C7-4F50714BA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2" y="6458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B2CF0DC-620B-D15E-ED43-B56A7F52F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21"/>
          <a:stretch/>
        </p:blipFill>
        <p:spPr>
          <a:xfrm>
            <a:off x="347530" y="6321482"/>
            <a:ext cx="2052074" cy="338555"/>
          </a:xfrm>
          <a:prstGeom prst="rect">
            <a:avLst/>
          </a:prstGeom>
        </p:spPr>
      </p:pic>
      <p:pic>
        <p:nvPicPr>
          <p:cNvPr id="3" name="Picture 2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833185C6-22F1-F5B7-F004-5E2705F17D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472" y="6254036"/>
            <a:ext cx="1019248" cy="59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7503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401129"/>
            <a:ext cx="3346704" cy="9271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2226B1-C1D2-402E-8DC7-63A6EC4E10A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1" y="3375992"/>
            <a:ext cx="3346704" cy="264911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AA3B26A7-5C63-4A8B-90B2-FB9644362E5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486400" y="685800"/>
            <a:ext cx="5788152" cy="24409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79C86A3-914C-4B6C-877E-37D3E2B3A04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486400" y="3731260"/>
            <a:ext cx="5788152" cy="23129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30EF20D-5C49-4874-9D15-C4EF4842F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1D96B5-917D-4556-9FE6-02830BC19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26108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4663EC-A81F-4CB3-AEA9-1C6D390CA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7F7CF86-AA76-4DD1-8B8C-E04C989AE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585230-0E25-9DDB-5C9E-64A34EA2D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</p:spTree>
    <p:extLst>
      <p:ext uri="{BB962C8B-B14F-4D97-AF65-F5344CB8AC3E}">
        <p14:creationId xmlns:p14="http://schemas.microsoft.com/office/powerpoint/2010/main" val="8005112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1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97926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  <a:solidFill>
            <a:schemeClr val="accent2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grpFill/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2533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8466" y="0"/>
            <a:ext cx="4233029" cy="6868335"/>
            <a:chOff x="-8466" y="0"/>
            <a:chExt cx="4233029" cy="6868335"/>
          </a:xfrm>
          <a:solidFill>
            <a:schemeClr val="accent2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3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6499ABF-5234-4D55-8E2D-1A7E1B846E59}"/>
                </a:ext>
              </a:extLst>
            </p:cNvPr>
            <p:cNvSpPr/>
            <p:nvPr userDrawn="1"/>
          </p:nvSpPr>
          <p:spPr bwMode="ltGray">
            <a:xfrm rot="16200000" flipH="1">
              <a:off x="1134647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8963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4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6230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5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4259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anel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766D0E0-893B-4D44-A61E-5234147AF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564" y="0"/>
            <a:ext cx="4223999" cy="6858001"/>
            <a:chOff x="564" y="0"/>
            <a:chExt cx="4223999" cy="68580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4B9F80-B9DD-44FF-B3E5-9A3F7C50FD39}"/>
                </a:ext>
              </a:extLst>
            </p:cNvPr>
            <p:cNvSpPr/>
            <p:nvPr userDrawn="1"/>
          </p:nvSpPr>
          <p:spPr bwMode="ltGray">
            <a:xfrm>
              <a:off x="564" y="0"/>
              <a:ext cx="3638752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0DE581-BB61-40E3-A8A7-CF426CCDE989}"/>
                </a:ext>
              </a:extLst>
            </p:cNvPr>
            <p:cNvSpPr/>
            <p:nvPr userDrawn="1"/>
          </p:nvSpPr>
          <p:spPr bwMode="ltGray">
            <a:xfrm rot="5400000">
              <a:off x="503011" y="3136449"/>
              <a:ext cx="6857857" cy="585247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57857" h="585247">
                  <a:moveTo>
                    <a:pt x="0" y="585247"/>
                  </a:moveTo>
                  <a:lnTo>
                    <a:pt x="0" y="32191"/>
                  </a:lnTo>
                  <a:lnTo>
                    <a:pt x="7946" y="32191"/>
                  </a:lnTo>
                  <a:lnTo>
                    <a:pt x="7946" y="0"/>
                  </a:lnTo>
                  <a:cubicBezTo>
                    <a:pt x="43784" y="0"/>
                    <a:pt x="65120" y="15847"/>
                    <a:pt x="81449" y="32191"/>
                  </a:cubicBezTo>
                  <a:cubicBezTo>
                    <a:pt x="85263" y="35984"/>
                    <a:pt x="88799" y="39848"/>
                    <a:pt x="92177" y="43500"/>
                  </a:cubicBezTo>
                  <a:cubicBezTo>
                    <a:pt x="109062" y="61900"/>
                    <a:pt x="118876" y="71472"/>
                    <a:pt x="139536" y="71472"/>
                  </a:cubicBezTo>
                  <a:cubicBezTo>
                    <a:pt x="160196" y="71472"/>
                    <a:pt x="169970" y="61900"/>
                    <a:pt x="186896" y="43500"/>
                  </a:cubicBezTo>
                  <a:cubicBezTo>
                    <a:pt x="190273" y="39848"/>
                    <a:pt x="193809" y="35984"/>
                    <a:pt x="197623" y="32191"/>
                  </a:cubicBezTo>
                  <a:cubicBezTo>
                    <a:pt x="213913" y="15847"/>
                    <a:pt x="235288" y="0"/>
                    <a:pt x="271126" y="0"/>
                  </a:cubicBezTo>
                  <a:cubicBezTo>
                    <a:pt x="306924" y="0"/>
                    <a:pt x="328299" y="15847"/>
                    <a:pt x="344589" y="32191"/>
                  </a:cubicBezTo>
                  <a:cubicBezTo>
                    <a:pt x="348403" y="35984"/>
                    <a:pt x="351939" y="39848"/>
                    <a:pt x="355317" y="43500"/>
                  </a:cubicBezTo>
                  <a:cubicBezTo>
                    <a:pt x="372242" y="61900"/>
                    <a:pt x="382016" y="71472"/>
                    <a:pt x="402676" y="71472"/>
                  </a:cubicBezTo>
                  <a:cubicBezTo>
                    <a:pt x="423337" y="71472"/>
                    <a:pt x="433150" y="61900"/>
                    <a:pt x="450076" y="43500"/>
                  </a:cubicBezTo>
                  <a:cubicBezTo>
                    <a:pt x="453453" y="39848"/>
                    <a:pt x="456989" y="35984"/>
                    <a:pt x="460803" y="32191"/>
                  </a:cubicBezTo>
                  <a:cubicBezTo>
                    <a:pt x="477093" y="15847"/>
                    <a:pt x="498468" y="0"/>
                    <a:pt x="534266" y="0"/>
                  </a:cubicBezTo>
                  <a:cubicBezTo>
                    <a:pt x="570104" y="0"/>
                    <a:pt x="591479" y="15847"/>
                    <a:pt x="607769" y="32191"/>
                  </a:cubicBezTo>
                  <a:cubicBezTo>
                    <a:pt x="611583" y="35984"/>
                    <a:pt x="615119" y="39848"/>
                    <a:pt x="618496" y="43500"/>
                  </a:cubicBezTo>
                  <a:cubicBezTo>
                    <a:pt x="635422" y="61900"/>
                    <a:pt x="645196" y="71472"/>
                    <a:pt x="665856" y="71472"/>
                  </a:cubicBezTo>
                  <a:cubicBezTo>
                    <a:pt x="686516" y="71472"/>
                    <a:pt x="696290" y="61900"/>
                    <a:pt x="713216" y="43500"/>
                  </a:cubicBezTo>
                  <a:cubicBezTo>
                    <a:pt x="716593" y="39848"/>
                    <a:pt x="720129" y="35984"/>
                    <a:pt x="723943" y="32191"/>
                  </a:cubicBezTo>
                  <a:cubicBezTo>
                    <a:pt x="740233" y="15847"/>
                    <a:pt x="761608" y="0"/>
                    <a:pt x="797446" y="0"/>
                  </a:cubicBezTo>
                  <a:cubicBezTo>
                    <a:pt x="833244" y="0"/>
                    <a:pt x="854619" y="15847"/>
                    <a:pt x="870909" y="32191"/>
                  </a:cubicBezTo>
                  <a:cubicBezTo>
                    <a:pt x="874723" y="35984"/>
                    <a:pt x="878259" y="39848"/>
                    <a:pt x="881637" y="43500"/>
                  </a:cubicBezTo>
                  <a:cubicBezTo>
                    <a:pt x="898562" y="61900"/>
                    <a:pt x="908376" y="71472"/>
                    <a:pt x="929036" y="71472"/>
                  </a:cubicBezTo>
                  <a:cubicBezTo>
                    <a:pt x="949696" y="71472"/>
                    <a:pt x="959470" y="61900"/>
                    <a:pt x="976396" y="43500"/>
                  </a:cubicBezTo>
                  <a:cubicBezTo>
                    <a:pt x="979773" y="39848"/>
                    <a:pt x="983309" y="35984"/>
                    <a:pt x="987123" y="32191"/>
                  </a:cubicBezTo>
                  <a:cubicBezTo>
                    <a:pt x="1003413" y="15847"/>
                    <a:pt x="1024788" y="0"/>
                    <a:pt x="1060586" y="0"/>
                  </a:cubicBezTo>
                  <a:cubicBezTo>
                    <a:pt x="1096424" y="0"/>
                    <a:pt x="1117799" y="15847"/>
                    <a:pt x="1134089" y="32191"/>
                  </a:cubicBezTo>
                  <a:cubicBezTo>
                    <a:pt x="1137903" y="35984"/>
                    <a:pt x="1141439" y="39848"/>
                    <a:pt x="1144816" y="43500"/>
                  </a:cubicBezTo>
                  <a:cubicBezTo>
                    <a:pt x="1161742" y="61900"/>
                    <a:pt x="1171516" y="71472"/>
                    <a:pt x="1192176" y="71472"/>
                  </a:cubicBezTo>
                  <a:cubicBezTo>
                    <a:pt x="1212876" y="71472"/>
                    <a:pt x="1222650" y="61900"/>
                    <a:pt x="1239575" y="43500"/>
                  </a:cubicBezTo>
                  <a:cubicBezTo>
                    <a:pt x="1242953" y="39848"/>
                    <a:pt x="1246489" y="35984"/>
                    <a:pt x="1250303" y="32191"/>
                  </a:cubicBezTo>
                  <a:cubicBezTo>
                    <a:pt x="1266593" y="15847"/>
                    <a:pt x="1287968" y="0"/>
                    <a:pt x="1323766" y="0"/>
                  </a:cubicBezTo>
                  <a:cubicBezTo>
                    <a:pt x="1359604" y="0"/>
                    <a:pt x="1380979" y="15847"/>
                    <a:pt x="1397269" y="32191"/>
                  </a:cubicBezTo>
                  <a:cubicBezTo>
                    <a:pt x="1401083" y="35984"/>
                    <a:pt x="1404619" y="39848"/>
                    <a:pt x="1407996" y="43500"/>
                  </a:cubicBezTo>
                  <a:cubicBezTo>
                    <a:pt x="1424922" y="61900"/>
                    <a:pt x="1434696" y="71472"/>
                    <a:pt x="1455356" y="71472"/>
                  </a:cubicBezTo>
                  <a:cubicBezTo>
                    <a:pt x="1476016" y="71472"/>
                    <a:pt x="1485830" y="61900"/>
                    <a:pt x="1502716" y="43500"/>
                  </a:cubicBezTo>
                  <a:cubicBezTo>
                    <a:pt x="1506093" y="39848"/>
                    <a:pt x="1509629" y="35984"/>
                    <a:pt x="1513443" y="32191"/>
                  </a:cubicBezTo>
                  <a:cubicBezTo>
                    <a:pt x="1529733" y="15847"/>
                    <a:pt x="1551108" y="0"/>
                    <a:pt x="1586946" y="0"/>
                  </a:cubicBezTo>
                  <a:cubicBezTo>
                    <a:pt x="1622783" y="0"/>
                    <a:pt x="1644119" y="15847"/>
                    <a:pt x="1660449" y="32191"/>
                  </a:cubicBezTo>
                  <a:cubicBezTo>
                    <a:pt x="1664263" y="35984"/>
                    <a:pt x="1667799" y="39848"/>
                    <a:pt x="1671176" y="43500"/>
                  </a:cubicBezTo>
                  <a:cubicBezTo>
                    <a:pt x="1688062" y="61900"/>
                    <a:pt x="1697875" y="71472"/>
                    <a:pt x="1718536" y="71472"/>
                  </a:cubicBezTo>
                  <a:cubicBezTo>
                    <a:pt x="1739196" y="71472"/>
                    <a:pt x="1748970" y="61900"/>
                    <a:pt x="1765895" y="43500"/>
                  </a:cubicBezTo>
                  <a:cubicBezTo>
                    <a:pt x="1769272" y="39848"/>
                    <a:pt x="1772809" y="35984"/>
                    <a:pt x="1776623" y="32191"/>
                  </a:cubicBezTo>
                  <a:cubicBezTo>
                    <a:pt x="1792913" y="15847"/>
                    <a:pt x="1814288" y="0"/>
                    <a:pt x="1850126" y="0"/>
                  </a:cubicBezTo>
                  <a:cubicBezTo>
                    <a:pt x="1885924" y="0"/>
                    <a:pt x="1907299" y="15847"/>
                    <a:pt x="1923589" y="32191"/>
                  </a:cubicBezTo>
                  <a:cubicBezTo>
                    <a:pt x="1927403" y="35984"/>
                    <a:pt x="1930939" y="39848"/>
                    <a:pt x="1934316" y="43500"/>
                  </a:cubicBezTo>
                  <a:cubicBezTo>
                    <a:pt x="1951242" y="61900"/>
                    <a:pt x="1961055" y="71472"/>
                    <a:pt x="1981716" y="71472"/>
                  </a:cubicBezTo>
                  <a:cubicBezTo>
                    <a:pt x="2002376" y="71472"/>
                    <a:pt x="2012150" y="61900"/>
                    <a:pt x="2029075" y="43500"/>
                  </a:cubicBezTo>
                  <a:cubicBezTo>
                    <a:pt x="2032452" y="39848"/>
                    <a:pt x="2035988" y="35984"/>
                    <a:pt x="2039803" y="32191"/>
                  </a:cubicBezTo>
                  <a:cubicBezTo>
                    <a:pt x="2056092" y="15847"/>
                    <a:pt x="2077468" y="0"/>
                    <a:pt x="2113306" y="0"/>
                  </a:cubicBezTo>
                  <a:cubicBezTo>
                    <a:pt x="2149103" y="0"/>
                    <a:pt x="2170479" y="15847"/>
                    <a:pt x="2186769" y="32191"/>
                  </a:cubicBezTo>
                  <a:cubicBezTo>
                    <a:pt x="2190583" y="35984"/>
                    <a:pt x="2194119" y="39848"/>
                    <a:pt x="2197496" y="43500"/>
                  </a:cubicBezTo>
                  <a:cubicBezTo>
                    <a:pt x="2214421" y="61900"/>
                    <a:pt x="2224235" y="71472"/>
                    <a:pt x="2244895" y="71472"/>
                  </a:cubicBezTo>
                  <a:cubicBezTo>
                    <a:pt x="2265556" y="71472"/>
                    <a:pt x="2275330" y="61900"/>
                    <a:pt x="2292255" y="43500"/>
                  </a:cubicBezTo>
                  <a:cubicBezTo>
                    <a:pt x="2295632" y="39848"/>
                    <a:pt x="2299168" y="35984"/>
                    <a:pt x="2302983" y="32191"/>
                  </a:cubicBezTo>
                  <a:cubicBezTo>
                    <a:pt x="2319272" y="15847"/>
                    <a:pt x="2340648" y="0"/>
                    <a:pt x="2376485" y="0"/>
                  </a:cubicBezTo>
                  <a:cubicBezTo>
                    <a:pt x="2412283" y="0"/>
                    <a:pt x="2433659" y="15847"/>
                    <a:pt x="2449948" y="32191"/>
                  </a:cubicBezTo>
                  <a:cubicBezTo>
                    <a:pt x="2453763" y="35984"/>
                    <a:pt x="2457299" y="39848"/>
                    <a:pt x="2460676" y="43500"/>
                  </a:cubicBezTo>
                  <a:cubicBezTo>
                    <a:pt x="2477601" y="61900"/>
                    <a:pt x="2487375" y="71472"/>
                    <a:pt x="2508035" y="71472"/>
                  </a:cubicBezTo>
                  <a:cubicBezTo>
                    <a:pt x="2528736" y="71472"/>
                    <a:pt x="2538509" y="61900"/>
                    <a:pt x="2555435" y="43500"/>
                  </a:cubicBezTo>
                  <a:cubicBezTo>
                    <a:pt x="2558812" y="39848"/>
                    <a:pt x="2562348" y="35984"/>
                    <a:pt x="2566162" y="32191"/>
                  </a:cubicBezTo>
                  <a:cubicBezTo>
                    <a:pt x="2582452" y="15847"/>
                    <a:pt x="2603827" y="0"/>
                    <a:pt x="2639665" y="0"/>
                  </a:cubicBezTo>
                  <a:cubicBezTo>
                    <a:pt x="2675463" y="0"/>
                    <a:pt x="2696838" y="15847"/>
                    <a:pt x="2713128" y="32191"/>
                  </a:cubicBezTo>
                  <a:cubicBezTo>
                    <a:pt x="2716942" y="35984"/>
                    <a:pt x="2720478" y="39848"/>
                    <a:pt x="2723856" y="43500"/>
                  </a:cubicBezTo>
                  <a:cubicBezTo>
                    <a:pt x="2740781" y="61900"/>
                    <a:pt x="2750555" y="71472"/>
                    <a:pt x="2771215" y="71472"/>
                  </a:cubicBezTo>
                  <a:cubicBezTo>
                    <a:pt x="2791915" y="71472"/>
                    <a:pt x="2801689" y="61900"/>
                    <a:pt x="2818615" y="43500"/>
                  </a:cubicBezTo>
                  <a:cubicBezTo>
                    <a:pt x="2821992" y="39848"/>
                    <a:pt x="2825528" y="35984"/>
                    <a:pt x="2829342" y="32191"/>
                  </a:cubicBezTo>
                  <a:cubicBezTo>
                    <a:pt x="2845632" y="15847"/>
                    <a:pt x="2867007" y="0"/>
                    <a:pt x="2902805" y="0"/>
                  </a:cubicBezTo>
                  <a:cubicBezTo>
                    <a:pt x="2938643" y="0"/>
                    <a:pt x="2960018" y="15847"/>
                    <a:pt x="2976308" y="32191"/>
                  </a:cubicBezTo>
                  <a:cubicBezTo>
                    <a:pt x="2980122" y="35984"/>
                    <a:pt x="2983658" y="39848"/>
                    <a:pt x="2987035" y="43500"/>
                  </a:cubicBezTo>
                  <a:cubicBezTo>
                    <a:pt x="3003961" y="61900"/>
                    <a:pt x="3013735" y="71472"/>
                    <a:pt x="3034435" y="71472"/>
                  </a:cubicBezTo>
                  <a:cubicBezTo>
                    <a:pt x="3055095" y="71472"/>
                    <a:pt x="3064869" y="61900"/>
                    <a:pt x="3081794" y="43500"/>
                  </a:cubicBezTo>
                  <a:cubicBezTo>
                    <a:pt x="3085172" y="39848"/>
                    <a:pt x="3088708" y="35984"/>
                    <a:pt x="3092522" y="32191"/>
                  </a:cubicBezTo>
                  <a:cubicBezTo>
                    <a:pt x="3108812" y="15847"/>
                    <a:pt x="3130187" y="0"/>
                    <a:pt x="3166025" y="0"/>
                  </a:cubicBezTo>
                  <a:cubicBezTo>
                    <a:pt x="3201823" y="0"/>
                    <a:pt x="3223198" y="15847"/>
                    <a:pt x="3239488" y="32191"/>
                  </a:cubicBezTo>
                  <a:cubicBezTo>
                    <a:pt x="3243302" y="35984"/>
                    <a:pt x="3246838" y="39848"/>
                    <a:pt x="3250215" y="43500"/>
                  </a:cubicBezTo>
                  <a:cubicBezTo>
                    <a:pt x="3267141" y="61900"/>
                    <a:pt x="3276915" y="71472"/>
                    <a:pt x="3297615" y="71472"/>
                  </a:cubicBezTo>
                  <a:cubicBezTo>
                    <a:pt x="3318275" y="71472"/>
                    <a:pt x="3328049" y="61900"/>
                    <a:pt x="3344974" y="43500"/>
                  </a:cubicBezTo>
                  <a:cubicBezTo>
                    <a:pt x="3348351" y="39848"/>
                    <a:pt x="3351888" y="35984"/>
                    <a:pt x="3355702" y="32191"/>
                  </a:cubicBezTo>
                  <a:cubicBezTo>
                    <a:pt x="3371992" y="15847"/>
                    <a:pt x="3393367" y="0"/>
                    <a:pt x="3429165" y="0"/>
                  </a:cubicBezTo>
                  <a:cubicBezTo>
                    <a:pt x="3465002" y="0"/>
                    <a:pt x="3486378" y="15847"/>
                    <a:pt x="3502668" y="32191"/>
                  </a:cubicBezTo>
                  <a:cubicBezTo>
                    <a:pt x="3506482" y="35984"/>
                    <a:pt x="3510018" y="39848"/>
                    <a:pt x="3513395" y="43500"/>
                  </a:cubicBezTo>
                  <a:cubicBezTo>
                    <a:pt x="3530321" y="61900"/>
                    <a:pt x="3540095" y="71472"/>
                    <a:pt x="3560794" y="71472"/>
                  </a:cubicBezTo>
                  <a:cubicBezTo>
                    <a:pt x="3581455" y="71472"/>
                    <a:pt x="3591229" y="61900"/>
                    <a:pt x="3608154" y="43500"/>
                  </a:cubicBezTo>
                  <a:cubicBezTo>
                    <a:pt x="3611531" y="39848"/>
                    <a:pt x="3615067" y="35984"/>
                    <a:pt x="3618882" y="32191"/>
                  </a:cubicBezTo>
                  <a:cubicBezTo>
                    <a:pt x="3635171" y="15847"/>
                    <a:pt x="3656547" y="0"/>
                    <a:pt x="3692385" y="0"/>
                  </a:cubicBezTo>
                  <a:cubicBezTo>
                    <a:pt x="3728182" y="0"/>
                    <a:pt x="3749558" y="15847"/>
                    <a:pt x="3765848" y="32191"/>
                  </a:cubicBezTo>
                  <a:cubicBezTo>
                    <a:pt x="3769662" y="35984"/>
                    <a:pt x="3773198" y="39848"/>
                    <a:pt x="3776575" y="43500"/>
                  </a:cubicBezTo>
                  <a:cubicBezTo>
                    <a:pt x="3793500" y="61900"/>
                    <a:pt x="3803314" y="71472"/>
                    <a:pt x="3823974" y="71472"/>
                  </a:cubicBezTo>
                  <a:cubicBezTo>
                    <a:pt x="3844634" y="71472"/>
                    <a:pt x="3854408" y="61900"/>
                    <a:pt x="3871334" y="43500"/>
                  </a:cubicBezTo>
                  <a:cubicBezTo>
                    <a:pt x="3874711" y="39848"/>
                    <a:pt x="3878247" y="35984"/>
                    <a:pt x="3882061" y="32191"/>
                  </a:cubicBezTo>
                  <a:cubicBezTo>
                    <a:pt x="3898351" y="15847"/>
                    <a:pt x="3919727" y="0"/>
                    <a:pt x="3955564" y="0"/>
                  </a:cubicBezTo>
                  <a:cubicBezTo>
                    <a:pt x="3991402" y="0"/>
                    <a:pt x="4012777" y="15847"/>
                    <a:pt x="4029067" y="32191"/>
                  </a:cubicBezTo>
                  <a:cubicBezTo>
                    <a:pt x="4032881" y="35984"/>
                    <a:pt x="4036417" y="39848"/>
                    <a:pt x="4039795" y="43500"/>
                  </a:cubicBezTo>
                  <a:cubicBezTo>
                    <a:pt x="4056720" y="61900"/>
                    <a:pt x="4066494" y="71472"/>
                    <a:pt x="4087154" y="71472"/>
                  </a:cubicBezTo>
                  <a:cubicBezTo>
                    <a:pt x="4107814" y="71472"/>
                    <a:pt x="4117628" y="61900"/>
                    <a:pt x="4134554" y="43500"/>
                  </a:cubicBezTo>
                  <a:cubicBezTo>
                    <a:pt x="4137931" y="39848"/>
                    <a:pt x="4141467" y="35984"/>
                    <a:pt x="4145281" y="32191"/>
                  </a:cubicBezTo>
                  <a:cubicBezTo>
                    <a:pt x="4161571" y="15847"/>
                    <a:pt x="4182946" y="0"/>
                    <a:pt x="4218744" y="0"/>
                  </a:cubicBezTo>
                  <a:cubicBezTo>
                    <a:pt x="4254582" y="0"/>
                    <a:pt x="4275957" y="15847"/>
                    <a:pt x="4292247" y="32191"/>
                  </a:cubicBezTo>
                  <a:cubicBezTo>
                    <a:pt x="4296061" y="35984"/>
                    <a:pt x="4299597" y="39848"/>
                    <a:pt x="4302975" y="43500"/>
                  </a:cubicBezTo>
                  <a:cubicBezTo>
                    <a:pt x="4319900" y="61900"/>
                    <a:pt x="4329674" y="71472"/>
                    <a:pt x="4350334" y="71472"/>
                  </a:cubicBezTo>
                  <a:cubicBezTo>
                    <a:pt x="4370994" y="71472"/>
                    <a:pt x="4380808" y="61900"/>
                    <a:pt x="4397733" y="43500"/>
                  </a:cubicBezTo>
                  <a:cubicBezTo>
                    <a:pt x="4401111" y="39848"/>
                    <a:pt x="4404647" y="35984"/>
                    <a:pt x="4408461" y="32191"/>
                  </a:cubicBezTo>
                  <a:cubicBezTo>
                    <a:pt x="4424751" y="15847"/>
                    <a:pt x="4446126" y="0"/>
                    <a:pt x="4481924" y="0"/>
                  </a:cubicBezTo>
                  <a:cubicBezTo>
                    <a:pt x="4517761" y="0"/>
                    <a:pt x="4539097" y="15847"/>
                    <a:pt x="4555387" y="32191"/>
                  </a:cubicBezTo>
                  <a:cubicBezTo>
                    <a:pt x="4559201" y="35984"/>
                    <a:pt x="4562737" y="39848"/>
                    <a:pt x="4566115" y="43500"/>
                  </a:cubicBezTo>
                  <a:cubicBezTo>
                    <a:pt x="4583040" y="61900"/>
                    <a:pt x="4592854" y="71472"/>
                    <a:pt x="4613514" y="71472"/>
                  </a:cubicBezTo>
                  <a:cubicBezTo>
                    <a:pt x="4634174" y="71472"/>
                    <a:pt x="4643948" y="61900"/>
                    <a:pt x="4660873" y="43500"/>
                  </a:cubicBezTo>
                  <a:cubicBezTo>
                    <a:pt x="4664251" y="39848"/>
                    <a:pt x="4667787" y="35984"/>
                    <a:pt x="4671601" y="32191"/>
                  </a:cubicBezTo>
                  <a:cubicBezTo>
                    <a:pt x="4687891" y="15847"/>
                    <a:pt x="4709266" y="0"/>
                    <a:pt x="4745064" y="0"/>
                  </a:cubicBezTo>
                  <a:cubicBezTo>
                    <a:pt x="4780902" y="0"/>
                    <a:pt x="4802277" y="15847"/>
                    <a:pt x="4818567" y="32191"/>
                  </a:cubicBezTo>
                  <a:cubicBezTo>
                    <a:pt x="4822381" y="35984"/>
                    <a:pt x="4825917" y="39848"/>
                    <a:pt x="4829294" y="43500"/>
                  </a:cubicBezTo>
                  <a:cubicBezTo>
                    <a:pt x="4846220" y="61900"/>
                    <a:pt x="4855994" y="71472"/>
                    <a:pt x="4876694" y="71472"/>
                  </a:cubicBezTo>
                  <a:cubicBezTo>
                    <a:pt x="4897354" y="71472"/>
                    <a:pt x="4907128" y="61900"/>
                    <a:pt x="4924053" y="43500"/>
                  </a:cubicBezTo>
                  <a:cubicBezTo>
                    <a:pt x="4927430" y="39848"/>
                    <a:pt x="4930966" y="35984"/>
                    <a:pt x="4934781" y="32191"/>
                  </a:cubicBezTo>
                  <a:cubicBezTo>
                    <a:pt x="4951071" y="15847"/>
                    <a:pt x="4972446" y="0"/>
                    <a:pt x="5008284" y="0"/>
                  </a:cubicBezTo>
                  <a:cubicBezTo>
                    <a:pt x="5044082" y="0"/>
                    <a:pt x="5065457" y="15847"/>
                    <a:pt x="5081747" y="32191"/>
                  </a:cubicBezTo>
                  <a:cubicBezTo>
                    <a:pt x="5085561" y="35984"/>
                    <a:pt x="5089097" y="39848"/>
                    <a:pt x="5092474" y="43500"/>
                  </a:cubicBezTo>
                  <a:cubicBezTo>
                    <a:pt x="5109400" y="61900"/>
                    <a:pt x="5119173" y="71472"/>
                    <a:pt x="5139834" y="71472"/>
                  </a:cubicBezTo>
                  <a:cubicBezTo>
                    <a:pt x="5160534" y="71472"/>
                    <a:pt x="5170307" y="61900"/>
                    <a:pt x="5187233" y="43500"/>
                  </a:cubicBezTo>
                  <a:cubicBezTo>
                    <a:pt x="5190611" y="39848"/>
                    <a:pt x="5194146" y="35984"/>
                    <a:pt x="5197961" y="32191"/>
                  </a:cubicBezTo>
                  <a:cubicBezTo>
                    <a:pt x="5214250" y="15847"/>
                    <a:pt x="5235626" y="0"/>
                    <a:pt x="5271424" y="0"/>
                  </a:cubicBezTo>
                  <a:cubicBezTo>
                    <a:pt x="5307261" y="0"/>
                    <a:pt x="5328637" y="15847"/>
                    <a:pt x="5344927" y="32191"/>
                  </a:cubicBezTo>
                  <a:cubicBezTo>
                    <a:pt x="5348741" y="35984"/>
                    <a:pt x="5352277" y="39848"/>
                    <a:pt x="5355654" y="43500"/>
                  </a:cubicBezTo>
                  <a:cubicBezTo>
                    <a:pt x="5372579" y="61900"/>
                    <a:pt x="5382353" y="71472"/>
                    <a:pt x="5403014" y="71472"/>
                  </a:cubicBezTo>
                  <a:cubicBezTo>
                    <a:pt x="5423674" y="71472"/>
                    <a:pt x="5433488" y="61900"/>
                    <a:pt x="5450413" y="43500"/>
                  </a:cubicBezTo>
                  <a:cubicBezTo>
                    <a:pt x="5453790" y="39848"/>
                    <a:pt x="5457327" y="35984"/>
                    <a:pt x="5461141" y="32191"/>
                  </a:cubicBezTo>
                  <a:cubicBezTo>
                    <a:pt x="5477430" y="15847"/>
                    <a:pt x="5498806" y="0"/>
                    <a:pt x="5534604" y="0"/>
                  </a:cubicBezTo>
                  <a:cubicBezTo>
                    <a:pt x="5570441" y="0"/>
                    <a:pt x="5591817" y="15847"/>
                    <a:pt x="5608106" y="32191"/>
                  </a:cubicBezTo>
                  <a:cubicBezTo>
                    <a:pt x="5611920" y="35984"/>
                    <a:pt x="5615457" y="39848"/>
                    <a:pt x="5618834" y="43500"/>
                  </a:cubicBezTo>
                  <a:cubicBezTo>
                    <a:pt x="5635759" y="61900"/>
                    <a:pt x="5645533" y="71472"/>
                    <a:pt x="5666233" y="71472"/>
                  </a:cubicBezTo>
                  <a:cubicBezTo>
                    <a:pt x="5686893" y="71472"/>
                    <a:pt x="5696668" y="61900"/>
                    <a:pt x="5713593" y="43500"/>
                  </a:cubicBezTo>
                  <a:cubicBezTo>
                    <a:pt x="5716970" y="39848"/>
                    <a:pt x="5720506" y="35984"/>
                    <a:pt x="5724320" y="32191"/>
                  </a:cubicBezTo>
                  <a:cubicBezTo>
                    <a:pt x="5740610" y="15847"/>
                    <a:pt x="5761985" y="0"/>
                    <a:pt x="5797823" y="0"/>
                  </a:cubicBezTo>
                  <a:cubicBezTo>
                    <a:pt x="5833621" y="0"/>
                    <a:pt x="5854996" y="15847"/>
                    <a:pt x="5871286" y="32191"/>
                  </a:cubicBezTo>
                  <a:cubicBezTo>
                    <a:pt x="5875100" y="35984"/>
                    <a:pt x="5878636" y="39848"/>
                    <a:pt x="5882013" y="43500"/>
                  </a:cubicBezTo>
                  <a:cubicBezTo>
                    <a:pt x="5898939" y="61900"/>
                    <a:pt x="5908753" y="71472"/>
                    <a:pt x="5929413" y="71472"/>
                  </a:cubicBezTo>
                  <a:cubicBezTo>
                    <a:pt x="5950073" y="71472"/>
                    <a:pt x="5959887" y="61900"/>
                    <a:pt x="5976773" y="43500"/>
                  </a:cubicBezTo>
                  <a:cubicBezTo>
                    <a:pt x="5980150" y="39848"/>
                    <a:pt x="5983686" y="35984"/>
                    <a:pt x="5987500" y="32191"/>
                  </a:cubicBezTo>
                  <a:cubicBezTo>
                    <a:pt x="6003790" y="15847"/>
                    <a:pt x="6025165" y="0"/>
                    <a:pt x="6061003" y="0"/>
                  </a:cubicBezTo>
                  <a:cubicBezTo>
                    <a:pt x="6096841" y="0"/>
                    <a:pt x="6118216" y="15847"/>
                    <a:pt x="6134506" y="32191"/>
                  </a:cubicBezTo>
                  <a:cubicBezTo>
                    <a:pt x="6138320" y="35984"/>
                    <a:pt x="6141856" y="39848"/>
                    <a:pt x="6145233" y="43500"/>
                  </a:cubicBezTo>
                  <a:cubicBezTo>
                    <a:pt x="6162159" y="61900"/>
                    <a:pt x="6171933" y="71472"/>
                    <a:pt x="6192593" y="71472"/>
                  </a:cubicBezTo>
                  <a:cubicBezTo>
                    <a:pt x="6213293" y="71472"/>
                    <a:pt x="6223067" y="61900"/>
                    <a:pt x="6239992" y="43500"/>
                  </a:cubicBezTo>
                  <a:cubicBezTo>
                    <a:pt x="6243369" y="39848"/>
                    <a:pt x="6246906" y="35984"/>
                    <a:pt x="6250720" y="32191"/>
                  </a:cubicBezTo>
                  <a:cubicBezTo>
                    <a:pt x="6267009" y="15847"/>
                    <a:pt x="6288385" y="0"/>
                    <a:pt x="6324222" y="0"/>
                  </a:cubicBezTo>
                  <a:cubicBezTo>
                    <a:pt x="6360020" y="0"/>
                    <a:pt x="6381396" y="15847"/>
                    <a:pt x="6397686" y="32191"/>
                  </a:cubicBezTo>
                  <a:cubicBezTo>
                    <a:pt x="6401500" y="35984"/>
                    <a:pt x="6405036" y="39848"/>
                    <a:pt x="6408413" y="43500"/>
                  </a:cubicBezTo>
                  <a:cubicBezTo>
                    <a:pt x="6425338" y="61900"/>
                    <a:pt x="6435152" y="71472"/>
                    <a:pt x="6455812" y="71472"/>
                  </a:cubicBezTo>
                  <a:cubicBezTo>
                    <a:pt x="6476472" y="71472"/>
                    <a:pt x="6486286" y="61900"/>
                    <a:pt x="6503212" y="43500"/>
                  </a:cubicBezTo>
                  <a:cubicBezTo>
                    <a:pt x="6506589" y="39848"/>
                    <a:pt x="6510125" y="35984"/>
                    <a:pt x="6513939" y="32191"/>
                  </a:cubicBezTo>
                  <a:cubicBezTo>
                    <a:pt x="6530229" y="15847"/>
                    <a:pt x="6551604" y="0"/>
                    <a:pt x="6587442" y="0"/>
                  </a:cubicBezTo>
                  <a:cubicBezTo>
                    <a:pt x="6623240" y="0"/>
                    <a:pt x="6644615" y="15847"/>
                    <a:pt x="6660905" y="32191"/>
                  </a:cubicBezTo>
                  <a:cubicBezTo>
                    <a:pt x="6664719" y="35984"/>
                    <a:pt x="6668255" y="39848"/>
                    <a:pt x="6671632" y="43500"/>
                  </a:cubicBezTo>
                  <a:cubicBezTo>
                    <a:pt x="6688558" y="61900"/>
                    <a:pt x="6698332" y="71472"/>
                    <a:pt x="6719032" y="71472"/>
                  </a:cubicBezTo>
                  <a:cubicBezTo>
                    <a:pt x="6739692" y="71472"/>
                    <a:pt x="6749466" y="61900"/>
                    <a:pt x="6766392" y="43500"/>
                  </a:cubicBezTo>
                  <a:cubicBezTo>
                    <a:pt x="6769769" y="39848"/>
                    <a:pt x="6773305" y="35984"/>
                    <a:pt x="6777119" y="32191"/>
                  </a:cubicBezTo>
                  <a:cubicBezTo>
                    <a:pt x="6793409" y="15847"/>
                    <a:pt x="6814784" y="0"/>
                    <a:pt x="6850622" y="0"/>
                  </a:cubicBezTo>
                  <a:lnTo>
                    <a:pt x="6857857" y="1637"/>
                  </a:lnTo>
                  <a:lnTo>
                    <a:pt x="6857857" y="585247"/>
                  </a:lnTo>
                  <a:lnTo>
                    <a:pt x="0" y="585247"/>
                  </a:lnTo>
                  <a:close/>
                </a:path>
              </a:pathLst>
            </a:custGeom>
            <a:solidFill>
              <a:schemeClr val="accent6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15" name="Title 3">
            <a:extLst>
              <a:ext uri="{FF2B5EF4-FFF2-40B4-BE49-F238E27FC236}">
                <a16:creationId xmlns:a16="http://schemas.microsoft.com/office/drawing/2014/main" id="{24672914-3FFC-40BE-96DF-3371F0878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18850"/>
            <a:ext cx="2898648" cy="1280160"/>
          </a:xfrm>
        </p:spPr>
        <p:txBody>
          <a:bodyPr anchor="b"/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FD2B02-69A7-4917-B74C-1F25E4405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A1730B2-E7B8-450B-AFF8-700D1EC973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2598611"/>
            <a:ext cx="2898648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F5ED27D9-4FA2-4837-8E14-31B3BB283DF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4400" y="3122867"/>
            <a:ext cx="2898648" cy="3054096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Char char="​"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89FDD9AF-B4BF-416A-8DB8-F9B6FF19F4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0" y="1218850"/>
            <a:ext cx="3044952" cy="495335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0096A93-39E6-48E8-8984-8868678E2EE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229600" y="1218850"/>
            <a:ext cx="3044952" cy="495335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572000" y="6364224"/>
            <a:ext cx="5788152" cy="109728"/>
          </a:xfrm>
        </p:spPr>
        <p:txBody>
          <a:bodyPr wrap="square"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4296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4B9F80-B9DD-44FF-B3E5-9A3F7C50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flipH="1">
            <a:off x="8553248" y="0"/>
            <a:ext cx="36387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0DE581-BB61-40E3-A8A7-CF426CCDE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rot="16200000" flipH="1">
            <a:off x="4831696" y="3136449"/>
            <a:ext cx="6857857" cy="585247"/>
          </a:xfrm>
          <a:custGeom>
            <a:avLst/>
            <a:gdLst>
              <a:gd name="connsiteX0" fmla="*/ 0 w 6857857"/>
              <a:gd name="connsiteY0" fmla="*/ 585247 h 585247"/>
              <a:gd name="connsiteX1" fmla="*/ 0 w 6857857"/>
              <a:gd name="connsiteY1" fmla="*/ 32191 h 585247"/>
              <a:gd name="connsiteX2" fmla="*/ 7946 w 6857857"/>
              <a:gd name="connsiteY2" fmla="*/ 32191 h 585247"/>
              <a:gd name="connsiteX3" fmla="*/ 7946 w 6857857"/>
              <a:gd name="connsiteY3" fmla="*/ 0 h 585247"/>
              <a:gd name="connsiteX4" fmla="*/ 81449 w 6857857"/>
              <a:gd name="connsiteY4" fmla="*/ 32191 h 585247"/>
              <a:gd name="connsiteX5" fmla="*/ 92177 w 6857857"/>
              <a:gd name="connsiteY5" fmla="*/ 43500 h 585247"/>
              <a:gd name="connsiteX6" fmla="*/ 139536 w 6857857"/>
              <a:gd name="connsiteY6" fmla="*/ 71472 h 585247"/>
              <a:gd name="connsiteX7" fmla="*/ 186896 w 6857857"/>
              <a:gd name="connsiteY7" fmla="*/ 43500 h 585247"/>
              <a:gd name="connsiteX8" fmla="*/ 197623 w 6857857"/>
              <a:gd name="connsiteY8" fmla="*/ 32191 h 585247"/>
              <a:gd name="connsiteX9" fmla="*/ 271126 w 6857857"/>
              <a:gd name="connsiteY9" fmla="*/ 0 h 585247"/>
              <a:gd name="connsiteX10" fmla="*/ 344589 w 6857857"/>
              <a:gd name="connsiteY10" fmla="*/ 32191 h 585247"/>
              <a:gd name="connsiteX11" fmla="*/ 355317 w 6857857"/>
              <a:gd name="connsiteY11" fmla="*/ 43500 h 585247"/>
              <a:gd name="connsiteX12" fmla="*/ 402676 w 6857857"/>
              <a:gd name="connsiteY12" fmla="*/ 71472 h 585247"/>
              <a:gd name="connsiteX13" fmla="*/ 450076 w 6857857"/>
              <a:gd name="connsiteY13" fmla="*/ 43500 h 585247"/>
              <a:gd name="connsiteX14" fmla="*/ 460803 w 6857857"/>
              <a:gd name="connsiteY14" fmla="*/ 32191 h 585247"/>
              <a:gd name="connsiteX15" fmla="*/ 534266 w 6857857"/>
              <a:gd name="connsiteY15" fmla="*/ 0 h 585247"/>
              <a:gd name="connsiteX16" fmla="*/ 607769 w 6857857"/>
              <a:gd name="connsiteY16" fmla="*/ 32191 h 585247"/>
              <a:gd name="connsiteX17" fmla="*/ 618496 w 6857857"/>
              <a:gd name="connsiteY17" fmla="*/ 43500 h 585247"/>
              <a:gd name="connsiteX18" fmla="*/ 665856 w 6857857"/>
              <a:gd name="connsiteY18" fmla="*/ 71472 h 585247"/>
              <a:gd name="connsiteX19" fmla="*/ 713216 w 6857857"/>
              <a:gd name="connsiteY19" fmla="*/ 43500 h 585247"/>
              <a:gd name="connsiteX20" fmla="*/ 723943 w 6857857"/>
              <a:gd name="connsiteY20" fmla="*/ 32191 h 585247"/>
              <a:gd name="connsiteX21" fmla="*/ 797446 w 6857857"/>
              <a:gd name="connsiteY21" fmla="*/ 0 h 585247"/>
              <a:gd name="connsiteX22" fmla="*/ 870909 w 6857857"/>
              <a:gd name="connsiteY22" fmla="*/ 32191 h 585247"/>
              <a:gd name="connsiteX23" fmla="*/ 881637 w 6857857"/>
              <a:gd name="connsiteY23" fmla="*/ 43500 h 585247"/>
              <a:gd name="connsiteX24" fmla="*/ 929036 w 6857857"/>
              <a:gd name="connsiteY24" fmla="*/ 71472 h 585247"/>
              <a:gd name="connsiteX25" fmla="*/ 976396 w 6857857"/>
              <a:gd name="connsiteY25" fmla="*/ 43500 h 585247"/>
              <a:gd name="connsiteX26" fmla="*/ 987123 w 6857857"/>
              <a:gd name="connsiteY26" fmla="*/ 32191 h 585247"/>
              <a:gd name="connsiteX27" fmla="*/ 1060586 w 6857857"/>
              <a:gd name="connsiteY27" fmla="*/ 0 h 585247"/>
              <a:gd name="connsiteX28" fmla="*/ 1134089 w 6857857"/>
              <a:gd name="connsiteY28" fmla="*/ 32191 h 585247"/>
              <a:gd name="connsiteX29" fmla="*/ 1144816 w 6857857"/>
              <a:gd name="connsiteY29" fmla="*/ 43500 h 585247"/>
              <a:gd name="connsiteX30" fmla="*/ 1192176 w 6857857"/>
              <a:gd name="connsiteY30" fmla="*/ 71472 h 585247"/>
              <a:gd name="connsiteX31" fmla="*/ 1239575 w 6857857"/>
              <a:gd name="connsiteY31" fmla="*/ 43500 h 585247"/>
              <a:gd name="connsiteX32" fmla="*/ 1250303 w 6857857"/>
              <a:gd name="connsiteY32" fmla="*/ 32191 h 585247"/>
              <a:gd name="connsiteX33" fmla="*/ 1323766 w 6857857"/>
              <a:gd name="connsiteY33" fmla="*/ 0 h 585247"/>
              <a:gd name="connsiteX34" fmla="*/ 1397269 w 6857857"/>
              <a:gd name="connsiteY34" fmla="*/ 32191 h 585247"/>
              <a:gd name="connsiteX35" fmla="*/ 1407996 w 6857857"/>
              <a:gd name="connsiteY35" fmla="*/ 43500 h 585247"/>
              <a:gd name="connsiteX36" fmla="*/ 1455356 w 6857857"/>
              <a:gd name="connsiteY36" fmla="*/ 71472 h 585247"/>
              <a:gd name="connsiteX37" fmla="*/ 1502716 w 6857857"/>
              <a:gd name="connsiteY37" fmla="*/ 43500 h 585247"/>
              <a:gd name="connsiteX38" fmla="*/ 1513443 w 6857857"/>
              <a:gd name="connsiteY38" fmla="*/ 32191 h 585247"/>
              <a:gd name="connsiteX39" fmla="*/ 1586946 w 6857857"/>
              <a:gd name="connsiteY39" fmla="*/ 0 h 585247"/>
              <a:gd name="connsiteX40" fmla="*/ 1660449 w 6857857"/>
              <a:gd name="connsiteY40" fmla="*/ 32191 h 585247"/>
              <a:gd name="connsiteX41" fmla="*/ 1671176 w 6857857"/>
              <a:gd name="connsiteY41" fmla="*/ 43500 h 585247"/>
              <a:gd name="connsiteX42" fmla="*/ 1718536 w 6857857"/>
              <a:gd name="connsiteY42" fmla="*/ 71472 h 585247"/>
              <a:gd name="connsiteX43" fmla="*/ 1765895 w 6857857"/>
              <a:gd name="connsiteY43" fmla="*/ 43500 h 585247"/>
              <a:gd name="connsiteX44" fmla="*/ 1776623 w 6857857"/>
              <a:gd name="connsiteY44" fmla="*/ 32191 h 585247"/>
              <a:gd name="connsiteX45" fmla="*/ 1850126 w 6857857"/>
              <a:gd name="connsiteY45" fmla="*/ 0 h 585247"/>
              <a:gd name="connsiteX46" fmla="*/ 1923589 w 6857857"/>
              <a:gd name="connsiteY46" fmla="*/ 32191 h 585247"/>
              <a:gd name="connsiteX47" fmla="*/ 1934316 w 6857857"/>
              <a:gd name="connsiteY47" fmla="*/ 43500 h 585247"/>
              <a:gd name="connsiteX48" fmla="*/ 1981716 w 6857857"/>
              <a:gd name="connsiteY48" fmla="*/ 71472 h 585247"/>
              <a:gd name="connsiteX49" fmla="*/ 2029075 w 6857857"/>
              <a:gd name="connsiteY49" fmla="*/ 43500 h 585247"/>
              <a:gd name="connsiteX50" fmla="*/ 2039803 w 6857857"/>
              <a:gd name="connsiteY50" fmla="*/ 32191 h 585247"/>
              <a:gd name="connsiteX51" fmla="*/ 2113306 w 6857857"/>
              <a:gd name="connsiteY51" fmla="*/ 0 h 585247"/>
              <a:gd name="connsiteX52" fmla="*/ 2186769 w 6857857"/>
              <a:gd name="connsiteY52" fmla="*/ 32191 h 585247"/>
              <a:gd name="connsiteX53" fmla="*/ 2197496 w 6857857"/>
              <a:gd name="connsiteY53" fmla="*/ 43500 h 585247"/>
              <a:gd name="connsiteX54" fmla="*/ 2244895 w 6857857"/>
              <a:gd name="connsiteY54" fmla="*/ 71472 h 585247"/>
              <a:gd name="connsiteX55" fmla="*/ 2292255 w 6857857"/>
              <a:gd name="connsiteY55" fmla="*/ 43500 h 585247"/>
              <a:gd name="connsiteX56" fmla="*/ 2302983 w 6857857"/>
              <a:gd name="connsiteY56" fmla="*/ 32191 h 585247"/>
              <a:gd name="connsiteX57" fmla="*/ 2376485 w 6857857"/>
              <a:gd name="connsiteY57" fmla="*/ 0 h 585247"/>
              <a:gd name="connsiteX58" fmla="*/ 2449948 w 6857857"/>
              <a:gd name="connsiteY58" fmla="*/ 32191 h 585247"/>
              <a:gd name="connsiteX59" fmla="*/ 2460676 w 6857857"/>
              <a:gd name="connsiteY59" fmla="*/ 43500 h 585247"/>
              <a:gd name="connsiteX60" fmla="*/ 2508035 w 6857857"/>
              <a:gd name="connsiteY60" fmla="*/ 71472 h 585247"/>
              <a:gd name="connsiteX61" fmla="*/ 2555435 w 6857857"/>
              <a:gd name="connsiteY61" fmla="*/ 43500 h 585247"/>
              <a:gd name="connsiteX62" fmla="*/ 2566162 w 6857857"/>
              <a:gd name="connsiteY62" fmla="*/ 32191 h 585247"/>
              <a:gd name="connsiteX63" fmla="*/ 2639665 w 6857857"/>
              <a:gd name="connsiteY63" fmla="*/ 0 h 585247"/>
              <a:gd name="connsiteX64" fmla="*/ 2713128 w 6857857"/>
              <a:gd name="connsiteY64" fmla="*/ 32191 h 585247"/>
              <a:gd name="connsiteX65" fmla="*/ 2723856 w 6857857"/>
              <a:gd name="connsiteY65" fmla="*/ 43500 h 585247"/>
              <a:gd name="connsiteX66" fmla="*/ 2771215 w 6857857"/>
              <a:gd name="connsiteY66" fmla="*/ 71472 h 585247"/>
              <a:gd name="connsiteX67" fmla="*/ 2818615 w 6857857"/>
              <a:gd name="connsiteY67" fmla="*/ 43500 h 585247"/>
              <a:gd name="connsiteX68" fmla="*/ 2829342 w 6857857"/>
              <a:gd name="connsiteY68" fmla="*/ 32191 h 585247"/>
              <a:gd name="connsiteX69" fmla="*/ 2902805 w 6857857"/>
              <a:gd name="connsiteY69" fmla="*/ 0 h 585247"/>
              <a:gd name="connsiteX70" fmla="*/ 2976308 w 6857857"/>
              <a:gd name="connsiteY70" fmla="*/ 32191 h 585247"/>
              <a:gd name="connsiteX71" fmla="*/ 2987035 w 6857857"/>
              <a:gd name="connsiteY71" fmla="*/ 43500 h 585247"/>
              <a:gd name="connsiteX72" fmla="*/ 3034435 w 6857857"/>
              <a:gd name="connsiteY72" fmla="*/ 71472 h 585247"/>
              <a:gd name="connsiteX73" fmla="*/ 3081794 w 6857857"/>
              <a:gd name="connsiteY73" fmla="*/ 43500 h 585247"/>
              <a:gd name="connsiteX74" fmla="*/ 3092522 w 6857857"/>
              <a:gd name="connsiteY74" fmla="*/ 32191 h 585247"/>
              <a:gd name="connsiteX75" fmla="*/ 3166025 w 6857857"/>
              <a:gd name="connsiteY75" fmla="*/ 0 h 585247"/>
              <a:gd name="connsiteX76" fmla="*/ 3239488 w 6857857"/>
              <a:gd name="connsiteY76" fmla="*/ 32191 h 585247"/>
              <a:gd name="connsiteX77" fmla="*/ 3250215 w 6857857"/>
              <a:gd name="connsiteY77" fmla="*/ 43500 h 585247"/>
              <a:gd name="connsiteX78" fmla="*/ 3297615 w 6857857"/>
              <a:gd name="connsiteY78" fmla="*/ 71472 h 585247"/>
              <a:gd name="connsiteX79" fmla="*/ 3344974 w 6857857"/>
              <a:gd name="connsiteY79" fmla="*/ 43500 h 585247"/>
              <a:gd name="connsiteX80" fmla="*/ 3355702 w 6857857"/>
              <a:gd name="connsiteY80" fmla="*/ 32191 h 585247"/>
              <a:gd name="connsiteX81" fmla="*/ 3429165 w 6857857"/>
              <a:gd name="connsiteY81" fmla="*/ 0 h 585247"/>
              <a:gd name="connsiteX82" fmla="*/ 3502668 w 6857857"/>
              <a:gd name="connsiteY82" fmla="*/ 32191 h 585247"/>
              <a:gd name="connsiteX83" fmla="*/ 3513395 w 6857857"/>
              <a:gd name="connsiteY83" fmla="*/ 43500 h 585247"/>
              <a:gd name="connsiteX84" fmla="*/ 3560794 w 6857857"/>
              <a:gd name="connsiteY84" fmla="*/ 71472 h 585247"/>
              <a:gd name="connsiteX85" fmla="*/ 3608154 w 6857857"/>
              <a:gd name="connsiteY85" fmla="*/ 43500 h 585247"/>
              <a:gd name="connsiteX86" fmla="*/ 3618882 w 6857857"/>
              <a:gd name="connsiteY86" fmla="*/ 32191 h 585247"/>
              <a:gd name="connsiteX87" fmla="*/ 3692385 w 6857857"/>
              <a:gd name="connsiteY87" fmla="*/ 0 h 585247"/>
              <a:gd name="connsiteX88" fmla="*/ 3765848 w 6857857"/>
              <a:gd name="connsiteY88" fmla="*/ 32191 h 585247"/>
              <a:gd name="connsiteX89" fmla="*/ 3776575 w 6857857"/>
              <a:gd name="connsiteY89" fmla="*/ 43500 h 585247"/>
              <a:gd name="connsiteX90" fmla="*/ 3823974 w 6857857"/>
              <a:gd name="connsiteY90" fmla="*/ 71472 h 585247"/>
              <a:gd name="connsiteX91" fmla="*/ 3871334 w 6857857"/>
              <a:gd name="connsiteY91" fmla="*/ 43500 h 585247"/>
              <a:gd name="connsiteX92" fmla="*/ 3882061 w 6857857"/>
              <a:gd name="connsiteY92" fmla="*/ 32191 h 585247"/>
              <a:gd name="connsiteX93" fmla="*/ 3955564 w 6857857"/>
              <a:gd name="connsiteY93" fmla="*/ 0 h 585247"/>
              <a:gd name="connsiteX94" fmla="*/ 4029067 w 6857857"/>
              <a:gd name="connsiteY94" fmla="*/ 32191 h 585247"/>
              <a:gd name="connsiteX95" fmla="*/ 4039795 w 6857857"/>
              <a:gd name="connsiteY95" fmla="*/ 43500 h 585247"/>
              <a:gd name="connsiteX96" fmla="*/ 4087154 w 6857857"/>
              <a:gd name="connsiteY96" fmla="*/ 71472 h 585247"/>
              <a:gd name="connsiteX97" fmla="*/ 4134554 w 6857857"/>
              <a:gd name="connsiteY97" fmla="*/ 43500 h 585247"/>
              <a:gd name="connsiteX98" fmla="*/ 4145281 w 6857857"/>
              <a:gd name="connsiteY98" fmla="*/ 32191 h 585247"/>
              <a:gd name="connsiteX99" fmla="*/ 4218744 w 6857857"/>
              <a:gd name="connsiteY99" fmla="*/ 0 h 585247"/>
              <a:gd name="connsiteX100" fmla="*/ 4292247 w 6857857"/>
              <a:gd name="connsiteY100" fmla="*/ 32191 h 585247"/>
              <a:gd name="connsiteX101" fmla="*/ 4302975 w 6857857"/>
              <a:gd name="connsiteY101" fmla="*/ 43500 h 585247"/>
              <a:gd name="connsiteX102" fmla="*/ 4350334 w 6857857"/>
              <a:gd name="connsiteY102" fmla="*/ 71472 h 585247"/>
              <a:gd name="connsiteX103" fmla="*/ 4397733 w 6857857"/>
              <a:gd name="connsiteY103" fmla="*/ 43500 h 585247"/>
              <a:gd name="connsiteX104" fmla="*/ 4408461 w 6857857"/>
              <a:gd name="connsiteY104" fmla="*/ 32191 h 585247"/>
              <a:gd name="connsiteX105" fmla="*/ 4481924 w 6857857"/>
              <a:gd name="connsiteY105" fmla="*/ 0 h 585247"/>
              <a:gd name="connsiteX106" fmla="*/ 4555387 w 6857857"/>
              <a:gd name="connsiteY106" fmla="*/ 32191 h 585247"/>
              <a:gd name="connsiteX107" fmla="*/ 4566115 w 6857857"/>
              <a:gd name="connsiteY107" fmla="*/ 43500 h 585247"/>
              <a:gd name="connsiteX108" fmla="*/ 4613514 w 6857857"/>
              <a:gd name="connsiteY108" fmla="*/ 71472 h 585247"/>
              <a:gd name="connsiteX109" fmla="*/ 4660873 w 6857857"/>
              <a:gd name="connsiteY109" fmla="*/ 43500 h 585247"/>
              <a:gd name="connsiteX110" fmla="*/ 4671601 w 6857857"/>
              <a:gd name="connsiteY110" fmla="*/ 32191 h 585247"/>
              <a:gd name="connsiteX111" fmla="*/ 4745064 w 6857857"/>
              <a:gd name="connsiteY111" fmla="*/ 0 h 585247"/>
              <a:gd name="connsiteX112" fmla="*/ 4818567 w 6857857"/>
              <a:gd name="connsiteY112" fmla="*/ 32191 h 585247"/>
              <a:gd name="connsiteX113" fmla="*/ 4829294 w 6857857"/>
              <a:gd name="connsiteY113" fmla="*/ 43500 h 585247"/>
              <a:gd name="connsiteX114" fmla="*/ 4876694 w 6857857"/>
              <a:gd name="connsiteY114" fmla="*/ 71472 h 585247"/>
              <a:gd name="connsiteX115" fmla="*/ 4924053 w 6857857"/>
              <a:gd name="connsiteY115" fmla="*/ 43500 h 585247"/>
              <a:gd name="connsiteX116" fmla="*/ 4934781 w 6857857"/>
              <a:gd name="connsiteY116" fmla="*/ 32191 h 585247"/>
              <a:gd name="connsiteX117" fmla="*/ 5008284 w 6857857"/>
              <a:gd name="connsiteY117" fmla="*/ 0 h 585247"/>
              <a:gd name="connsiteX118" fmla="*/ 5081747 w 6857857"/>
              <a:gd name="connsiteY118" fmla="*/ 32191 h 585247"/>
              <a:gd name="connsiteX119" fmla="*/ 5092474 w 6857857"/>
              <a:gd name="connsiteY119" fmla="*/ 43500 h 585247"/>
              <a:gd name="connsiteX120" fmla="*/ 5139834 w 6857857"/>
              <a:gd name="connsiteY120" fmla="*/ 71472 h 585247"/>
              <a:gd name="connsiteX121" fmla="*/ 5187233 w 6857857"/>
              <a:gd name="connsiteY121" fmla="*/ 43500 h 585247"/>
              <a:gd name="connsiteX122" fmla="*/ 5197961 w 6857857"/>
              <a:gd name="connsiteY122" fmla="*/ 32191 h 585247"/>
              <a:gd name="connsiteX123" fmla="*/ 5271424 w 6857857"/>
              <a:gd name="connsiteY123" fmla="*/ 0 h 585247"/>
              <a:gd name="connsiteX124" fmla="*/ 5344927 w 6857857"/>
              <a:gd name="connsiteY124" fmla="*/ 32191 h 585247"/>
              <a:gd name="connsiteX125" fmla="*/ 5355654 w 6857857"/>
              <a:gd name="connsiteY125" fmla="*/ 43500 h 585247"/>
              <a:gd name="connsiteX126" fmla="*/ 5403014 w 6857857"/>
              <a:gd name="connsiteY126" fmla="*/ 71472 h 585247"/>
              <a:gd name="connsiteX127" fmla="*/ 5450413 w 6857857"/>
              <a:gd name="connsiteY127" fmla="*/ 43500 h 585247"/>
              <a:gd name="connsiteX128" fmla="*/ 5461141 w 6857857"/>
              <a:gd name="connsiteY128" fmla="*/ 32191 h 585247"/>
              <a:gd name="connsiteX129" fmla="*/ 5534604 w 6857857"/>
              <a:gd name="connsiteY129" fmla="*/ 0 h 585247"/>
              <a:gd name="connsiteX130" fmla="*/ 5608106 w 6857857"/>
              <a:gd name="connsiteY130" fmla="*/ 32191 h 585247"/>
              <a:gd name="connsiteX131" fmla="*/ 5618834 w 6857857"/>
              <a:gd name="connsiteY131" fmla="*/ 43500 h 585247"/>
              <a:gd name="connsiteX132" fmla="*/ 5666233 w 6857857"/>
              <a:gd name="connsiteY132" fmla="*/ 71472 h 585247"/>
              <a:gd name="connsiteX133" fmla="*/ 5713593 w 6857857"/>
              <a:gd name="connsiteY133" fmla="*/ 43500 h 585247"/>
              <a:gd name="connsiteX134" fmla="*/ 5724320 w 6857857"/>
              <a:gd name="connsiteY134" fmla="*/ 32191 h 585247"/>
              <a:gd name="connsiteX135" fmla="*/ 5797823 w 6857857"/>
              <a:gd name="connsiteY135" fmla="*/ 0 h 585247"/>
              <a:gd name="connsiteX136" fmla="*/ 5871286 w 6857857"/>
              <a:gd name="connsiteY136" fmla="*/ 32191 h 585247"/>
              <a:gd name="connsiteX137" fmla="*/ 5882013 w 6857857"/>
              <a:gd name="connsiteY137" fmla="*/ 43500 h 585247"/>
              <a:gd name="connsiteX138" fmla="*/ 5929413 w 6857857"/>
              <a:gd name="connsiteY138" fmla="*/ 71472 h 585247"/>
              <a:gd name="connsiteX139" fmla="*/ 5976773 w 6857857"/>
              <a:gd name="connsiteY139" fmla="*/ 43500 h 585247"/>
              <a:gd name="connsiteX140" fmla="*/ 5987500 w 6857857"/>
              <a:gd name="connsiteY140" fmla="*/ 32191 h 585247"/>
              <a:gd name="connsiteX141" fmla="*/ 6061003 w 6857857"/>
              <a:gd name="connsiteY141" fmla="*/ 0 h 585247"/>
              <a:gd name="connsiteX142" fmla="*/ 6134506 w 6857857"/>
              <a:gd name="connsiteY142" fmla="*/ 32191 h 585247"/>
              <a:gd name="connsiteX143" fmla="*/ 6145233 w 6857857"/>
              <a:gd name="connsiteY143" fmla="*/ 43500 h 585247"/>
              <a:gd name="connsiteX144" fmla="*/ 6192593 w 6857857"/>
              <a:gd name="connsiteY144" fmla="*/ 71472 h 585247"/>
              <a:gd name="connsiteX145" fmla="*/ 6239992 w 6857857"/>
              <a:gd name="connsiteY145" fmla="*/ 43500 h 585247"/>
              <a:gd name="connsiteX146" fmla="*/ 6250720 w 6857857"/>
              <a:gd name="connsiteY146" fmla="*/ 32191 h 585247"/>
              <a:gd name="connsiteX147" fmla="*/ 6324222 w 6857857"/>
              <a:gd name="connsiteY147" fmla="*/ 0 h 585247"/>
              <a:gd name="connsiteX148" fmla="*/ 6397686 w 6857857"/>
              <a:gd name="connsiteY148" fmla="*/ 32191 h 585247"/>
              <a:gd name="connsiteX149" fmla="*/ 6408413 w 6857857"/>
              <a:gd name="connsiteY149" fmla="*/ 43500 h 585247"/>
              <a:gd name="connsiteX150" fmla="*/ 6455812 w 6857857"/>
              <a:gd name="connsiteY150" fmla="*/ 71472 h 585247"/>
              <a:gd name="connsiteX151" fmla="*/ 6503212 w 6857857"/>
              <a:gd name="connsiteY151" fmla="*/ 43500 h 585247"/>
              <a:gd name="connsiteX152" fmla="*/ 6513939 w 6857857"/>
              <a:gd name="connsiteY152" fmla="*/ 32191 h 585247"/>
              <a:gd name="connsiteX153" fmla="*/ 6587442 w 6857857"/>
              <a:gd name="connsiteY153" fmla="*/ 0 h 585247"/>
              <a:gd name="connsiteX154" fmla="*/ 6660905 w 6857857"/>
              <a:gd name="connsiteY154" fmla="*/ 32191 h 585247"/>
              <a:gd name="connsiteX155" fmla="*/ 6671632 w 6857857"/>
              <a:gd name="connsiteY155" fmla="*/ 43500 h 585247"/>
              <a:gd name="connsiteX156" fmla="*/ 6719032 w 6857857"/>
              <a:gd name="connsiteY156" fmla="*/ 71472 h 585247"/>
              <a:gd name="connsiteX157" fmla="*/ 6766392 w 6857857"/>
              <a:gd name="connsiteY157" fmla="*/ 43500 h 585247"/>
              <a:gd name="connsiteX158" fmla="*/ 6777119 w 6857857"/>
              <a:gd name="connsiteY158" fmla="*/ 32191 h 585247"/>
              <a:gd name="connsiteX159" fmla="*/ 6850622 w 6857857"/>
              <a:gd name="connsiteY159" fmla="*/ 0 h 585247"/>
              <a:gd name="connsiteX160" fmla="*/ 6857857 w 6857857"/>
              <a:gd name="connsiteY160" fmla="*/ 1637 h 585247"/>
              <a:gd name="connsiteX161" fmla="*/ 6857857 w 6857857"/>
              <a:gd name="connsiteY161" fmla="*/ 585247 h 585247"/>
              <a:gd name="connsiteX162" fmla="*/ 0 w 6857857"/>
              <a:gd name="connsiteY162" fmla="*/ 585247 h 58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857857" h="585247">
                <a:moveTo>
                  <a:pt x="0" y="585247"/>
                </a:moveTo>
                <a:lnTo>
                  <a:pt x="0" y="32191"/>
                </a:lnTo>
                <a:lnTo>
                  <a:pt x="7946" y="32191"/>
                </a:lnTo>
                <a:lnTo>
                  <a:pt x="7946" y="0"/>
                </a:ln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7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1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4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7" y="32191"/>
                </a:cubicBezTo>
                <a:cubicBezTo>
                  <a:pt x="4822381" y="35984"/>
                  <a:pt x="4825917" y="39848"/>
                  <a:pt x="4829294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1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7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6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1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6" y="0"/>
                  <a:pt x="5534604" y="0"/>
                </a:cubicBezTo>
                <a:cubicBezTo>
                  <a:pt x="5570441" y="0"/>
                  <a:pt x="5591817" y="15847"/>
                  <a:pt x="5608106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8" y="61900"/>
                  <a:pt x="5713593" y="43500"/>
                </a:cubicBezTo>
                <a:cubicBezTo>
                  <a:pt x="5716970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3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6" y="39848"/>
                  <a:pt x="5882013" y="43500"/>
                </a:cubicBezTo>
                <a:cubicBezTo>
                  <a:pt x="5898939" y="61900"/>
                  <a:pt x="5908753" y="71472"/>
                  <a:pt x="5929413" y="71472"/>
                </a:cubicBezTo>
                <a:cubicBezTo>
                  <a:pt x="5950073" y="71472"/>
                  <a:pt x="5959887" y="61900"/>
                  <a:pt x="5976773" y="43500"/>
                </a:cubicBezTo>
                <a:cubicBezTo>
                  <a:pt x="5980150" y="39848"/>
                  <a:pt x="5983686" y="35984"/>
                  <a:pt x="5987500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lnTo>
                  <a:pt x="6857857" y="1637"/>
                </a:lnTo>
                <a:lnTo>
                  <a:pt x="6857857" y="585247"/>
                </a:lnTo>
                <a:lnTo>
                  <a:pt x="0" y="585247"/>
                </a:lnTo>
                <a:close/>
              </a:path>
            </a:pathLst>
          </a:custGeom>
          <a:solidFill>
            <a:schemeClr val="accent1"/>
          </a:solidFill>
          <a:ln w="39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11696" cy="530352"/>
          </a:xfrm>
        </p:spPr>
        <p:txBody>
          <a:bodyPr anchor="b"/>
          <a:lstStyle>
            <a:lvl1pPr>
              <a:lnSpc>
                <a:spcPct val="89000"/>
              </a:lnSpc>
              <a:defRPr sz="34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20529D69-1F8C-412D-B25D-ED4E6D8B19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61872"/>
            <a:ext cx="6711696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82" name="Content Placeholder 5">
            <a:extLst>
              <a:ext uri="{FF2B5EF4-FFF2-40B4-BE49-F238E27FC236}">
                <a16:creationId xmlns:a16="http://schemas.microsoft.com/office/drawing/2014/main" id="{7F6D5902-0148-4626-8E7B-1250AD5DAA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1" name="Content Placeholder 2">
            <a:extLst>
              <a:ext uri="{FF2B5EF4-FFF2-40B4-BE49-F238E27FC236}">
                <a16:creationId xmlns:a16="http://schemas.microsoft.com/office/drawing/2014/main" id="{C767FD6E-ECBC-4D4B-AFB3-47E9DE99F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231136"/>
            <a:ext cx="30449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2707AD-1A2B-4F2A-A77B-46379CCA7B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3920" y="2148840"/>
            <a:ext cx="2743200" cy="4023360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4224"/>
            <a:ext cx="6711696" cy="109728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9A61E-3DDD-42DC-A125-5FEA2DED2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45379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ne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4B9F80-B9DD-44FF-B3E5-9A3F7C50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flipH="1">
            <a:off x="8553248" y="0"/>
            <a:ext cx="363875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0DE581-BB61-40E3-A8A7-CF426CCDE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rot="16200000" flipH="1">
            <a:off x="4831696" y="3136449"/>
            <a:ext cx="6857857" cy="585247"/>
          </a:xfrm>
          <a:custGeom>
            <a:avLst/>
            <a:gdLst>
              <a:gd name="connsiteX0" fmla="*/ 0 w 6857857"/>
              <a:gd name="connsiteY0" fmla="*/ 585247 h 585247"/>
              <a:gd name="connsiteX1" fmla="*/ 0 w 6857857"/>
              <a:gd name="connsiteY1" fmla="*/ 32191 h 585247"/>
              <a:gd name="connsiteX2" fmla="*/ 7946 w 6857857"/>
              <a:gd name="connsiteY2" fmla="*/ 32191 h 585247"/>
              <a:gd name="connsiteX3" fmla="*/ 7946 w 6857857"/>
              <a:gd name="connsiteY3" fmla="*/ 0 h 585247"/>
              <a:gd name="connsiteX4" fmla="*/ 81449 w 6857857"/>
              <a:gd name="connsiteY4" fmla="*/ 32191 h 585247"/>
              <a:gd name="connsiteX5" fmla="*/ 92177 w 6857857"/>
              <a:gd name="connsiteY5" fmla="*/ 43500 h 585247"/>
              <a:gd name="connsiteX6" fmla="*/ 139536 w 6857857"/>
              <a:gd name="connsiteY6" fmla="*/ 71472 h 585247"/>
              <a:gd name="connsiteX7" fmla="*/ 186896 w 6857857"/>
              <a:gd name="connsiteY7" fmla="*/ 43500 h 585247"/>
              <a:gd name="connsiteX8" fmla="*/ 197623 w 6857857"/>
              <a:gd name="connsiteY8" fmla="*/ 32191 h 585247"/>
              <a:gd name="connsiteX9" fmla="*/ 271126 w 6857857"/>
              <a:gd name="connsiteY9" fmla="*/ 0 h 585247"/>
              <a:gd name="connsiteX10" fmla="*/ 344589 w 6857857"/>
              <a:gd name="connsiteY10" fmla="*/ 32191 h 585247"/>
              <a:gd name="connsiteX11" fmla="*/ 355317 w 6857857"/>
              <a:gd name="connsiteY11" fmla="*/ 43500 h 585247"/>
              <a:gd name="connsiteX12" fmla="*/ 402676 w 6857857"/>
              <a:gd name="connsiteY12" fmla="*/ 71472 h 585247"/>
              <a:gd name="connsiteX13" fmla="*/ 450076 w 6857857"/>
              <a:gd name="connsiteY13" fmla="*/ 43500 h 585247"/>
              <a:gd name="connsiteX14" fmla="*/ 460803 w 6857857"/>
              <a:gd name="connsiteY14" fmla="*/ 32191 h 585247"/>
              <a:gd name="connsiteX15" fmla="*/ 534266 w 6857857"/>
              <a:gd name="connsiteY15" fmla="*/ 0 h 585247"/>
              <a:gd name="connsiteX16" fmla="*/ 607769 w 6857857"/>
              <a:gd name="connsiteY16" fmla="*/ 32191 h 585247"/>
              <a:gd name="connsiteX17" fmla="*/ 618496 w 6857857"/>
              <a:gd name="connsiteY17" fmla="*/ 43500 h 585247"/>
              <a:gd name="connsiteX18" fmla="*/ 665856 w 6857857"/>
              <a:gd name="connsiteY18" fmla="*/ 71472 h 585247"/>
              <a:gd name="connsiteX19" fmla="*/ 713216 w 6857857"/>
              <a:gd name="connsiteY19" fmla="*/ 43500 h 585247"/>
              <a:gd name="connsiteX20" fmla="*/ 723943 w 6857857"/>
              <a:gd name="connsiteY20" fmla="*/ 32191 h 585247"/>
              <a:gd name="connsiteX21" fmla="*/ 797446 w 6857857"/>
              <a:gd name="connsiteY21" fmla="*/ 0 h 585247"/>
              <a:gd name="connsiteX22" fmla="*/ 870909 w 6857857"/>
              <a:gd name="connsiteY22" fmla="*/ 32191 h 585247"/>
              <a:gd name="connsiteX23" fmla="*/ 881637 w 6857857"/>
              <a:gd name="connsiteY23" fmla="*/ 43500 h 585247"/>
              <a:gd name="connsiteX24" fmla="*/ 929036 w 6857857"/>
              <a:gd name="connsiteY24" fmla="*/ 71472 h 585247"/>
              <a:gd name="connsiteX25" fmla="*/ 976396 w 6857857"/>
              <a:gd name="connsiteY25" fmla="*/ 43500 h 585247"/>
              <a:gd name="connsiteX26" fmla="*/ 987123 w 6857857"/>
              <a:gd name="connsiteY26" fmla="*/ 32191 h 585247"/>
              <a:gd name="connsiteX27" fmla="*/ 1060586 w 6857857"/>
              <a:gd name="connsiteY27" fmla="*/ 0 h 585247"/>
              <a:gd name="connsiteX28" fmla="*/ 1134089 w 6857857"/>
              <a:gd name="connsiteY28" fmla="*/ 32191 h 585247"/>
              <a:gd name="connsiteX29" fmla="*/ 1144816 w 6857857"/>
              <a:gd name="connsiteY29" fmla="*/ 43500 h 585247"/>
              <a:gd name="connsiteX30" fmla="*/ 1192176 w 6857857"/>
              <a:gd name="connsiteY30" fmla="*/ 71472 h 585247"/>
              <a:gd name="connsiteX31" fmla="*/ 1239575 w 6857857"/>
              <a:gd name="connsiteY31" fmla="*/ 43500 h 585247"/>
              <a:gd name="connsiteX32" fmla="*/ 1250303 w 6857857"/>
              <a:gd name="connsiteY32" fmla="*/ 32191 h 585247"/>
              <a:gd name="connsiteX33" fmla="*/ 1323766 w 6857857"/>
              <a:gd name="connsiteY33" fmla="*/ 0 h 585247"/>
              <a:gd name="connsiteX34" fmla="*/ 1397269 w 6857857"/>
              <a:gd name="connsiteY34" fmla="*/ 32191 h 585247"/>
              <a:gd name="connsiteX35" fmla="*/ 1407996 w 6857857"/>
              <a:gd name="connsiteY35" fmla="*/ 43500 h 585247"/>
              <a:gd name="connsiteX36" fmla="*/ 1455356 w 6857857"/>
              <a:gd name="connsiteY36" fmla="*/ 71472 h 585247"/>
              <a:gd name="connsiteX37" fmla="*/ 1502716 w 6857857"/>
              <a:gd name="connsiteY37" fmla="*/ 43500 h 585247"/>
              <a:gd name="connsiteX38" fmla="*/ 1513443 w 6857857"/>
              <a:gd name="connsiteY38" fmla="*/ 32191 h 585247"/>
              <a:gd name="connsiteX39" fmla="*/ 1586946 w 6857857"/>
              <a:gd name="connsiteY39" fmla="*/ 0 h 585247"/>
              <a:gd name="connsiteX40" fmla="*/ 1660449 w 6857857"/>
              <a:gd name="connsiteY40" fmla="*/ 32191 h 585247"/>
              <a:gd name="connsiteX41" fmla="*/ 1671176 w 6857857"/>
              <a:gd name="connsiteY41" fmla="*/ 43500 h 585247"/>
              <a:gd name="connsiteX42" fmla="*/ 1718536 w 6857857"/>
              <a:gd name="connsiteY42" fmla="*/ 71472 h 585247"/>
              <a:gd name="connsiteX43" fmla="*/ 1765895 w 6857857"/>
              <a:gd name="connsiteY43" fmla="*/ 43500 h 585247"/>
              <a:gd name="connsiteX44" fmla="*/ 1776623 w 6857857"/>
              <a:gd name="connsiteY44" fmla="*/ 32191 h 585247"/>
              <a:gd name="connsiteX45" fmla="*/ 1850126 w 6857857"/>
              <a:gd name="connsiteY45" fmla="*/ 0 h 585247"/>
              <a:gd name="connsiteX46" fmla="*/ 1923589 w 6857857"/>
              <a:gd name="connsiteY46" fmla="*/ 32191 h 585247"/>
              <a:gd name="connsiteX47" fmla="*/ 1934316 w 6857857"/>
              <a:gd name="connsiteY47" fmla="*/ 43500 h 585247"/>
              <a:gd name="connsiteX48" fmla="*/ 1981716 w 6857857"/>
              <a:gd name="connsiteY48" fmla="*/ 71472 h 585247"/>
              <a:gd name="connsiteX49" fmla="*/ 2029075 w 6857857"/>
              <a:gd name="connsiteY49" fmla="*/ 43500 h 585247"/>
              <a:gd name="connsiteX50" fmla="*/ 2039803 w 6857857"/>
              <a:gd name="connsiteY50" fmla="*/ 32191 h 585247"/>
              <a:gd name="connsiteX51" fmla="*/ 2113306 w 6857857"/>
              <a:gd name="connsiteY51" fmla="*/ 0 h 585247"/>
              <a:gd name="connsiteX52" fmla="*/ 2186769 w 6857857"/>
              <a:gd name="connsiteY52" fmla="*/ 32191 h 585247"/>
              <a:gd name="connsiteX53" fmla="*/ 2197496 w 6857857"/>
              <a:gd name="connsiteY53" fmla="*/ 43500 h 585247"/>
              <a:gd name="connsiteX54" fmla="*/ 2244895 w 6857857"/>
              <a:gd name="connsiteY54" fmla="*/ 71472 h 585247"/>
              <a:gd name="connsiteX55" fmla="*/ 2292255 w 6857857"/>
              <a:gd name="connsiteY55" fmla="*/ 43500 h 585247"/>
              <a:gd name="connsiteX56" fmla="*/ 2302983 w 6857857"/>
              <a:gd name="connsiteY56" fmla="*/ 32191 h 585247"/>
              <a:gd name="connsiteX57" fmla="*/ 2376485 w 6857857"/>
              <a:gd name="connsiteY57" fmla="*/ 0 h 585247"/>
              <a:gd name="connsiteX58" fmla="*/ 2449948 w 6857857"/>
              <a:gd name="connsiteY58" fmla="*/ 32191 h 585247"/>
              <a:gd name="connsiteX59" fmla="*/ 2460676 w 6857857"/>
              <a:gd name="connsiteY59" fmla="*/ 43500 h 585247"/>
              <a:gd name="connsiteX60" fmla="*/ 2508035 w 6857857"/>
              <a:gd name="connsiteY60" fmla="*/ 71472 h 585247"/>
              <a:gd name="connsiteX61" fmla="*/ 2555435 w 6857857"/>
              <a:gd name="connsiteY61" fmla="*/ 43500 h 585247"/>
              <a:gd name="connsiteX62" fmla="*/ 2566162 w 6857857"/>
              <a:gd name="connsiteY62" fmla="*/ 32191 h 585247"/>
              <a:gd name="connsiteX63" fmla="*/ 2639665 w 6857857"/>
              <a:gd name="connsiteY63" fmla="*/ 0 h 585247"/>
              <a:gd name="connsiteX64" fmla="*/ 2713128 w 6857857"/>
              <a:gd name="connsiteY64" fmla="*/ 32191 h 585247"/>
              <a:gd name="connsiteX65" fmla="*/ 2723856 w 6857857"/>
              <a:gd name="connsiteY65" fmla="*/ 43500 h 585247"/>
              <a:gd name="connsiteX66" fmla="*/ 2771215 w 6857857"/>
              <a:gd name="connsiteY66" fmla="*/ 71472 h 585247"/>
              <a:gd name="connsiteX67" fmla="*/ 2818615 w 6857857"/>
              <a:gd name="connsiteY67" fmla="*/ 43500 h 585247"/>
              <a:gd name="connsiteX68" fmla="*/ 2829342 w 6857857"/>
              <a:gd name="connsiteY68" fmla="*/ 32191 h 585247"/>
              <a:gd name="connsiteX69" fmla="*/ 2902805 w 6857857"/>
              <a:gd name="connsiteY69" fmla="*/ 0 h 585247"/>
              <a:gd name="connsiteX70" fmla="*/ 2976308 w 6857857"/>
              <a:gd name="connsiteY70" fmla="*/ 32191 h 585247"/>
              <a:gd name="connsiteX71" fmla="*/ 2987035 w 6857857"/>
              <a:gd name="connsiteY71" fmla="*/ 43500 h 585247"/>
              <a:gd name="connsiteX72" fmla="*/ 3034435 w 6857857"/>
              <a:gd name="connsiteY72" fmla="*/ 71472 h 585247"/>
              <a:gd name="connsiteX73" fmla="*/ 3081794 w 6857857"/>
              <a:gd name="connsiteY73" fmla="*/ 43500 h 585247"/>
              <a:gd name="connsiteX74" fmla="*/ 3092522 w 6857857"/>
              <a:gd name="connsiteY74" fmla="*/ 32191 h 585247"/>
              <a:gd name="connsiteX75" fmla="*/ 3166025 w 6857857"/>
              <a:gd name="connsiteY75" fmla="*/ 0 h 585247"/>
              <a:gd name="connsiteX76" fmla="*/ 3239488 w 6857857"/>
              <a:gd name="connsiteY76" fmla="*/ 32191 h 585247"/>
              <a:gd name="connsiteX77" fmla="*/ 3250215 w 6857857"/>
              <a:gd name="connsiteY77" fmla="*/ 43500 h 585247"/>
              <a:gd name="connsiteX78" fmla="*/ 3297615 w 6857857"/>
              <a:gd name="connsiteY78" fmla="*/ 71472 h 585247"/>
              <a:gd name="connsiteX79" fmla="*/ 3344974 w 6857857"/>
              <a:gd name="connsiteY79" fmla="*/ 43500 h 585247"/>
              <a:gd name="connsiteX80" fmla="*/ 3355702 w 6857857"/>
              <a:gd name="connsiteY80" fmla="*/ 32191 h 585247"/>
              <a:gd name="connsiteX81" fmla="*/ 3429165 w 6857857"/>
              <a:gd name="connsiteY81" fmla="*/ 0 h 585247"/>
              <a:gd name="connsiteX82" fmla="*/ 3502668 w 6857857"/>
              <a:gd name="connsiteY82" fmla="*/ 32191 h 585247"/>
              <a:gd name="connsiteX83" fmla="*/ 3513395 w 6857857"/>
              <a:gd name="connsiteY83" fmla="*/ 43500 h 585247"/>
              <a:gd name="connsiteX84" fmla="*/ 3560794 w 6857857"/>
              <a:gd name="connsiteY84" fmla="*/ 71472 h 585247"/>
              <a:gd name="connsiteX85" fmla="*/ 3608154 w 6857857"/>
              <a:gd name="connsiteY85" fmla="*/ 43500 h 585247"/>
              <a:gd name="connsiteX86" fmla="*/ 3618882 w 6857857"/>
              <a:gd name="connsiteY86" fmla="*/ 32191 h 585247"/>
              <a:gd name="connsiteX87" fmla="*/ 3692385 w 6857857"/>
              <a:gd name="connsiteY87" fmla="*/ 0 h 585247"/>
              <a:gd name="connsiteX88" fmla="*/ 3765848 w 6857857"/>
              <a:gd name="connsiteY88" fmla="*/ 32191 h 585247"/>
              <a:gd name="connsiteX89" fmla="*/ 3776575 w 6857857"/>
              <a:gd name="connsiteY89" fmla="*/ 43500 h 585247"/>
              <a:gd name="connsiteX90" fmla="*/ 3823974 w 6857857"/>
              <a:gd name="connsiteY90" fmla="*/ 71472 h 585247"/>
              <a:gd name="connsiteX91" fmla="*/ 3871334 w 6857857"/>
              <a:gd name="connsiteY91" fmla="*/ 43500 h 585247"/>
              <a:gd name="connsiteX92" fmla="*/ 3882061 w 6857857"/>
              <a:gd name="connsiteY92" fmla="*/ 32191 h 585247"/>
              <a:gd name="connsiteX93" fmla="*/ 3955564 w 6857857"/>
              <a:gd name="connsiteY93" fmla="*/ 0 h 585247"/>
              <a:gd name="connsiteX94" fmla="*/ 4029067 w 6857857"/>
              <a:gd name="connsiteY94" fmla="*/ 32191 h 585247"/>
              <a:gd name="connsiteX95" fmla="*/ 4039795 w 6857857"/>
              <a:gd name="connsiteY95" fmla="*/ 43500 h 585247"/>
              <a:gd name="connsiteX96" fmla="*/ 4087154 w 6857857"/>
              <a:gd name="connsiteY96" fmla="*/ 71472 h 585247"/>
              <a:gd name="connsiteX97" fmla="*/ 4134554 w 6857857"/>
              <a:gd name="connsiteY97" fmla="*/ 43500 h 585247"/>
              <a:gd name="connsiteX98" fmla="*/ 4145281 w 6857857"/>
              <a:gd name="connsiteY98" fmla="*/ 32191 h 585247"/>
              <a:gd name="connsiteX99" fmla="*/ 4218744 w 6857857"/>
              <a:gd name="connsiteY99" fmla="*/ 0 h 585247"/>
              <a:gd name="connsiteX100" fmla="*/ 4292247 w 6857857"/>
              <a:gd name="connsiteY100" fmla="*/ 32191 h 585247"/>
              <a:gd name="connsiteX101" fmla="*/ 4302975 w 6857857"/>
              <a:gd name="connsiteY101" fmla="*/ 43500 h 585247"/>
              <a:gd name="connsiteX102" fmla="*/ 4350334 w 6857857"/>
              <a:gd name="connsiteY102" fmla="*/ 71472 h 585247"/>
              <a:gd name="connsiteX103" fmla="*/ 4397733 w 6857857"/>
              <a:gd name="connsiteY103" fmla="*/ 43500 h 585247"/>
              <a:gd name="connsiteX104" fmla="*/ 4408461 w 6857857"/>
              <a:gd name="connsiteY104" fmla="*/ 32191 h 585247"/>
              <a:gd name="connsiteX105" fmla="*/ 4481924 w 6857857"/>
              <a:gd name="connsiteY105" fmla="*/ 0 h 585247"/>
              <a:gd name="connsiteX106" fmla="*/ 4555387 w 6857857"/>
              <a:gd name="connsiteY106" fmla="*/ 32191 h 585247"/>
              <a:gd name="connsiteX107" fmla="*/ 4566115 w 6857857"/>
              <a:gd name="connsiteY107" fmla="*/ 43500 h 585247"/>
              <a:gd name="connsiteX108" fmla="*/ 4613514 w 6857857"/>
              <a:gd name="connsiteY108" fmla="*/ 71472 h 585247"/>
              <a:gd name="connsiteX109" fmla="*/ 4660873 w 6857857"/>
              <a:gd name="connsiteY109" fmla="*/ 43500 h 585247"/>
              <a:gd name="connsiteX110" fmla="*/ 4671601 w 6857857"/>
              <a:gd name="connsiteY110" fmla="*/ 32191 h 585247"/>
              <a:gd name="connsiteX111" fmla="*/ 4745064 w 6857857"/>
              <a:gd name="connsiteY111" fmla="*/ 0 h 585247"/>
              <a:gd name="connsiteX112" fmla="*/ 4818567 w 6857857"/>
              <a:gd name="connsiteY112" fmla="*/ 32191 h 585247"/>
              <a:gd name="connsiteX113" fmla="*/ 4829294 w 6857857"/>
              <a:gd name="connsiteY113" fmla="*/ 43500 h 585247"/>
              <a:gd name="connsiteX114" fmla="*/ 4876694 w 6857857"/>
              <a:gd name="connsiteY114" fmla="*/ 71472 h 585247"/>
              <a:gd name="connsiteX115" fmla="*/ 4924053 w 6857857"/>
              <a:gd name="connsiteY115" fmla="*/ 43500 h 585247"/>
              <a:gd name="connsiteX116" fmla="*/ 4934781 w 6857857"/>
              <a:gd name="connsiteY116" fmla="*/ 32191 h 585247"/>
              <a:gd name="connsiteX117" fmla="*/ 5008284 w 6857857"/>
              <a:gd name="connsiteY117" fmla="*/ 0 h 585247"/>
              <a:gd name="connsiteX118" fmla="*/ 5081747 w 6857857"/>
              <a:gd name="connsiteY118" fmla="*/ 32191 h 585247"/>
              <a:gd name="connsiteX119" fmla="*/ 5092474 w 6857857"/>
              <a:gd name="connsiteY119" fmla="*/ 43500 h 585247"/>
              <a:gd name="connsiteX120" fmla="*/ 5139834 w 6857857"/>
              <a:gd name="connsiteY120" fmla="*/ 71472 h 585247"/>
              <a:gd name="connsiteX121" fmla="*/ 5187233 w 6857857"/>
              <a:gd name="connsiteY121" fmla="*/ 43500 h 585247"/>
              <a:gd name="connsiteX122" fmla="*/ 5197961 w 6857857"/>
              <a:gd name="connsiteY122" fmla="*/ 32191 h 585247"/>
              <a:gd name="connsiteX123" fmla="*/ 5271424 w 6857857"/>
              <a:gd name="connsiteY123" fmla="*/ 0 h 585247"/>
              <a:gd name="connsiteX124" fmla="*/ 5344927 w 6857857"/>
              <a:gd name="connsiteY124" fmla="*/ 32191 h 585247"/>
              <a:gd name="connsiteX125" fmla="*/ 5355654 w 6857857"/>
              <a:gd name="connsiteY125" fmla="*/ 43500 h 585247"/>
              <a:gd name="connsiteX126" fmla="*/ 5403014 w 6857857"/>
              <a:gd name="connsiteY126" fmla="*/ 71472 h 585247"/>
              <a:gd name="connsiteX127" fmla="*/ 5450413 w 6857857"/>
              <a:gd name="connsiteY127" fmla="*/ 43500 h 585247"/>
              <a:gd name="connsiteX128" fmla="*/ 5461141 w 6857857"/>
              <a:gd name="connsiteY128" fmla="*/ 32191 h 585247"/>
              <a:gd name="connsiteX129" fmla="*/ 5534604 w 6857857"/>
              <a:gd name="connsiteY129" fmla="*/ 0 h 585247"/>
              <a:gd name="connsiteX130" fmla="*/ 5608106 w 6857857"/>
              <a:gd name="connsiteY130" fmla="*/ 32191 h 585247"/>
              <a:gd name="connsiteX131" fmla="*/ 5618834 w 6857857"/>
              <a:gd name="connsiteY131" fmla="*/ 43500 h 585247"/>
              <a:gd name="connsiteX132" fmla="*/ 5666233 w 6857857"/>
              <a:gd name="connsiteY132" fmla="*/ 71472 h 585247"/>
              <a:gd name="connsiteX133" fmla="*/ 5713593 w 6857857"/>
              <a:gd name="connsiteY133" fmla="*/ 43500 h 585247"/>
              <a:gd name="connsiteX134" fmla="*/ 5724320 w 6857857"/>
              <a:gd name="connsiteY134" fmla="*/ 32191 h 585247"/>
              <a:gd name="connsiteX135" fmla="*/ 5797823 w 6857857"/>
              <a:gd name="connsiteY135" fmla="*/ 0 h 585247"/>
              <a:gd name="connsiteX136" fmla="*/ 5871286 w 6857857"/>
              <a:gd name="connsiteY136" fmla="*/ 32191 h 585247"/>
              <a:gd name="connsiteX137" fmla="*/ 5882013 w 6857857"/>
              <a:gd name="connsiteY137" fmla="*/ 43500 h 585247"/>
              <a:gd name="connsiteX138" fmla="*/ 5929413 w 6857857"/>
              <a:gd name="connsiteY138" fmla="*/ 71472 h 585247"/>
              <a:gd name="connsiteX139" fmla="*/ 5976773 w 6857857"/>
              <a:gd name="connsiteY139" fmla="*/ 43500 h 585247"/>
              <a:gd name="connsiteX140" fmla="*/ 5987500 w 6857857"/>
              <a:gd name="connsiteY140" fmla="*/ 32191 h 585247"/>
              <a:gd name="connsiteX141" fmla="*/ 6061003 w 6857857"/>
              <a:gd name="connsiteY141" fmla="*/ 0 h 585247"/>
              <a:gd name="connsiteX142" fmla="*/ 6134506 w 6857857"/>
              <a:gd name="connsiteY142" fmla="*/ 32191 h 585247"/>
              <a:gd name="connsiteX143" fmla="*/ 6145233 w 6857857"/>
              <a:gd name="connsiteY143" fmla="*/ 43500 h 585247"/>
              <a:gd name="connsiteX144" fmla="*/ 6192593 w 6857857"/>
              <a:gd name="connsiteY144" fmla="*/ 71472 h 585247"/>
              <a:gd name="connsiteX145" fmla="*/ 6239992 w 6857857"/>
              <a:gd name="connsiteY145" fmla="*/ 43500 h 585247"/>
              <a:gd name="connsiteX146" fmla="*/ 6250720 w 6857857"/>
              <a:gd name="connsiteY146" fmla="*/ 32191 h 585247"/>
              <a:gd name="connsiteX147" fmla="*/ 6324222 w 6857857"/>
              <a:gd name="connsiteY147" fmla="*/ 0 h 585247"/>
              <a:gd name="connsiteX148" fmla="*/ 6397686 w 6857857"/>
              <a:gd name="connsiteY148" fmla="*/ 32191 h 585247"/>
              <a:gd name="connsiteX149" fmla="*/ 6408413 w 6857857"/>
              <a:gd name="connsiteY149" fmla="*/ 43500 h 585247"/>
              <a:gd name="connsiteX150" fmla="*/ 6455812 w 6857857"/>
              <a:gd name="connsiteY150" fmla="*/ 71472 h 585247"/>
              <a:gd name="connsiteX151" fmla="*/ 6503212 w 6857857"/>
              <a:gd name="connsiteY151" fmla="*/ 43500 h 585247"/>
              <a:gd name="connsiteX152" fmla="*/ 6513939 w 6857857"/>
              <a:gd name="connsiteY152" fmla="*/ 32191 h 585247"/>
              <a:gd name="connsiteX153" fmla="*/ 6587442 w 6857857"/>
              <a:gd name="connsiteY153" fmla="*/ 0 h 585247"/>
              <a:gd name="connsiteX154" fmla="*/ 6660905 w 6857857"/>
              <a:gd name="connsiteY154" fmla="*/ 32191 h 585247"/>
              <a:gd name="connsiteX155" fmla="*/ 6671632 w 6857857"/>
              <a:gd name="connsiteY155" fmla="*/ 43500 h 585247"/>
              <a:gd name="connsiteX156" fmla="*/ 6719032 w 6857857"/>
              <a:gd name="connsiteY156" fmla="*/ 71472 h 585247"/>
              <a:gd name="connsiteX157" fmla="*/ 6766392 w 6857857"/>
              <a:gd name="connsiteY157" fmla="*/ 43500 h 585247"/>
              <a:gd name="connsiteX158" fmla="*/ 6777119 w 6857857"/>
              <a:gd name="connsiteY158" fmla="*/ 32191 h 585247"/>
              <a:gd name="connsiteX159" fmla="*/ 6850622 w 6857857"/>
              <a:gd name="connsiteY159" fmla="*/ 0 h 585247"/>
              <a:gd name="connsiteX160" fmla="*/ 6857857 w 6857857"/>
              <a:gd name="connsiteY160" fmla="*/ 1637 h 585247"/>
              <a:gd name="connsiteX161" fmla="*/ 6857857 w 6857857"/>
              <a:gd name="connsiteY161" fmla="*/ 585247 h 585247"/>
              <a:gd name="connsiteX162" fmla="*/ 0 w 6857857"/>
              <a:gd name="connsiteY162" fmla="*/ 585247 h 58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857857" h="585247">
                <a:moveTo>
                  <a:pt x="0" y="585247"/>
                </a:moveTo>
                <a:lnTo>
                  <a:pt x="0" y="32191"/>
                </a:lnTo>
                <a:lnTo>
                  <a:pt x="7946" y="32191"/>
                </a:lnTo>
                <a:lnTo>
                  <a:pt x="7946" y="0"/>
                </a:ln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7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1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4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7" y="32191"/>
                </a:cubicBezTo>
                <a:cubicBezTo>
                  <a:pt x="4822381" y="35984"/>
                  <a:pt x="4825917" y="39848"/>
                  <a:pt x="4829294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1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7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6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1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6" y="0"/>
                  <a:pt x="5534604" y="0"/>
                </a:cubicBezTo>
                <a:cubicBezTo>
                  <a:pt x="5570441" y="0"/>
                  <a:pt x="5591817" y="15847"/>
                  <a:pt x="5608106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8" y="61900"/>
                  <a:pt x="5713593" y="43500"/>
                </a:cubicBezTo>
                <a:cubicBezTo>
                  <a:pt x="5716970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3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6" y="39848"/>
                  <a:pt x="5882013" y="43500"/>
                </a:cubicBezTo>
                <a:cubicBezTo>
                  <a:pt x="5898939" y="61900"/>
                  <a:pt x="5908753" y="71472"/>
                  <a:pt x="5929413" y="71472"/>
                </a:cubicBezTo>
                <a:cubicBezTo>
                  <a:pt x="5950073" y="71472"/>
                  <a:pt x="5959887" y="61900"/>
                  <a:pt x="5976773" y="43500"/>
                </a:cubicBezTo>
                <a:cubicBezTo>
                  <a:pt x="5980150" y="39848"/>
                  <a:pt x="5983686" y="35984"/>
                  <a:pt x="5987500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lnTo>
                  <a:pt x="6857857" y="1637"/>
                </a:lnTo>
                <a:lnTo>
                  <a:pt x="6857857" y="585247"/>
                </a:lnTo>
                <a:lnTo>
                  <a:pt x="0" y="58524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11696" cy="530352"/>
          </a:xfrm>
        </p:spPr>
        <p:txBody>
          <a:bodyPr anchor="b"/>
          <a:lstStyle>
            <a:lvl1pPr>
              <a:lnSpc>
                <a:spcPct val="89000"/>
              </a:lnSpc>
              <a:defRPr sz="34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20529D69-1F8C-412D-B25D-ED4E6D8B19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61872"/>
            <a:ext cx="6711696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82" name="Content Placeholder 5">
            <a:extLst>
              <a:ext uri="{FF2B5EF4-FFF2-40B4-BE49-F238E27FC236}">
                <a16:creationId xmlns:a16="http://schemas.microsoft.com/office/drawing/2014/main" id="{7F6D5902-0148-4626-8E7B-1250AD5DAA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1" name="Content Placeholder 2">
            <a:extLst>
              <a:ext uri="{FF2B5EF4-FFF2-40B4-BE49-F238E27FC236}">
                <a16:creationId xmlns:a16="http://schemas.microsoft.com/office/drawing/2014/main" id="{C767FD6E-ECBC-4D4B-AFB3-47E9DE99F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231136"/>
            <a:ext cx="30449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2707AD-1A2B-4F2A-A77B-46379CCA7B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3920" y="2148840"/>
            <a:ext cx="2743200" cy="4023360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4224"/>
            <a:ext cx="6711696" cy="109728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9A61E-3DDD-42DC-A125-5FEA2DED2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75015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ane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4B9F80-B9DD-44FF-B3E5-9A3F7C50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flipH="1">
            <a:off x="8553248" y="0"/>
            <a:ext cx="3638752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0DE581-BB61-40E3-A8A7-CF426CCDE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rot="16200000" flipH="1">
            <a:off x="4831696" y="3136449"/>
            <a:ext cx="6857857" cy="585247"/>
          </a:xfrm>
          <a:custGeom>
            <a:avLst/>
            <a:gdLst>
              <a:gd name="connsiteX0" fmla="*/ 0 w 6857857"/>
              <a:gd name="connsiteY0" fmla="*/ 585247 h 585247"/>
              <a:gd name="connsiteX1" fmla="*/ 0 w 6857857"/>
              <a:gd name="connsiteY1" fmla="*/ 32191 h 585247"/>
              <a:gd name="connsiteX2" fmla="*/ 7946 w 6857857"/>
              <a:gd name="connsiteY2" fmla="*/ 32191 h 585247"/>
              <a:gd name="connsiteX3" fmla="*/ 7946 w 6857857"/>
              <a:gd name="connsiteY3" fmla="*/ 0 h 585247"/>
              <a:gd name="connsiteX4" fmla="*/ 81449 w 6857857"/>
              <a:gd name="connsiteY4" fmla="*/ 32191 h 585247"/>
              <a:gd name="connsiteX5" fmla="*/ 92177 w 6857857"/>
              <a:gd name="connsiteY5" fmla="*/ 43500 h 585247"/>
              <a:gd name="connsiteX6" fmla="*/ 139536 w 6857857"/>
              <a:gd name="connsiteY6" fmla="*/ 71472 h 585247"/>
              <a:gd name="connsiteX7" fmla="*/ 186896 w 6857857"/>
              <a:gd name="connsiteY7" fmla="*/ 43500 h 585247"/>
              <a:gd name="connsiteX8" fmla="*/ 197623 w 6857857"/>
              <a:gd name="connsiteY8" fmla="*/ 32191 h 585247"/>
              <a:gd name="connsiteX9" fmla="*/ 271126 w 6857857"/>
              <a:gd name="connsiteY9" fmla="*/ 0 h 585247"/>
              <a:gd name="connsiteX10" fmla="*/ 344589 w 6857857"/>
              <a:gd name="connsiteY10" fmla="*/ 32191 h 585247"/>
              <a:gd name="connsiteX11" fmla="*/ 355317 w 6857857"/>
              <a:gd name="connsiteY11" fmla="*/ 43500 h 585247"/>
              <a:gd name="connsiteX12" fmla="*/ 402676 w 6857857"/>
              <a:gd name="connsiteY12" fmla="*/ 71472 h 585247"/>
              <a:gd name="connsiteX13" fmla="*/ 450076 w 6857857"/>
              <a:gd name="connsiteY13" fmla="*/ 43500 h 585247"/>
              <a:gd name="connsiteX14" fmla="*/ 460803 w 6857857"/>
              <a:gd name="connsiteY14" fmla="*/ 32191 h 585247"/>
              <a:gd name="connsiteX15" fmla="*/ 534266 w 6857857"/>
              <a:gd name="connsiteY15" fmla="*/ 0 h 585247"/>
              <a:gd name="connsiteX16" fmla="*/ 607769 w 6857857"/>
              <a:gd name="connsiteY16" fmla="*/ 32191 h 585247"/>
              <a:gd name="connsiteX17" fmla="*/ 618496 w 6857857"/>
              <a:gd name="connsiteY17" fmla="*/ 43500 h 585247"/>
              <a:gd name="connsiteX18" fmla="*/ 665856 w 6857857"/>
              <a:gd name="connsiteY18" fmla="*/ 71472 h 585247"/>
              <a:gd name="connsiteX19" fmla="*/ 713216 w 6857857"/>
              <a:gd name="connsiteY19" fmla="*/ 43500 h 585247"/>
              <a:gd name="connsiteX20" fmla="*/ 723943 w 6857857"/>
              <a:gd name="connsiteY20" fmla="*/ 32191 h 585247"/>
              <a:gd name="connsiteX21" fmla="*/ 797446 w 6857857"/>
              <a:gd name="connsiteY21" fmla="*/ 0 h 585247"/>
              <a:gd name="connsiteX22" fmla="*/ 870909 w 6857857"/>
              <a:gd name="connsiteY22" fmla="*/ 32191 h 585247"/>
              <a:gd name="connsiteX23" fmla="*/ 881637 w 6857857"/>
              <a:gd name="connsiteY23" fmla="*/ 43500 h 585247"/>
              <a:gd name="connsiteX24" fmla="*/ 929036 w 6857857"/>
              <a:gd name="connsiteY24" fmla="*/ 71472 h 585247"/>
              <a:gd name="connsiteX25" fmla="*/ 976396 w 6857857"/>
              <a:gd name="connsiteY25" fmla="*/ 43500 h 585247"/>
              <a:gd name="connsiteX26" fmla="*/ 987123 w 6857857"/>
              <a:gd name="connsiteY26" fmla="*/ 32191 h 585247"/>
              <a:gd name="connsiteX27" fmla="*/ 1060586 w 6857857"/>
              <a:gd name="connsiteY27" fmla="*/ 0 h 585247"/>
              <a:gd name="connsiteX28" fmla="*/ 1134089 w 6857857"/>
              <a:gd name="connsiteY28" fmla="*/ 32191 h 585247"/>
              <a:gd name="connsiteX29" fmla="*/ 1144816 w 6857857"/>
              <a:gd name="connsiteY29" fmla="*/ 43500 h 585247"/>
              <a:gd name="connsiteX30" fmla="*/ 1192176 w 6857857"/>
              <a:gd name="connsiteY30" fmla="*/ 71472 h 585247"/>
              <a:gd name="connsiteX31" fmla="*/ 1239575 w 6857857"/>
              <a:gd name="connsiteY31" fmla="*/ 43500 h 585247"/>
              <a:gd name="connsiteX32" fmla="*/ 1250303 w 6857857"/>
              <a:gd name="connsiteY32" fmla="*/ 32191 h 585247"/>
              <a:gd name="connsiteX33" fmla="*/ 1323766 w 6857857"/>
              <a:gd name="connsiteY33" fmla="*/ 0 h 585247"/>
              <a:gd name="connsiteX34" fmla="*/ 1397269 w 6857857"/>
              <a:gd name="connsiteY34" fmla="*/ 32191 h 585247"/>
              <a:gd name="connsiteX35" fmla="*/ 1407996 w 6857857"/>
              <a:gd name="connsiteY35" fmla="*/ 43500 h 585247"/>
              <a:gd name="connsiteX36" fmla="*/ 1455356 w 6857857"/>
              <a:gd name="connsiteY36" fmla="*/ 71472 h 585247"/>
              <a:gd name="connsiteX37" fmla="*/ 1502716 w 6857857"/>
              <a:gd name="connsiteY37" fmla="*/ 43500 h 585247"/>
              <a:gd name="connsiteX38" fmla="*/ 1513443 w 6857857"/>
              <a:gd name="connsiteY38" fmla="*/ 32191 h 585247"/>
              <a:gd name="connsiteX39" fmla="*/ 1586946 w 6857857"/>
              <a:gd name="connsiteY39" fmla="*/ 0 h 585247"/>
              <a:gd name="connsiteX40" fmla="*/ 1660449 w 6857857"/>
              <a:gd name="connsiteY40" fmla="*/ 32191 h 585247"/>
              <a:gd name="connsiteX41" fmla="*/ 1671176 w 6857857"/>
              <a:gd name="connsiteY41" fmla="*/ 43500 h 585247"/>
              <a:gd name="connsiteX42" fmla="*/ 1718536 w 6857857"/>
              <a:gd name="connsiteY42" fmla="*/ 71472 h 585247"/>
              <a:gd name="connsiteX43" fmla="*/ 1765895 w 6857857"/>
              <a:gd name="connsiteY43" fmla="*/ 43500 h 585247"/>
              <a:gd name="connsiteX44" fmla="*/ 1776623 w 6857857"/>
              <a:gd name="connsiteY44" fmla="*/ 32191 h 585247"/>
              <a:gd name="connsiteX45" fmla="*/ 1850126 w 6857857"/>
              <a:gd name="connsiteY45" fmla="*/ 0 h 585247"/>
              <a:gd name="connsiteX46" fmla="*/ 1923589 w 6857857"/>
              <a:gd name="connsiteY46" fmla="*/ 32191 h 585247"/>
              <a:gd name="connsiteX47" fmla="*/ 1934316 w 6857857"/>
              <a:gd name="connsiteY47" fmla="*/ 43500 h 585247"/>
              <a:gd name="connsiteX48" fmla="*/ 1981716 w 6857857"/>
              <a:gd name="connsiteY48" fmla="*/ 71472 h 585247"/>
              <a:gd name="connsiteX49" fmla="*/ 2029075 w 6857857"/>
              <a:gd name="connsiteY49" fmla="*/ 43500 h 585247"/>
              <a:gd name="connsiteX50" fmla="*/ 2039803 w 6857857"/>
              <a:gd name="connsiteY50" fmla="*/ 32191 h 585247"/>
              <a:gd name="connsiteX51" fmla="*/ 2113306 w 6857857"/>
              <a:gd name="connsiteY51" fmla="*/ 0 h 585247"/>
              <a:gd name="connsiteX52" fmla="*/ 2186769 w 6857857"/>
              <a:gd name="connsiteY52" fmla="*/ 32191 h 585247"/>
              <a:gd name="connsiteX53" fmla="*/ 2197496 w 6857857"/>
              <a:gd name="connsiteY53" fmla="*/ 43500 h 585247"/>
              <a:gd name="connsiteX54" fmla="*/ 2244895 w 6857857"/>
              <a:gd name="connsiteY54" fmla="*/ 71472 h 585247"/>
              <a:gd name="connsiteX55" fmla="*/ 2292255 w 6857857"/>
              <a:gd name="connsiteY55" fmla="*/ 43500 h 585247"/>
              <a:gd name="connsiteX56" fmla="*/ 2302983 w 6857857"/>
              <a:gd name="connsiteY56" fmla="*/ 32191 h 585247"/>
              <a:gd name="connsiteX57" fmla="*/ 2376485 w 6857857"/>
              <a:gd name="connsiteY57" fmla="*/ 0 h 585247"/>
              <a:gd name="connsiteX58" fmla="*/ 2449948 w 6857857"/>
              <a:gd name="connsiteY58" fmla="*/ 32191 h 585247"/>
              <a:gd name="connsiteX59" fmla="*/ 2460676 w 6857857"/>
              <a:gd name="connsiteY59" fmla="*/ 43500 h 585247"/>
              <a:gd name="connsiteX60" fmla="*/ 2508035 w 6857857"/>
              <a:gd name="connsiteY60" fmla="*/ 71472 h 585247"/>
              <a:gd name="connsiteX61" fmla="*/ 2555435 w 6857857"/>
              <a:gd name="connsiteY61" fmla="*/ 43500 h 585247"/>
              <a:gd name="connsiteX62" fmla="*/ 2566162 w 6857857"/>
              <a:gd name="connsiteY62" fmla="*/ 32191 h 585247"/>
              <a:gd name="connsiteX63" fmla="*/ 2639665 w 6857857"/>
              <a:gd name="connsiteY63" fmla="*/ 0 h 585247"/>
              <a:gd name="connsiteX64" fmla="*/ 2713128 w 6857857"/>
              <a:gd name="connsiteY64" fmla="*/ 32191 h 585247"/>
              <a:gd name="connsiteX65" fmla="*/ 2723856 w 6857857"/>
              <a:gd name="connsiteY65" fmla="*/ 43500 h 585247"/>
              <a:gd name="connsiteX66" fmla="*/ 2771215 w 6857857"/>
              <a:gd name="connsiteY66" fmla="*/ 71472 h 585247"/>
              <a:gd name="connsiteX67" fmla="*/ 2818615 w 6857857"/>
              <a:gd name="connsiteY67" fmla="*/ 43500 h 585247"/>
              <a:gd name="connsiteX68" fmla="*/ 2829342 w 6857857"/>
              <a:gd name="connsiteY68" fmla="*/ 32191 h 585247"/>
              <a:gd name="connsiteX69" fmla="*/ 2902805 w 6857857"/>
              <a:gd name="connsiteY69" fmla="*/ 0 h 585247"/>
              <a:gd name="connsiteX70" fmla="*/ 2976308 w 6857857"/>
              <a:gd name="connsiteY70" fmla="*/ 32191 h 585247"/>
              <a:gd name="connsiteX71" fmla="*/ 2987035 w 6857857"/>
              <a:gd name="connsiteY71" fmla="*/ 43500 h 585247"/>
              <a:gd name="connsiteX72" fmla="*/ 3034435 w 6857857"/>
              <a:gd name="connsiteY72" fmla="*/ 71472 h 585247"/>
              <a:gd name="connsiteX73" fmla="*/ 3081794 w 6857857"/>
              <a:gd name="connsiteY73" fmla="*/ 43500 h 585247"/>
              <a:gd name="connsiteX74" fmla="*/ 3092522 w 6857857"/>
              <a:gd name="connsiteY74" fmla="*/ 32191 h 585247"/>
              <a:gd name="connsiteX75" fmla="*/ 3166025 w 6857857"/>
              <a:gd name="connsiteY75" fmla="*/ 0 h 585247"/>
              <a:gd name="connsiteX76" fmla="*/ 3239488 w 6857857"/>
              <a:gd name="connsiteY76" fmla="*/ 32191 h 585247"/>
              <a:gd name="connsiteX77" fmla="*/ 3250215 w 6857857"/>
              <a:gd name="connsiteY77" fmla="*/ 43500 h 585247"/>
              <a:gd name="connsiteX78" fmla="*/ 3297615 w 6857857"/>
              <a:gd name="connsiteY78" fmla="*/ 71472 h 585247"/>
              <a:gd name="connsiteX79" fmla="*/ 3344974 w 6857857"/>
              <a:gd name="connsiteY79" fmla="*/ 43500 h 585247"/>
              <a:gd name="connsiteX80" fmla="*/ 3355702 w 6857857"/>
              <a:gd name="connsiteY80" fmla="*/ 32191 h 585247"/>
              <a:gd name="connsiteX81" fmla="*/ 3429165 w 6857857"/>
              <a:gd name="connsiteY81" fmla="*/ 0 h 585247"/>
              <a:gd name="connsiteX82" fmla="*/ 3502668 w 6857857"/>
              <a:gd name="connsiteY82" fmla="*/ 32191 h 585247"/>
              <a:gd name="connsiteX83" fmla="*/ 3513395 w 6857857"/>
              <a:gd name="connsiteY83" fmla="*/ 43500 h 585247"/>
              <a:gd name="connsiteX84" fmla="*/ 3560794 w 6857857"/>
              <a:gd name="connsiteY84" fmla="*/ 71472 h 585247"/>
              <a:gd name="connsiteX85" fmla="*/ 3608154 w 6857857"/>
              <a:gd name="connsiteY85" fmla="*/ 43500 h 585247"/>
              <a:gd name="connsiteX86" fmla="*/ 3618882 w 6857857"/>
              <a:gd name="connsiteY86" fmla="*/ 32191 h 585247"/>
              <a:gd name="connsiteX87" fmla="*/ 3692385 w 6857857"/>
              <a:gd name="connsiteY87" fmla="*/ 0 h 585247"/>
              <a:gd name="connsiteX88" fmla="*/ 3765848 w 6857857"/>
              <a:gd name="connsiteY88" fmla="*/ 32191 h 585247"/>
              <a:gd name="connsiteX89" fmla="*/ 3776575 w 6857857"/>
              <a:gd name="connsiteY89" fmla="*/ 43500 h 585247"/>
              <a:gd name="connsiteX90" fmla="*/ 3823974 w 6857857"/>
              <a:gd name="connsiteY90" fmla="*/ 71472 h 585247"/>
              <a:gd name="connsiteX91" fmla="*/ 3871334 w 6857857"/>
              <a:gd name="connsiteY91" fmla="*/ 43500 h 585247"/>
              <a:gd name="connsiteX92" fmla="*/ 3882061 w 6857857"/>
              <a:gd name="connsiteY92" fmla="*/ 32191 h 585247"/>
              <a:gd name="connsiteX93" fmla="*/ 3955564 w 6857857"/>
              <a:gd name="connsiteY93" fmla="*/ 0 h 585247"/>
              <a:gd name="connsiteX94" fmla="*/ 4029067 w 6857857"/>
              <a:gd name="connsiteY94" fmla="*/ 32191 h 585247"/>
              <a:gd name="connsiteX95" fmla="*/ 4039795 w 6857857"/>
              <a:gd name="connsiteY95" fmla="*/ 43500 h 585247"/>
              <a:gd name="connsiteX96" fmla="*/ 4087154 w 6857857"/>
              <a:gd name="connsiteY96" fmla="*/ 71472 h 585247"/>
              <a:gd name="connsiteX97" fmla="*/ 4134554 w 6857857"/>
              <a:gd name="connsiteY97" fmla="*/ 43500 h 585247"/>
              <a:gd name="connsiteX98" fmla="*/ 4145281 w 6857857"/>
              <a:gd name="connsiteY98" fmla="*/ 32191 h 585247"/>
              <a:gd name="connsiteX99" fmla="*/ 4218744 w 6857857"/>
              <a:gd name="connsiteY99" fmla="*/ 0 h 585247"/>
              <a:gd name="connsiteX100" fmla="*/ 4292247 w 6857857"/>
              <a:gd name="connsiteY100" fmla="*/ 32191 h 585247"/>
              <a:gd name="connsiteX101" fmla="*/ 4302975 w 6857857"/>
              <a:gd name="connsiteY101" fmla="*/ 43500 h 585247"/>
              <a:gd name="connsiteX102" fmla="*/ 4350334 w 6857857"/>
              <a:gd name="connsiteY102" fmla="*/ 71472 h 585247"/>
              <a:gd name="connsiteX103" fmla="*/ 4397733 w 6857857"/>
              <a:gd name="connsiteY103" fmla="*/ 43500 h 585247"/>
              <a:gd name="connsiteX104" fmla="*/ 4408461 w 6857857"/>
              <a:gd name="connsiteY104" fmla="*/ 32191 h 585247"/>
              <a:gd name="connsiteX105" fmla="*/ 4481924 w 6857857"/>
              <a:gd name="connsiteY105" fmla="*/ 0 h 585247"/>
              <a:gd name="connsiteX106" fmla="*/ 4555387 w 6857857"/>
              <a:gd name="connsiteY106" fmla="*/ 32191 h 585247"/>
              <a:gd name="connsiteX107" fmla="*/ 4566115 w 6857857"/>
              <a:gd name="connsiteY107" fmla="*/ 43500 h 585247"/>
              <a:gd name="connsiteX108" fmla="*/ 4613514 w 6857857"/>
              <a:gd name="connsiteY108" fmla="*/ 71472 h 585247"/>
              <a:gd name="connsiteX109" fmla="*/ 4660873 w 6857857"/>
              <a:gd name="connsiteY109" fmla="*/ 43500 h 585247"/>
              <a:gd name="connsiteX110" fmla="*/ 4671601 w 6857857"/>
              <a:gd name="connsiteY110" fmla="*/ 32191 h 585247"/>
              <a:gd name="connsiteX111" fmla="*/ 4745064 w 6857857"/>
              <a:gd name="connsiteY111" fmla="*/ 0 h 585247"/>
              <a:gd name="connsiteX112" fmla="*/ 4818567 w 6857857"/>
              <a:gd name="connsiteY112" fmla="*/ 32191 h 585247"/>
              <a:gd name="connsiteX113" fmla="*/ 4829294 w 6857857"/>
              <a:gd name="connsiteY113" fmla="*/ 43500 h 585247"/>
              <a:gd name="connsiteX114" fmla="*/ 4876694 w 6857857"/>
              <a:gd name="connsiteY114" fmla="*/ 71472 h 585247"/>
              <a:gd name="connsiteX115" fmla="*/ 4924053 w 6857857"/>
              <a:gd name="connsiteY115" fmla="*/ 43500 h 585247"/>
              <a:gd name="connsiteX116" fmla="*/ 4934781 w 6857857"/>
              <a:gd name="connsiteY116" fmla="*/ 32191 h 585247"/>
              <a:gd name="connsiteX117" fmla="*/ 5008284 w 6857857"/>
              <a:gd name="connsiteY117" fmla="*/ 0 h 585247"/>
              <a:gd name="connsiteX118" fmla="*/ 5081747 w 6857857"/>
              <a:gd name="connsiteY118" fmla="*/ 32191 h 585247"/>
              <a:gd name="connsiteX119" fmla="*/ 5092474 w 6857857"/>
              <a:gd name="connsiteY119" fmla="*/ 43500 h 585247"/>
              <a:gd name="connsiteX120" fmla="*/ 5139834 w 6857857"/>
              <a:gd name="connsiteY120" fmla="*/ 71472 h 585247"/>
              <a:gd name="connsiteX121" fmla="*/ 5187233 w 6857857"/>
              <a:gd name="connsiteY121" fmla="*/ 43500 h 585247"/>
              <a:gd name="connsiteX122" fmla="*/ 5197961 w 6857857"/>
              <a:gd name="connsiteY122" fmla="*/ 32191 h 585247"/>
              <a:gd name="connsiteX123" fmla="*/ 5271424 w 6857857"/>
              <a:gd name="connsiteY123" fmla="*/ 0 h 585247"/>
              <a:gd name="connsiteX124" fmla="*/ 5344927 w 6857857"/>
              <a:gd name="connsiteY124" fmla="*/ 32191 h 585247"/>
              <a:gd name="connsiteX125" fmla="*/ 5355654 w 6857857"/>
              <a:gd name="connsiteY125" fmla="*/ 43500 h 585247"/>
              <a:gd name="connsiteX126" fmla="*/ 5403014 w 6857857"/>
              <a:gd name="connsiteY126" fmla="*/ 71472 h 585247"/>
              <a:gd name="connsiteX127" fmla="*/ 5450413 w 6857857"/>
              <a:gd name="connsiteY127" fmla="*/ 43500 h 585247"/>
              <a:gd name="connsiteX128" fmla="*/ 5461141 w 6857857"/>
              <a:gd name="connsiteY128" fmla="*/ 32191 h 585247"/>
              <a:gd name="connsiteX129" fmla="*/ 5534604 w 6857857"/>
              <a:gd name="connsiteY129" fmla="*/ 0 h 585247"/>
              <a:gd name="connsiteX130" fmla="*/ 5608106 w 6857857"/>
              <a:gd name="connsiteY130" fmla="*/ 32191 h 585247"/>
              <a:gd name="connsiteX131" fmla="*/ 5618834 w 6857857"/>
              <a:gd name="connsiteY131" fmla="*/ 43500 h 585247"/>
              <a:gd name="connsiteX132" fmla="*/ 5666233 w 6857857"/>
              <a:gd name="connsiteY132" fmla="*/ 71472 h 585247"/>
              <a:gd name="connsiteX133" fmla="*/ 5713593 w 6857857"/>
              <a:gd name="connsiteY133" fmla="*/ 43500 h 585247"/>
              <a:gd name="connsiteX134" fmla="*/ 5724320 w 6857857"/>
              <a:gd name="connsiteY134" fmla="*/ 32191 h 585247"/>
              <a:gd name="connsiteX135" fmla="*/ 5797823 w 6857857"/>
              <a:gd name="connsiteY135" fmla="*/ 0 h 585247"/>
              <a:gd name="connsiteX136" fmla="*/ 5871286 w 6857857"/>
              <a:gd name="connsiteY136" fmla="*/ 32191 h 585247"/>
              <a:gd name="connsiteX137" fmla="*/ 5882013 w 6857857"/>
              <a:gd name="connsiteY137" fmla="*/ 43500 h 585247"/>
              <a:gd name="connsiteX138" fmla="*/ 5929413 w 6857857"/>
              <a:gd name="connsiteY138" fmla="*/ 71472 h 585247"/>
              <a:gd name="connsiteX139" fmla="*/ 5976773 w 6857857"/>
              <a:gd name="connsiteY139" fmla="*/ 43500 h 585247"/>
              <a:gd name="connsiteX140" fmla="*/ 5987500 w 6857857"/>
              <a:gd name="connsiteY140" fmla="*/ 32191 h 585247"/>
              <a:gd name="connsiteX141" fmla="*/ 6061003 w 6857857"/>
              <a:gd name="connsiteY141" fmla="*/ 0 h 585247"/>
              <a:gd name="connsiteX142" fmla="*/ 6134506 w 6857857"/>
              <a:gd name="connsiteY142" fmla="*/ 32191 h 585247"/>
              <a:gd name="connsiteX143" fmla="*/ 6145233 w 6857857"/>
              <a:gd name="connsiteY143" fmla="*/ 43500 h 585247"/>
              <a:gd name="connsiteX144" fmla="*/ 6192593 w 6857857"/>
              <a:gd name="connsiteY144" fmla="*/ 71472 h 585247"/>
              <a:gd name="connsiteX145" fmla="*/ 6239992 w 6857857"/>
              <a:gd name="connsiteY145" fmla="*/ 43500 h 585247"/>
              <a:gd name="connsiteX146" fmla="*/ 6250720 w 6857857"/>
              <a:gd name="connsiteY146" fmla="*/ 32191 h 585247"/>
              <a:gd name="connsiteX147" fmla="*/ 6324222 w 6857857"/>
              <a:gd name="connsiteY147" fmla="*/ 0 h 585247"/>
              <a:gd name="connsiteX148" fmla="*/ 6397686 w 6857857"/>
              <a:gd name="connsiteY148" fmla="*/ 32191 h 585247"/>
              <a:gd name="connsiteX149" fmla="*/ 6408413 w 6857857"/>
              <a:gd name="connsiteY149" fmla="*/ 43500 h 585247"/>
              <a:gd name="connsiteX150" fmla="*/ 6455812 w 6857857"/>
              <a:gd name="connsiteY150" fmla="*/ 71472 h 585247"/>
              <a:gd name="connsiteX151" fmla="*/ 6503212 w 6857857"/>
              <a:gd name="connsiteY151" fmla="*/ 43500 h 585247"/>
              <a:gd name="connsiteX152" fmla="*/ 6513939 w 6857857"/>
              <a:gd name="connsiteY152" fmla="*/ 32191 h 585247"/>
              <a:gd name="connsiteX153" fmla="*/ 6587442 w 6857857"/>
              <a:gd name="connsiteY153" fmla="*/ 0 h 585247"/>
              <a:gd name="connsiteX154" fmla="*/ 6660905 w 6857857"/>
              <a:gd name="connsiteY154" fmla="*/ 32191 h 585247"/>
              <a:gd name="connsiteX155" fmla="*/ 6671632 w 6857857"/>
              <a:gd name="connsiteY155" fmla="*/ 43500 h 585247"/>
              <a:gd name="connsiteX156" fmla="*/ 6719032 w 6857857"/>
              <a:gd name="connsiteY156" fmla="*/ 71472 h 585247"/>
              <a:gd name="connsiteX157" fmla="*/ 6766392 w 6857857"/>
              <a:gd name="connsiteY157" fmla="*/ 43500 h 585247"/>
              <a:gd name="connsiteX158" fmla="*/ 6777119 w 6857857"/>
              <a:gd name="connsiteY158" fmla="*/ 32191 h 585247"/>
              <a:gd name="connsiteX159" fmla="*/ 6850622 w 6857857"/>
              <a:gd name="connsiteY159" fmla="*/ 0 h 585247"/>
              <a:gd name="connsiteX160" fmla="*/ 6857857 w 6857857"/>
              <a:gd name="connsiteY160" fmla="*/ 1637 h 585247"/>
              <a:gd name="connsiteX161" fmla="*/ 6857857 w 6857857"/>
              <a:gd name="connsiteY161" fmla="*/ 585247 h 585247"/>
              <a:gd name="connsiteX162" fmla="*/ 0 w 6857857"/>
              <a:gd name="connsiteY162" fmla="*/ 585247 h 58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857857" h="585247">
                <a:moveTo>
                  <a:pt x="0" y="585247"/>
                </a:moveTo>
                <a:lnTo>
                  <a:pt x="0" y="32191"/>
                </a:lnTo>
                <a:lnTo>
                  <a:pt x="7946" y="32191"/>
                </a:lnTo>
                <a:lnTo>
                  <a:pt x="7946" y="0"/>
                </a:ln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7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1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4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7" y="32191"/>
                </a:cubicBezTo>
                <a:cubicBezTo>
                  <a:pt x="4822381" y="35984"/>
                  <a:pt x="4825917" y="39848"/>
                  <a:pt x="4829294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1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7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6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1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6" y="0"/>
                  <a:pt x="5534604" y="0"/>
                </a:cubicBezTo>
                <a:cubicBezTo>
                  <a:pt x="5570441" y="0"/>
                  <a:pt x="5591817" y="15847"/>
                  <a:pt x="5608106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8" y="61900"/>
                  <a:pt x="5713593" y="43500"/>
                </a:cubicBezTo>
                <a:cubicBezTo>
                  <a:pt x="5716970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3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6" y="39848"/>
                  <a:pt x="5882013" y="43500"/>
                </a:cubicBezTo>
                <a:cubicBezTo>
                  <a:pt x="5898939" y="61900"/>
                  <a:pt x="5908753" y="71472"/>
                  <a:pt x="5929413" y="71472"/>
                </a:cubicBezTo>
                <a:cubicBezTo>
                  <a:pt x="5950073" y="71472"/>
                  <a:pt x="5959887" y="61900"/>
                  <a:pt x="5976773" y="43500"/>
                </a:cubicBezTo>
                <a:cubicBezTo>
                  <a:pt x="5980150" y="39848"/>
                  <a:pt x="5983686" y="35984"/>
                  <a:pt x="5987500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lnTo>
                  <a:pt x="6857857" y="1637"/>
                </a:lnTo>
                <a:lnTo>
                  <a:pt x="6857857" y="585247"/>
                </a:lnTo>
                <a:lnTo>
                  <a:pt x="0" y="58524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07EABC-F58B-4149-A965-84041BFB0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189154" y="5703043"/>
            <a:ext cx="5011877" cy="1172729"/>
            <a:chOff x="7189154" y="5703043"/>
            <a:chExt cx="5011877" cy="1172729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6C1870E-FE1E-4D5E-8403-73DBF2A99AB1}"/>
                </a:ext>
              </a:extLst>
            </p:cNvPr>
            <p:cNvSpPr/>
            <p:nvPr userDrawn="1"/>
          </p:nvSpPr>
          <p:spPr>
            <a:xfrm rot="10800000" flipH="1">
              <a:off x="7189154" y="5703043"/>
              <a:ext cx="5002845" cy="1172729"/>
            </a:xfrm>
            <a:custGeom>
              <a:avLst/>
              <a:gdLst>
                <a:gd name="connsiteX0" fmla="*/ 0 w 5002845"/>
                <a:gd name="connsiteY0" fmla="*/ 20203 h 1172729"/>
                <a:gd name="connsiteX1" fmla="*/ 9377 w 5002845"/>
                <a:gd name="connsiteY1" fmla="*/ 4178 h 1172729"/>
                <a:gd name="connsiteX2" fmla="*/ 14734 w 5002845"/>
                <a:gd name="connsiteY2" fmla="*/ 53 h 1172729"/>
                <a:gd name="connsiteX3" fmla="*/ 0 w 5002845"/>
                <a:gd name="connsiteY3" fmla="*/ 0 h 1172729"/>
                <a:gd name="connsiteX4" fmla="*/ 0 w 5002845"/>
                <a:gd name="connsiteY4" fmla="*/ 14286 h 1172729"/>
                <a:gd name="connsiteX5" fmla="*/ 0 w 5002845"/>
                <a:gd name="connsiteY5" fmla="*/ 20203 h 1172729"/>
                <a:gd name="connsiteX6" fmla="*/ 4446507 w 5002845"/>
                <a:gd name="connsiteY6" fmla="*/ 1172693 h 1172729"/>
                <a:gd name="connsiteX7" fmla="*/ 4616280 w 5002845"/>
                <a:gd name="connsiteY7" fmla="*/ 1167226 h 1172729"/>
                <a:gd name="connsiteX8" fmla="*/ 4817782 w 5002845"/>
                <a:gd name="connsiteY8" fmla="*/ 1142862 h 1172729"/>
                <a:gd name="connsiteX9" fmla="*/ 5002845 w 5002845"/>
                <a:gd name="connsiteY9" fmla="*/ 1100624 h 1172729"/>
                <a:gd name="connsiteX10" fmla="*/ 5002845 w 5002845"/>
                <a:gd name="connsiteY10" fmla="*/ 17770 h 1172729"/>
                <a:gd name="connsiteX11" fmla="*/ 1721151 w 5002845"/>
                <a:gd name="connsiteY11" fmla="*/ 6114 h 1172729"/>
                <a:gd name="connsiteX12" fmla="*/ 1724440 w 5002845"/>
                <a:gd name="connsiteY12" fmla="*/ 7563 h 1172729"/>
                <a:gd name="connsiteX13" fmla="*/ 1883292 w 5002845"/>
                <a:gd name="connsiteY13" fmla="*/ 88875 h 1172729"/>
                <a:gd name="connsiteX14" fmla="*/ 2303053 w 5002845"/>
                <a:gd name="connsiteY14" fmla="*/ 358812 h 1172729"/>
                <a:gd name="connsiteX15" fmla="*/ 2856285 w 5002845"/>
                <a:gd name="connsiteY15" fmla="*/ 707733 h 1172729"/>
                <a:gd name="connsiteX16" fmla="*/ 3293483 w 5002845"/>
                <a:gd name="connsiteY16" fmla="*/ 915446 h 1172729"/>
                <a:gd name="connsiteX17" fmla="*/ 4446507 w 5002845"/>
                <a:gd name="connsiteY17" fmla="*/ 1172693 h 117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02845" h="1172729">
                  <a:moveTo>
                    <a:pt x="0" y="20203"/>
                  </a:moveTo>
                  <a:cubicBezTo>
                    <a:pt x="0" y="15560"/>
                    <a:pt x="3386" y="10138"/>
                    <a:pt x="9377" y="4178"/>
                  </a:cubicBezTo>
                  <a:lnTo>
                    <a:pt x="14734" y="53"/>
                  </a:lnTo>
                  <a:lnTo>
                    <a:pt x="0" y="0"/>
                  </a:lnTo>
                  <a:lnTo>
                    <a:pt x="0" y="14286"/>
                  </a:lnTo>
                  <a:cubicBezTo>
                    <a:pt x="0" y="18141"/>
                    <a:pt x="0" y="20199"/>
                    <a:pt x="0" y="20203"/>
                  </a:cubicBezTo>
                  <a:close/>
                  <a:moveTo>
                    <a:pt x="4446507" y="1172693"/>
                  </a:moveTo>
                  <a:cubicBezTo>
                    <a:pt x="4503053" y="1173010"/>
                    <a:pt x="4559667" y="1171242"/>
                    <a:pt x="4616280" y="1167226"/>
                  </a:cubicBezTo>
                  <a:cubicBezTo>
                    <a:pt x="4683684" y="1162449"/>
                    <a:pt x="4751019" y="1154393"/>
                    <a:pt x="4817782" y="1142862"/>
                  </a:cubicBezTo>
                  <a:lnTo>
                    <a:pt x="5002845" y="1100624"/>
                  </a:lnTo>
                  <a:lnTo>
                    <a:pt x="5002845" y="17770"/>
                  </a:lnTo>
                  <a:lnTo>
                    <a:pt x="1721151" y="6114"/>
                  </a:lnTo>
                  <a:lnTo>
                    <a:pt x="1724440" y="7563"/>
                  </a:lnTo>
                  <a:cubicBezTo>
                    <a:pt x="1778427" y="33333"/>
                    <a:pt x="1831436" y="60556"/>
                    <a:pt x="1883292" y="88875"/>
                  </a:cubicBezTo>
                  <a:cubicBezTo>
                    <a:pt x="2029319" y="168602"/>
                    <a:pt x="2169847" y="258730"/>
                    <a:pt x="2303053" y="358812"/>
                  </a:cubicBezTo>
                  <a:cubicBezTo>
                    <a:pt x="2481867" y="493127"/>
                    <a:pt x="2659092" y="602213"/>
                    <a:pt x="2856285" y="707733"/>
                  </a:cubicBezTo>
                  <a:cubicBezTo>
                    <a:pt x="2998635" y="783895"/>
                    <a:pt x="3144339" y="853875"/>
                    <a:pt x="3293483" y="915446"/>
                  </a:cubicBezTo>
                  <a:cubicBezTo>
                    <a:pt x="3658226" y="1066123"/>
                    <a:pt x="4050684" y="1170479"/>
                    <a:pt x="4446507" y="117269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6499ABF-5234-4D55-8E2D-1A7E1B846E59}"/>
                </a:ext>
              </a:extLst>
            </p:cNvPr>
            <p:cNvSpPr/>
            <p:nvPr userDrawn="1"/>
          </p:nvSpPr>
          <p:spPr>
            <a:xfrm rot="5400000">
              <a:off x="10434804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11696" cy="530352"/>
          </a:xfrm>
        </p:spPr>
        <p:txBody>
          <a:bodyPr anchor="b"/>
          <a:lstStyle>
            <a:lvl1pPr>
              <a:lnSpc>
                <a:spcPct val="89000"/>
              </a:lnSpc>
              <a:defRPr sz="34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20529D69-1F8C-412D-B25D-ED4E6D8B19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61872"/>
            <a:ext cx="6711696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82" name="Content Placeholder 5">
            <a:extLst>
              <a:ext uri="{FF2B5EF4-FFF2-40B4-BE49-F238E27FC236}">
                <a16:creationId xmlns:a16="http://schemas.microsoft.com/office/drawing/2014/main" id="{7F6D5902-0148-4626-8E7B-1250AD5DAA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1" name="Content Placeholder 2">
            <a:extLst>
              <a:ext uri="{FF2B5EF4-FFF2-40B4-BE49-F238E27FC236}">
                <a16:creationId xmlns:a16="http://schemas.microsoft.com/office/drawing/2014/main" id="{C767FD6E-ECBC-4D4B-AFB3-47E9DE99F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231136"/>
            <a:ext cx="30449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2707AD-1A2B-4F2A-A77B-46379CCA7B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3920" y="2148840"/>
            <a:ext cx="2743200" cy="4023360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4224"/>
            <a:ext cx="6711696" cy="109728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9A61E-3DDD-42DC-A125-5FEA2DED2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96305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ane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04B9F80-B9DD-44FF-B3E5-9A3F7C50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flipH="1">
            <a:off x="8553248" y="0"/>
            <a:ext cx="36387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50DE581-BB61-40E3-A8A7-CF426CCDE9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 rot="16200000" flipH="1">
            <a:off x="4831696" y="3136449"/>
            <a:ext cx="6857857" cy="585247"/>
          </a:xfrm>
          <a:custGeom>
            <a:avLst/>
            <a:gdLst>
              <a:gd name="connsiteX0" fmla="*/ 0 w 6857857"/>
              <a:gd name="connsiteY0" fmla="*/ 585247 h 585247"/>
              <a:gd name="connsiteX1" fmla="*/ 0 w 6857857"/>
              <a:gd name="connsiteY1" fmla="*/ 32191 h 585247"/>
              <a:gd name="connsiteX2" fmla="*/ 7946 w 6857857"/>
              <a:gd name="connsiteY2" fmla="*/ 32191 h 585247"/>
              <a:gd name="connsiteX3" fmla="*/ 7946 w 6857857"/>
              <a:gd name="connsiteY3" fmla="*/ 0 h 585247"/>
              <a:gd name="connsiteX4" fmla="*/ 81449 w 6857857"/>
              <a:gd name="connsiteY4" fmla="*/ 32191 h 585247"/>
              <a:gd name="connsiteX5" fmla="*/ 92177 w 6857857"/>
              <a:gd name="connsiteY5" fmla="*/ 43500 h 585247"/>
              <a:gd name="connsiteX6" fmla="*/ 139536 w 6857857"/>
              <a:gd name="connsiteY6" fmla="*/ 71472 h 585247"/>
              <a:gd name="connsiteX7" fmla="*/ 186896 w 6857857"/>
              <a:gd name="connsiteY7" fmla="*/ 43500 h 585247"/>
              <a:gd name="connsiteX8" fmla="*/ 197623 w 6857857"/>
              <a:gd name="connsiteY8" fmla="*/ 32191 h 585247"/>
              <a:gd name="connsiteX9" fmla="*/ 271126 w 6857857"/>
              <a:gd name="connsiteY9" fmla="*/ 0 h 585247"/>
              <a:gd name="connsiteX10" fmla="*/ 344589 w 6857857"/>
              <a:gd name="connsiteY10" fmla="*/ 32191 h 585247"/>
              <a:gd name="connsiteX11" fmla="*/ 355317 w 6857857"/>
              <a:gd name="connsiteY11" fmla="*/ 43500 h 585247"/>
              <a:gd name="connsiteX12" fmla="*/ 402676 w 6857857"/>
              <a:gd name="connsiteY12" fmla="*/ 71472 h 585247"/>
              <a:gd name="connsiteX13" fmla="*/ 450076 w 6857857"/>
              <a:gd name="connsiteY13" fmla="*/ 43500 h 585247"/>
              <a:gd name="connsiteX14" fmla="*/ 460803 w 6857857"/>
              <a:gd name="connsiteY14" fmla="*/ 32191 h 585247"/>
              <a:gd name="connsiteX15" fmla="*/ 534266 w 6857857"/>
              <a:gd name="connsiteY15" fmla="*/ 0 h 585247"/>
              <a:gd name="connsiteX16" fmla="*/ 607769 w 6857857"/>
              <a:gd name="connsiteY16" fmla="*/ 32191 h 585247"/>
              <a:gd name="connsiteX17" fmla="*/ 618496 w 6857857"/>
              <a:gd name="connsiteY17" fmla="*/ 43500 h 585247"/>
              <a:gd name="connsiteX18" fmla="*/ 665856 w 6857857"/>
              <a:gd name="connsiteY18" fmla="*/ 71472 h 585247"/>
              <a:gd name="connsiteX19" fmla="*/ 713216 w 6857857"/>
              <a:gd name="connsiteY19" fmla="*/ 43500 h 585247"/>
              <a:gd name="connsiteX20" fmla="*/ 723943 w 6857857"/>
              <a:gd name="connsiteY20" fmla="*/ 32191 h 585247"/>
              <a:gd name="connsiteX21" fmla="*/ 797446 w 6857857"/>
              <a:gd name="connsiteY21" fmla="*/ 0 h 585247"/>
              <a:gd name="connsiteX22" fmla="*/ 870909 w 6857857"/>
              <a:gd name="connsiteY22" fmla="*/ 32191 h 585247"/>
              <a:gd name="connsiteX23" fmla="*/ 881637 w 6857857"/>
              <a:gd name="connsiteY23" fmla="*/ 43500 h 585247"/>
              <a:gd name="connsiteX24" fmla="*/ 929036 w 6857857"/>
              <a:gd name="connsiteY24" fmla="*/ 71472 h 585247"/>
              <a:gd name="connsiteX25" fmla="*/ 976396 w 6857857"/>
              <a:gd name="connsiteY25" fmla="*/ 43500 h 585247"/>
              <a:gd name="connsiteX26" fmla="*/ 987123 w 6857857"/>
              <a:gd name="connsiteY26" fmla="*/ 32191 h 585247"/>
              <a:gd name="connsiteX27" fmla="*/ 1060586 w 6857857"/>
              <a:gd name="connsiteY27" fmla="*/ 0 h 585247"/>
              <a:gd name="connsiteX28" fmla="*/ 1134089 w 6857857"/>
              <a:gd name="connsiteY28" fmla="*/ 32191 h 585247"/>
              <a:gd name="connsiteX29" fmla="*/ 1144816 w 6857857"/>
              <a:gd name="connsiteY29" fmla="*/ 43500 h 585247"/>
              <a:gd name="connsiteX30" fmla="*/ 1192176 w 6857857"/>
              <a:gd name="connsiteY30" fmla="*/ 71472 h 585247"/>
              <a:gd name="connsiteX31" fmla="*/ 1239575 w 6857857"/>
              <a:gd name="connsiteY31" fmla="*/ 43500 h 585247"/>
              <a:gd name="connsiteX32" fmla="*/ 1250303 w 6857857"/>
              <a:gd name="connsiteY32" fmla="*/ 32191 h 585247"/>
              <a:gd name="connsiteX33" fmla="*/ 1323766 w 6857857"/>
              <a:gd name="connsiteY33" fmla="*/ 0 h 585247"/>
              <a:gd name="connsiteX34" fmla="*/ 1397269 w 6857857"/>
              <a:gd name="connsiteY34" fmla="*/ 32191 h 585247"/>
              <a:gd name="connsiteX35" fmla="*/ 1407996 w 6857857"/>
              <a:gd name="connsiteY35" fmla="*/ 43500 h 585247"/>
              <a:gd name="connsiteX36" fmla="*/ 1455356 w 6857857"/>
              <a:gd name="connsiteY36" fmla="*/ 71472 h 585247"/>
              <a:gd name="connsiteX37" fmla="*/ 1502716 w 6857857"/>
              <a:gd name="connsiteY37" fmla="*/ 43500 h 585247"/>
              <a:gd name="connsiteX38" fmla="*/ 1513443 w 6857857"/>
              <a:gd name="connsiteY38" fmla="*/ 32191 h 585247"/>
              <a:gd name="connsiteX39" fmla="*/ 1586946 w 6857857"/>
              <a:gd name="connsiteY39" fmla="*/ 0 h 585247"/>
              <a:gd name="connsiteX40" fmla="*/ 1660449 w 6857857"/>
              <a:gd name="connsiteY40" fmla="*/ 32191 h 585247"/>
              <a:gd name="connsiteX41" fmla="*/ 1671176 w 6857857"/>
              <a:gd name="connsiteY41" fmla="*/ 43500 h 585247"/>
              <a:gd name="connsiteX42" fmla="*/ 1718536 w 6857857"/>
              <a:gd name="connsiteY42" fmla="*/ 71472 h 585247"/>
              <a:gd name="connsiteX43" fmla="*/ 1765895 w 6857857"/>
              <a:gd name="connsiteY43" fmla="*/ 43500 h 585247"/>
              <a:gd name="connsiteX44" fmla="*/ 1776623 w 6857857"/>
              <a:gd name="connsiteY44" fmla="*/ 32191 h 585247"/>
              <a:gd name="connsiteX45" fmla="*/ 1850126 w 6857857"/>
              <a:gd name="connsiteY45" fmla="*/ 0 h 585247"/>
              <a:gd name="connsiteX46" fmla="*/ 1923589 w 6857857"/>
              <a:gd name="connsiteY46" fmla="*/ 32191 h 585247"/>
              <a:gd name="connsiteX47" fmla="*/ 1934316 w 6857857"/>
              <a:gd name="connsiteY47" fmla="*/ 43500 h 585247"/>
              <a:gd name="connsiteX48" fmla="*/ 1981716 w 6857857"/>
              <a:gd name="connsiteY48" fmla="*/ 71472 h 585247"/>
              <a:gd name="connsiteX49" fmla="*/ 2029075 w 6857857"/>
              <a:gd name="connsiteY49" fmla="*/ 43500 h 585247"/>
              <a:gd name="connsiteX50" fmla="*/ 2039803 w 6857857"/>
              <a:gd name="connsiteY50" fmla="*/ 32191 h 585247"/>
              <a:gd name="connsiteX51" fmla="*/ 2113306 w 6857857"/>
              <a:gd name="connsiteY51" fmla="*/ 0 h 585247"/>
              <a:gd name="connsiteX52" fmla="*/ 2186769 w 6857857"/>
              <a:gd name="connsiteY52" fmla="*/ 32191 h 585247"/>
              <a:gd name="connsiteX53" fmla="*/ 2197496 w 6857857"/>
              <a:gd name="connsiteY53" fmla="*/ 43500 h 585247"/>
              <a:gd name="connsiteX54" fmla="*/ 2244895 w 6857857"/>
              <a:gd name="connsiteY54" fmla="*/ 71472 h 585247"/>
              <a:gd name="connsiteX55" fmla="*/ 2292255 w 6857857"/>
              <a:gd name="connsiteY55" fmla="*/ 43500 h 585247"/>
              <a:gd name="connsiteX56" fmla="*/ 2302983 w 6857857"/>
              <a:gd name="connsiteY56" fmla="*/ 32191 h 585247"/>
              <a:gd name="connsiteX57" fmla="*/ 2376485 w 6857857"/>
              <a:gd name="connsiteY57" fmla="*/ 0 h 585247"/>
              <a:gd name="connsiteX58" fmla="*/ 2449948 w 6857857"/>
              <a:gd name="connsiteY58" fmla="*/ 32191 h 585247"/>
              <a:gd name="connsiteX59" fmla="*/ 2460676 w 6857857"/>
              <a:gd name="connsiteY59" fmla="*/ 43500 h 585247"/>
              <a:gd name="connsiteX60" fmla="*/ 2508035 w 6857857"/>
              <a:gd name="connsiteY60" fmla="*/ 71472 h 585247"/>
              <a:gd name="connsiteX61" fmla="*/ 2555435 w 6857857"/>
              <a:gd name="connsiteY61" fmla="*/ 43500 h 585247"/>
              <a:gd name="connsiteX62" fmla="*/ 2566162 w 6857857"/>
              <a:gd name="connsiteY62" fmla="*/ 32191 h 585247"/>
              <a:gd name="connsiteX63" fmla="*/ 2639665 w 6857857"/>
              <a:gd name="connsiteY63" fmla="*/ 0 h 585247"/>
              <a:gd name="connsiteX64" fmla="*/ 2713128 w 6857857"/>
              <a:gd name="connsiteY64" fmla="*/ 32191 h 585247"/>
              <a:gd name="connsiteX65" fmla="*/ 2723856 w 6857857"/>
              <a:gd name="connsiteY65" fmla="*/ 43500 h 585247"/>
              <a:gd name="connsiteX66" fmla="*/ 2771215 w 6857857"/>
              <a:gd name="connsiteY66" fmla="*/ 71472 h 585247"/>
              <a:gd name="connsiteX67" fmla="*/ 2818615 w 6857857"/>
              <a:gd name="connsiteY67" fmla="*/ 43500 h 585247"/>
              <a:gd name="connsiteX68" fmla="*/ 2829342 w 6857857"/>
              <a:gd name="connsiteY68" fmla="*/ 32191 h 585247"/>
              <a:gd name="connsiteX69" fmla="*/ 2902805 w 6857857"/>
              <a:gd name="connsiteY69" fmla="*/ 0 h 585247"/>
              <a:gd name="connsiteX70" fmla="*/ 2976308 w 6857857"/>
              <a:gd name="connsiteY70" fmla="*/ 32191 h 585247"/>
              <a:gd name="connsiteX71" fmla="*/ 2987035 w 6857857"/>
              <a:gd name="connsiteY71" fmla="*/ 43500 h 585247"/>
              <a:gd name="connsiteX72" fmla="*/ 3034435 w 6857857"/>
              <a:gd name="connsiteY72" fmla="*/ 71472 h 585247"/>
              <a:gd name="connsiteX73" fmla="*/ 3081794 w 6857857"/>
              <a:gd name="connsiteY73" fmla="*/ 43500 h 585247"/>
              <a:gd name="connsiteX74" fmla="*/ 3092522 w 6857857"/>
              <a:gd name="connsiteY74" fmla="*/ 32191 h 585247"/>
              <a:gd name="connsiteX75" fmla="*/ 3166025 w 6857857"/>
              <a:gd name="connsiteY75" fmla="*/ 0 h 585247"/>
              <a:gd name="connsiteX76" fmla="*/ 3239488 w 6857857"/>
              <a:gd name="connsiteY76" fmla="*/ 32191 h 585247"/>
              <a:gd name="connsiteX77" fmla="*/ 3250215 w 6857857"/>
              <a:gd name="connsiteY77" fmla="*/ 43500 h 585247"/>
              <a:gd name="connsiteX78" fmla="*/ 3297615 w 6857857"/>
              <a:gd name="connsiteY78" fmla="*/ 71472 h 585247"/>
              <a:gd name="connsiteX79" fmla="*/ 3344974 w 6857857"/>
              <a:gd name="connsiteY79" fmla="*/ 43500 h 585247"/>
              <a:gd name="connsiteX80" fmla="*/ 3355702 w 6857857"/>
              <a:gd name="connsiteY80" fmla="*/ 32191 h 585247"/>
              <a:gd name="connsiteX81" fmla="*/ 3429165 w 6857857"/>
              <a:gd name="connsiteY81" fmla="*/ 0 h 585247"/>
              <a:gd name="connsiteX82" fmla="*/ 3502668 w 6857857"/>
              <a:gd name="connsiteY82" fmla="*/ 32191 h 585247"/>
              <a:gd name="connsiteX83" fmla="*/ 3513395 w 6857857"/>
              <a:gd name="connsiteY83" fmla="*/ 43500 h 585247"/>
              <a:gd name="connsiteX84" fmla="*/ 3560794 w 6857857"/>
              <a:gd name="connsiteY84" fmla="*/ 71472 h 585247"/>
              <a:gd name="connsiteX85" fmla="*/ 3608154 w 6857857"/>
              <a:gd name="connsiteY85" fmla="*/ 43500 h 585247"/>
              <a:gd name="connsiteX86" fmla="*/ 3618882 w 6857857"/>
              <a:gd name="connsiteY86" fmla="*/ 32191 h 585247"/>
              <a:gd name="connsiteX87" fmla="*/ 3692385 w 6857857"/>
              <a:gd name="connsiteY87" fmla="*/ 0 h 585247"/>
              <a:gd name="connsiteX88" fmla="*/ 3765848 w 6857857"/>
              <a:gd name="connsiteY88" fmla="*/ 32191 h 585247"/>
              <a:gd name="connsiteX89" fmla="*/ 3776575 w 6857857"/>
              <a:gd name="connsiteY89" fmla="*/ 43500 h 585247"/>
              <a:gd name="connsiteX90" fmla="*/ 3823974 w 6857857"/>
              <a:gd name="connsiteY90" fmla="*/ 71472 h 585247"/>
              <a:gd name="connsiteX91" fmla="*/ 3871334 w 6857857"/>
              <a:gd name="connsiteY91" fmla="*/ 43500 h 585247"/>
              <a:gd name="connsiteX92" fmla="*/ 3882061 w 6857857"/>
              <a:gd name="connsiteY92" fmla="*/ 32191 h 585247"/>
              <a:gd name="connsiteX93" fmla="*/ 3955564 w 6857857"/>
              <a:gd name="connsiteY93" fmla="*/ 0 h 585247"/>
              <a:gd name="connsiteX94" fmla="*/ 4029067 w 6857857"/>
              <a:gd name="connsiteY94" fmla="*/ 32191 h 585247"/>
              <a:gd name="connsiteX95" fmla="*/ 4039795 w 6857857"/>
              <a:gd name="connsiteY95" fmla="*/ 43500 h 585247"/>
              <a:gd name="connsiteX96" fmla="*/ 4087154 w 6857857"/>
              <a:gd name="connsiteY96" fmla="*/ 71472 h 585247"/>
              <a:gd name="connsiteX97" fmla="*/ 4134554 w 6857857"/>
              <a:gd name="connsiteY97" fmla="*/ 43500 h 585247"/>
              <a:gd name="connsiteX98" fmla="*/ 4145281 w 6857857"/>
              <a:gd name="connsiteY98" fmla="*/ 32191 h 585247"/>
              <a:gd name="connsiteX99" fmla="*/ 4218744 w 6857857"/>
              <a:gd name="connsiteY99" fmla="*/ 0 h 585247"/>
              <a:gd name="connsiteX100" fmla="*/ 4292247 w 6857857"/>
              <a:gd name="connsiteY100" fmla="*/ 32191 h 585247"/>
              <a:gd name="connsiteX101" fmla="*/ 4302975 w 6857857"/>
              <a:gd name="connsiteY101" fmla="*/ 43500 h 585247"/>
              <a:gd name="connsiteX102" fmla="*/ 4350334 w 6857857"/>
              <a:gd name="connsiteY102" fmla="*/ 71472 h 585247"/>
              <a:gd name="connsiteX103" fmla="*/ 4397733 w 6857857"/>
              <a:gd name="connsiteY103" fmla="*/ 43500 h 585247"/>
              <a:gd name="connsiteX104" fmla="*/ 4408461 w 6857857"/>
              <a:gd name="connsiteY104" fmla="*/ 32191 h 585247"/>
              <a:gd name="connsiteX105" fmla="*/ 4481924 w 6857857"/>
              <a:gd name="connsiteY105" fmla="*/ 0 h 585247"/>
              <a:gd name="connsiteX106" fmla="*/ 4555387 w 6857857"/>
              <a:gd name="connsiteY106" fmla="*/ 32191 h 585247"/>
              <a:gd name="connsiteX107" fmla="*/ 4566115 w 6857857"/>
              <a:gd name="connsiteY107" fmla="*/ 43500 h 585247"/>
              <a:gd name="connsiteX108" fmla="*/ 4613514 w 6857857"/>
              <a:gd name="connsiteY108" fmla="*/ 71472 h 585247"/>
              <a:gd name="connsiteX109" fmla="*/ 4660873 w 6857857"/>
              <a:gd name="connsiteY109" fmla="*/ 43500 h 585247"/>
              <a:gd name="connsiteX110" fmla="*/ 4671601 w 6857857"/>
              <a:gd name="connsiteY110" fmla="*/ 32191 h 585247"/>
              <a:gd name="connsiteX111" fmla="*/ 4745064 w 6857857"/>
              <a:gd name="connsiteY111" fmla="*/ 0 h 585247"/>
              <a:gd name="connsiteX112" fmla="*/ 4818567 w 6857857"/>
              <a:gd name="connsiteY112" fmla="*/ 32191 h 585247"/>
              <a:gd name="connsiteX113" fmla="*/ 4829294 w 6857857"/>
              <a:gd name="connsiteY113" fmla="*/ 43500 h 585247"/>
              <a:gd name="connsiteX114" fmla="*/ 4876694 w 6857857"/>
              <a:gd name="connsiteY114" fmla="*/ 71472 h 585247"/>
              <a:gd name="connsiteX115" fmla="*/ 4924053 w 6857857"/>
              <a:gd name="connsiteY115" fmla="*/ 43500 h 585247"/>
              <a:gd name="connsiteX116" fmla="*/ 4934781 w 6857857"/>
              <a:gd name="connsiteY116" fmla="*/ 32191 h 585247"/>
              <a:gd name="connsiteX117" fmla="*/ 5008284 w 6857857"/>
              <a:gd name="connsiteY117" fmla="*/ 0 h 585247"/>
              <a:gd name="connsiteX118" fmla="*/ 5081747 w 6857857"/>
              <a:gd name="connsiteY118" fmla="*/ 32191 h 585247"/>
              <a:gd name="connsiteX119" fmla="*/ 5092474 w 6857857"/>
              <a:gd name="connsiteY119" fmla="*/ 43500 h 585247"/>
              <a:gd name="connsiteX120" fmla="*/ 5139834 w 6857857"/>
              <a:gd name="connsiteY120" fmla="*/ 71472 h 585247"/>
              <a:gd name="connsiteX121" fmla="*/ 5187233 w 6857857"/>
              <a:gd name="connsiteY121" fmla="*/ 43500 h 585247"/>
              <a:gd name="connsiteX122" fmla="*/ 5197961 w 6857857"/>
              <a:gd name="connsiteY122" fmla="*/ 32191 h 585247"/>
              <a:gd name="connsiteX123" fmla="*/ 5271424 w 6857857"/>
              <a:gd name="connsiteY123" fmla="*/ 0 h 585247"/>
              <a:gd name="connsiteX124" fmla="*/ 5344927 w 6857857"/>
              <a:gd name="connsiteY124" fmla="*/ 32191 h 585247"/>
              <a:gd name="connsiteX125" fmla="*/ 5355654 w 6857857"/>
              <a:gd name="connsiteY125" fmla="*/ 43500 h 585247"/>
              <a:gd name="connsiteX126" fmla="*/ 5403014 w 6857857"/>
              <a:gd name="connsiteY126" fmla="*/ 71472 h 585247"/>
              <a:gd name="connsiteX127" fmla="*/ 5450413 w 6857857"/>
              <a:gd name="connsiteY127" fmla="*/ 43500 h 585247"/>
              <a:gd name="connsiteX128" fmla="*/ 5461141 w 6857857"/>
              <a:gd name="connsiteY128" fmla="*/ 32191 h 585247"/>
              <a:gd name="connsiteX129" fmla="*/ 5534604 w 6857857"/>
              <a:gd name="connsiteY129" fmla="*/ 0 h 585247"/>
              <a:gd name="connsiteX130" fmla="*/ 5608106 w 6857857"/>
              <a:gd name="connsiteY130" fmla="*/ 32191 h 585247"/>
              <a:gd name="connsiteX131" fmla="*/ 5618834 w 6857857"/>
              <a:gd name="connsiteY131" fmla="*/ 43500 h 585247"/>
              <a:gd name="connsiteX132" fmla="*/ 5666233 w 6857857"/>
              <a:gd name="connsiteY132" fmla="*/ 71472 h 585247"/>
              <a:gd name="connsiteX133" fmla="*/ 5713593 w 6857857"/>
              <a:gd name="connsiteY133" fmla="*/ 43500 h 585247"/>
              <a:gd name="connsiteX134" fmla="*/ 5724320 w 6857857"/>
              <a:gd name="connsiteY134" fmla="*/ 32191 h 585247"/>
              <a:gd name="connsiteX135" fmla="*/ 5797823 w 6857857"/>
              <a:gd name="connsiteY135" fmla="*/ 0 h 585247"/>
              <a:gd name="connsiteX136" fmla="*/ 5871286 w 6857857"/>
              <a:gd name="connsiteY136" fmla="*/ 32191 h 585247"/>
              <a:gd name="connsiteX137" fmla="*/ 5882013 w 6857857"/>
              <a:gd name="connsiteY137" fmla="*/ 43500 h 585247"/>
              <a:gd name="connsiteX138" fmla="*/ 5929413 w 6857857"/>
              <a:gd name="connsiteY138" fmla="*/ 71472 h 585247"/>
              <a:gd name="connsiteX139" fmla="*/ 5976773 w 6857857"/>
              <a:gd name="connsiteY139" fmla="*/ 43500 h 585247"/>
              <a:gd name="connsiteX140" fmla="*/ 5987500 w 6857857"/>
              <a:gd name="connsiteY140" fmla="*/ 32191 h 585247"/>
              <a:gd name="connsiteX141" fmla="*/ 6061003 w 6857857"/>
              <a:gd name="connsiteY141" fmla="*/ 0 h 585247"/>
              <a:gd name="connsiteX142" fmla="*/ 6134506 w 6857857"/>
              <a:gd name="connsiteY142" fmla="*/ 32191 h 585247"/>
              <a:gd name="connsiteX143" fmla="*/ 6145233 w 6857857"/>
              <a:gd name="connsiteY143" fmla="*/ 43500 h 585247"/>
              <a:gd name="connsiteX144" fmla="*/ 6192593 w 6857857"/>
              <a:gd name="connsiteY144" fmla="*/ 71472 h 585247"/>
              <a:gd name="connsiteX145" fmla="*/ 6239992 w 6857857"/>
              <a:gd name="connsiteY145" fmla="*/ 43500 h 585247"/>
              <a:gd name="connsiteX146" fmla="*/ 6250720 w 6857857"/>
              <a:gd name="connsiteY146" fmla="*/ 32191 h 585247"/>
              <a:gd name="connsiteX147" fmla="*/ 6324222 w 6857857"/>
              <a:gd name="connsiteY147" fmla="*/ 0 h 585247"/>
              <a:gd name="connsiteX148" fmla="*/ 6397686 w 6857857"/>
              <a:gd name="connsiteY148" fmla="*/ 32191 h 585247"/>
              <a:gd name="connsiteX149" fmla="*/ 6408413 w 6857857"/>
              <a:gd name="connsiteY149" fmla="*/ 43500 h 585247"/>
              <a:gd name="connsiteX150" fmla="*/ 6455812 w 6857857"/>
              <a:gd name="connsiteY150" fmla="*/ 71472 h 585247"/>
              <a:gd name="connsiteX151" fmla="*/ 6503212 w 6857857"/>
              <a:gd name="connsiteY151" fmla="*/ 43500 h 585247"/>
              <a:gd name="connsiteX152" fmla="*/ 6513939 w 6857857"/>
              <a:gd name="connsiteY152" fmla="*/ 32191 h 585247"/>
              <a:gd name="connsiteX153" fmla="*/ 6587442 w 6857857"/>
              <a:gd name="connsiteY153" fmla="*/ 0 h 585247"/>
              <a:gd name="connsiteX154" fmla="*/ 6660905 w 6857857"/>
              <a:gd name="connsiteY154" fmla="*/ 32191 h 585247"/>
              <a:gd name="connsiteX155" fmla="*/ 6671632 w 6857857"/>
              <a:gd name="connsiteY155" fmla="*/ 43500 h 585247"/>
              <a:gd name="connsiteX156" fmla="*/ 6719032 w 6857857"/>
              <a:gd name="connsiteY156" fmla="*/ 71472 h 585247"/>
              <a:gd name="connsiteX157" fmla="*/ 6766392 w 6857857"/>
              <a:gd name="connsiteY157" fmla="*/ 43500 h 585247"/>
              <a:gd name="connsiteX158" fmla="*/ 6777119 w 6857857"/>
              <a:gd name="connsiteY158" fmla="*/ 32191 h 585247"/>
              <a:gd name="connsiteX159" fmla="*/ 6850622 w 6857857"/>
              <a:gd name="connsiteY159" fmla="*/ 0 h 585247"/>
              <a:gd name="connsiteX160" fmla="*/ 6857857 w 6857857"/>
              <a:gd name="connsiteY160" fmla="*/ 1637 h 585247"/>
              <a:gd name="connsiteX161" fmla="*/ 6857857 w 6857857"/>
              <a:gd name="connsiteY161" fmla="*/ 585247 h 585247"/>
              <a:gd name="connsiteX162" fmla="*/ 0 w 6857857"/>
              <a:gd name="connsiteY162" fmla="*/ 585247 h 58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6857857" h="585247">
                <a:moveTo>
                  <a:pt x="0" y="585247"/>
                </a:moveTo>
                <a:lnTo>
                  <a:pt x="0" y="32191"/>
                </a:lnTo>
                <a:lnTo>
                  <a:pt x="7946" y="32191"/>
                </a:lnTo>
                <a:lnTo>
                  <a:pt x="7946" y="0"/>
                </a:ln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7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1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4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7" y="32191"/>
                </a:cubicBezTo>
                <a:cubicBezTo>
                  <a:pt x="4822381" y="35984"/>
                  <a:pt x="4825917" y="39848"/>
                  <a:pt x="4829294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1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7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6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1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6" y="0"/>
                  <a:pt x="5534604" y="0"/>
                </a:cubicBezTo>
                <a:cubicBezTo>
                  <a:pt x="5570441" y="0"/>
                  <a:pt x="5591817" y="15847"/>
                  <a:pt x="5608106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8" y="61900"/>
                  <a:pt x="5713593" y="43500"/>
                </a:cubicBezTo>
                <a:cubicBezTo>
                  <a:pt x="5716970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3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6" y="39848"/>
                  <a:pt x="5882013" y="43500"/>
                </a:cubicBezTo>
                <a:cubicBezTo>
                  <a:pt x="5898939" y="61900"/>
                  <a:pt x="5908753" y="71472"/>
                  <a:pt x="5929413" y="71472"/>
                </a:cubicBezTo>
                <a:cubicBezTo>
                  <a:pt x="5950073" y="71472"/>
                  <a:pt x="5959887" y="61900"/>
                  <a:pt x="5976773" y="43500"/>
                </a:cubicBezTo>
                <a:cubicBezTo>
                  <a:pt x="5980150" y="39848"/>
                  <a:pt x="5983686" y="35984"/>
                  <a:pt x="5987500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lnTo>
                  <a:pt x="6857857" y="1637"/>
                </a:lnTo>
                <a:lnTo>
                  <a:pt x="6857857" y="585247"/>
                </a:lnTo>
                <a:lnTo>
                  <a:pt x="0" y="585247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FE6B7-8805-4582-84B0-25D75248F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6711696" cy="530352"/>
          </a:xfrm>
        </p:spPr>
        <p:txBody>
          <a:bodyPr anchor="b"/>
          <a:lstStyle>
            <a:lvl1pPr>
              <a:lnSpc>
                <a:spcPct val="89000"/>
              </a:lnSpc>
              <a:defRPr sz="340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20529D69-1F8C-412D-B25D-ED4E6D8B19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4400" y="1261872"/>
            <a:ext cx="6711696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82" name="Content Placeholder 5">
            <a:extLst>
              <a:ext uri="{FF2B5EF4-FFF2-40B4-BE49-F238E27FC236}">
                <a16:creationId xmlns:a16="http://schemas.microsoft.com/office/drawing/2014/main" id="{7F6D5902-0148-4626-8E7B-1250AD5DAA0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231136"/>
            <a:ext cx="3044952" cy="3941064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1" name="Content Placeholder 2">
            <a:extLst>
              <a:ext uri="{FF2B5EF4-FFF2-40B4-BE49-F238E27FC236}">
                <a16:creationId xmlns:a16="http://schemas.microsoft.com/office/drawing/2014/main" id="{C767FD6E-ECBC-4D4B-AFB3-47E9DE99F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2231136"/>
            <a:ext cx="3044952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2707AD-1A2B-4F2A-A77B-46379CCA7B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3920" y="2148840"/>
            <a:ext cx="2743200" cy="4023360"/>
          </a:xfrm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  <a:lvl2pPr marL="0" indent="0">
              <a:buClr>
                <a:schemeClr val="bg1"/>
              </a:buClr>
              <a:buFont typeface="Arial" panose="020B0604020202020204" pitchFamily="34" charset="0"/>
              <a:buChar char="​"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2pPr>
            <a:lvl3pPr marL="0" indent="0"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3pPr>
            <a:lvl4pPr>
              <a:buNone/>
              <a:defRPr sz="2400" b="1">
                <a:solidFill>
                  <a:schemeClr val="bg1"/>
                </a:solidFill>
              </a:defRPr>
            </a:lvl4pPr>
            <a:lvl5pPr>
              <a:defRPr sz="2000" b="1">
                <a:solidFill>
                  <a:schemeClr val="bg1"/>
                </a:solidFill>
              </a:defRPr>
            </a:lvl5pPr>
            <a:lvl6pPr>
              <a:defRPr sz="2400" b="1">
                <a:solidFill>
                  <a:schemeClr val="bg1"/>
                </a:solidFill>
              </a:defRPr>
            </a:lvl6pPr>
            <a:lvl7pPr>
              <a:defRPr sz="2000" b="1">
                <a:solidFill>
                  <a:schemeClr val="bg1"/>
                </a:solidFill>
              </a:defRPr>
            </a:lvl7pPr>
            <a:lvl8pPr>
              <a:defRPr sz="2000" b="1">
                <a:solidFill>
                  <a:schemeClr val="bg1"/>
                </a:solidFill>
              </a:defRPr>
            </a:lvl8pPr>
            <a:lvl9pPr>
              <a:defRPr sz="1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4224"/>
            <a:ext cx="6711696" cy="109728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19A61E-3DDD-42DC-A125-5FEA2DED2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6193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4F3AC50-E1C6-41D8-B968-30DCA37995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246888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15DE2-F06F-40EC-85FF-DF27487D9C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63824"/>
            <a:ext cx="7461504" cy="530352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2" name="Footer Placeholder 4">
            <a:extLst>
              <a:ext uri="{FF2B5EF4-FFF2-40B4-BE49-F238E27FC236}">
                <a16:creationId xmlns:a16="http://schemas.microsoft.com/office/drawing/2014/main" id="{A731BFFA-7574-44F2-A1EE-8228E32F3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680925-848C-49F3-BCB3-E7276159B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5828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55865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3">
            <a:extLst>
              <a:ext uri="{FF2B5EF4-FFF2-40B4-BE49-F238E27FC236}">
                <a16:creationId xmlns:a16="http://schemas.microsoft.com/office/drawing/2014/main" id="{F58A834B-D565-48AF-A881-350AA8604C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74527"/>
            <a:ext cx="3657600" cy="868293"/>
          </a:xfrm>
        </p:spPr>
        <p:txBody>
          <a:bodyPr anchor="t"/>
          <a:lstStyle>
            <a:lvl1pPr>
              <a:lnSpc>
                <a:spcPct val="85000"/>
              </a:lnSpc>
              <a:defRPr/>
            </a:lvl1pPr>
          </a:lstStyle>
          <a:p>
            <a:r>
              <a:rPr lang="en-US"/>
              <a:t>Click to edit two-line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A172EBD-C521-4295-A571-2899AB19CDB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1701830"/>
            <a:ext cx="3657600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5DA67C14-369C-42D5-9365-EB1342657E2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651760"/>
            <a:ext cx="3657600" cy="3474720"/>
          </a:xfrm>
        </p:spPr>
        <p:txBody>
          <a:bodyPr/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Picture Placeholder 5">
            <a:extLst>
              <a:ext uri="{FF2B5EF4-FFF2-40B4-BE49-F238E27FC236}">
                <a16:creationId xmlns:a16="http://schemas.microsoft.com/office/drawing/2014/main" id="{A600E790-DAF2-4D1A-8036-CC3A6867D06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80050" y="0"/>
            <a:ext cx="3206750" cy="3352800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B4E206FA-D948-4562-B8C6-49DBC573DE1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835390" y="0"/>
            <a:ext cx="3356610" cy="1751798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41" name="Picture Placeholder 5">
            <a:extLst>
              <a:ext uri="{FF2B5EF4-FFF2-40B4-BE49-F238E27FC236}">
                <a16:creationId xmlns:a16="http://schemas.microsoft.com/office/drawing/2014/main" id="{A3BCA447-8ED8-43A4-85DD-2F042994BFD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835390" y="1884546"/>
            <a:ext cx="3356610" cy="3088907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42" name="Picture Placeholder 5">
            <a:extLst>
              <a:ext uri="{FF2B5EF4-FFF2-40B4-BE49-F238E27FC236}">
                <a16:creationId xmlns:a16="http://schemas.microsoft.com/office/drawing/2014/main" id="{4C7EC5F8-DF94-45B5-B1DB-A94BEB96134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835390" y="5106201"/>
            <a:ext cx="3356610" cy="1751799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39" name="Picture Placeholder 5">
            <a:extLst>
              <a:ext uri="{FF2B5EF4-FFF2-40B4-BE49-F238E27FC236}">
                <a16:creationId xmlns:a16="http://schemas.microsoft.com/office/drawing/2014/main" id="{8E136E8B-64EC-4B91-9CFD-F51E945E8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480050" y="3505200"/>
            <a:ext cx="3206750" cy="3352801"/>
          </a:xfrm>
          <a:noFill/>
        </p:spPr>
        <p:txBody>
          <a:bodyPr tIns="548640"/>
          <a:lstStyle>
            <a:lvl1pPr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D7133C3-DE12-4DA6-9854-C70C3EE5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365784"/>
            <a:ext cx="365760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4460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1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43381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352" y="-6870"/>
            <a:ext cx="3371578" cy="6864872"/>
            <a:chOff x="-1" y="-6870"/>
            <a:chExt cx="4678502" cy="68648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1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313629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2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191985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659" y="-6870"/>
            <a:ext cx="3336178" cy="6864872"/>
            <a:chOff x="-1" y="-6870"/>
            <a:chExt cx="4678502" cy="68648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2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84234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40632" y="-6870"/>
            <a:ext cx="5431168" cy="6882642"/>
            <a:chOff x="-40632" y="-6870"/>
            <a:chExt cx="5431168" cy="688264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3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78E0CB9-11F5-4263-B2E2-BE0E41BEF945}"/>
                </a:ext>
              </a:extLst>
            </p:cNvPr>
            <p:cNvGrpSpPr/>
            <p:nvPr userDrawn="1"/>
          </p:nvGrpSpPr>
          <p:grpSpPr bwMode="ltGray">
            <a:xfrm flipH="1">
              <a:off x="-40632" y="5604933"/>
              <a:ext cx="5431168" cy="1270839"/>
              <a:chOff x="7189154" y="5703043"/>
              <a:chExt cx="5011877" cy="1172729"/>
            </a:xfrm>
            <a:grpFill/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5152BE4-A926-4CD1-81A5-157B2F11473A}"/>
                  </a:ext>
                </a:extLst>
              </p:cNvPr>
              <p:cNvSpPr/>
              <p:nvPr userDrawn="1"/>
            </p:nvSpPr>
            <p:spPr bwMode="ltGray">
              <a:xfrm rot="10800000" flipH="1">
                <a:off x="7189154" y="5703043"/>
                <a:ext cx="5002845" cy="1172729"/>
              </a:xfrm>
              <a:custGeom>
                <a:avLst/>
                <a:gdLst>
                  <a:gd name="connsiteX0" fmla="*/ 0 w 5002845"/>
                  <a:gd name="connsiteY0" fmla="*/ 20203 h 1172729"/>
                  <a:gd name="connsiteX1" fmla="*/ 9377 w 5002845"/>
                  <a:gd name="connsiteY1" fmla="*/ 4178 h 1172729"/>
                  <a:gd name="connsiteX2" fmla="*/ 14734 w 5002845"/>
                  <a:gd name="connsiteY2" fmla="*/ 53 h 1172729"/>
                  <a:gd name="connsiteX3" fmla="*/ 0 w 5002845"/>
                  <a:gd name="connsiteY3" fmla="*/ 0 h 1172729"/>
                  <a:gd name="connsiteX4" fmla="*/ 0 w 5002845"/>
                  <a:gd name="connsiteY4" fmla="*/ 14286 h 1172729"/>
                  <a:gd name="connsiteX5" fmla="*/ 0 w 5002845"/>
                  <a:gd name="connsiteY5" fmla="*/ 20203 h 1172729"/>
                  <a:gd name="connsiteX6" fmla="*/ 4446507 w 5002845"/>
                  <a:gd name="connsiteY6" fmla="*/ 1172693 h 1172729"/>
                  <a:gd name="connsiteX7" fmla="*/ 4616280 w 5002845"/>
                  <a:gd name="connsiteY7" fmla="*/ 1167226 h 1172729"/>
                  <a:gd name="connsiteX8" fmla="*/ 4817782 w 5002845"/>
                  <a:gd name="connsiteY8" fmla="*/ 1142862 h 1172729"/>
                  <a:gd name="connsiteX9" fmla="*/ 5002845 w 5002845"/>
                  <a:gd name="connsiteY9" fmla="*/ 1100624 h 1172729"/>
                  <a:gd name="connsiteX10" fmla="*/ 5002845 w 5002845"/>
                  <a:gd name="connsiteY10" fmla="*/ 17770 h 1172729"/>
                  <a:gd name="connsiteX11" fmla="*/ 1721151 w 5002845"/>
                  <a:gd name="connsiteY11" fmla="*/ 6114 h 1172729"/>
                  <a:gd name="connsiteX12" fmla="*/ 1724440 w 5002845"/>
                  <a:gd name="connsiteY12" fmla="*/ 7563 h 1172729"/>
                  <a:gd name="connsiteX13" fmla="*/ 1883292 w 5002845"/>
                  <a:gd name="connsiteY13" fmla="*/ 88875 h 1172729"/>
                  <a:gd name="connsiteX14" fmla="*/ 2303053 w 5002845"/>
                  <a:gd name="connsiteY14" fmla="*/ 358812 h 1172729"/>
                  <a:gd name="connsiteX15" fmla="*/ 2856285 w 5002845"/>
                  <a:gd name="connsiteY15" fmla="*/ 707733 h 1172729"/>
                  <a:gd name="connsiteX16" fmla="*/ 3293483 w 5002845"/>
                  <a:gd name="connsiteY16" fmla="*/ 915446 h 1172729"/>
                  <a:gd name="connsiteX17" fmla="*/ 4446507 w 5002845"/>
                  <a:gd name="connsiteY17" fmla="*/ 1172693 h 1172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02845" h="1172729">
                    <a:moveTo>
                      <a:pt x="0" y="20203"/>
                    </a:moveTo>
                    <a:cubicBezTo>
                      <a:pt x="0" y="15560"/>
                      <a:pt x="3386" y="10138"/>
                      <a:pt x="9377" y="4178"/>
                    </a:cubicBezTo>
                    <a:lnTo>
                      <a:pt x="14734" y="53"/>
                    </a:lnTo>
                    <a:lnTo>
                      <a:pt x="0" y="0"/>
                    </a:lnTo>
                    <a:lnTo>
                      <a:pt x="0" y="14286"/>
                    </a:lnTo>
                    <a:cubicBezTo>
                      <a:pt x="0" y="18141"/>
                      <a:pt x="0" y="20199"/>
                      <a:pt x="0" y="20203"/>
                    </a:cubicBezTo>
                    <a:close/>
                    <a:moveTo>
                      <a:pt x="4446507" y="1172693"/>
                    </a:moveTo>
                    <a:cubicBezTo>
                      <a:pt x="4503053" y="1173010"/>
                      <a:pt x="4559667" y="1171242"/>
                      <a:pt x="4616280" y="1167226"/>
                    </a:cubicBezTo>
                    <a:cubicBezTo>
                      <a:pt x="4683684" y="1162449"/>
                      <a:pt x="4751019" y="1154393"/>
                      <a:pt x="4817782" y="1142862"/>
                    </a:cubicBezTo>
                    <a:lnTo>
                      <a:pt x="5002845" y="1100624"/>
                    </a:lnTo>
                    <a:lnTo>
                      <a:pt x="5002845" y="17770"/>
                    </a:lnTo>
                    <a:lnTo>
                      <a:pt x="1721151" y="6114"/>
                    </a:lnTo>
                    <a:lnTo>
                      <a:pt x="1724440" y="7563"/>
                    </a:lnTo>
                    <a:cubicBezTo>
                      <a:pt x="1778427" y="33333"/>
                      <a:pt x="1831436" y="60556"/>
                      <a:pt x="1883292" y="88875"/>
                    </a:cubicBezTo>
                    <a:cubicBezTo>
                      <a:pt x="2029319" y="168602"/>
                      <a:pt x="2169847" y="258730"/>
                      <a:pt x="2303053" y="358812"/>
                    </a:cubicBezTo>
                    <a:cubicBezTo>
                      <a:pt x="2481867" y="493127"/>
                      <a:pt x="2659092" y="602213"/>
                      <a:pt x="2856285" y="707733"/>
                    </a:cubicBezTo>
                    <a:cubicBezTo>
                      <a:pt x="2998635" y="783895"/>
                      <a:pt x="3144339" y="853875"/>
                      <a:pt x="3293483" y="915446"/>
                    </a:cubicBezTo>
                    <a:cubicBezTo>
                      <a:pt x="3658226" y="1066123"/>
                      <a:pt x="4050684" y="1170479"/>
                      <a:pt x="4446507" y="117269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900"/>
                  </a:spcAft>
                  <a:buFont typeface="Arial" panose="020B0604020202020204" pitchFamily="34" charset="0"/>
                  <a:buChar char="​"/>
                </a:pPr>
                <a:endParaRPr lang="en-US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97FC198-B21B-4349-946F-7B2F3826AE83}"/>
                  </a:ext>
                </a:extLst>
              </p:cNvPr>
              <p:cNvSpPr/>
              <p:nvPr userDrawn="1"/>
            </p:nvSpPr>
            <p:spPr bwMode="ltGray">
              <a:xfrm rot="5400000">
                <a:off x="10434804" y="5102109"/>
                <a:ext cx="623113" cy="2909340"/>
              </a:xfrm>
              <a:custGeom>
                <a:avLst/>
                <a:gdLst>
                  <a:gd name="connsiteX0" fmla="*/ 42 w 623113"/>
                  <a:gd name="connsiteY0" fmla="*/ 1201248 h 2909340"/>
                  <a:gd name="connsiteX1" fmla="*/ 218725 w 623113"/>
                  <a:gd name="connsiteY1" fmla="*/ 384569 h 2909340"/>
                  <a:gd name="connsiteX2" fmla="*/ 476181 w 623113"/>
                  <a:gd name="connsiteY2" fmla="*/ 44732 h 2909340"/>
                  <a:gd name="connsiteX3" fmla="*/ 523525 w 623113"/>
                  <a:gd name="connsiteY3" fmla="*/ 0 h 2909340"/>
                  <a:gd name="connsiteX4" fmla="*/ 612779 w 623113"/>
                  <a:gd name="connsiteY4" fmla="*/ 0 h 2909340"/>
                  <a:gd name="connsiteX5" fmla="*/ 623113 w 623113"/>
                  <a:gd name="connsiteY5" fmla="*/ 2909340 h 2909340"/>
                  <a:gd name="connsiteX6" fmla="*/ 601208 w 623113"/>
                  <a:gd name="connsiteY6" fmla="*/ 2859496 h 2909340"/>
                  <a:gd name="connsiteX7" fmla="*/ 467712 w 623113"/>
                  <a:gd name="connsiteY7" fmla="*/ 2596172 h 2909340"/>
                  <a:gd name="connsiteX8" fmla="*/ 310130 w 623113"/>
                  <a:gd name="connsiteY8" fmla="*/ 2322791 h 2909340"/>
                  <a:gd name="connsiteX9" fmla="*/ 20670 w 623113"/>
                  <a:gd name="connsiteY9" fmla="*/ 1486769 h 2909340"/>
                  <a:gd name="connsiteX10" fmla="*/ 42 w 623113"/>
                  <a:gd name="connsiteY10" fmla="*/ 1201248 h 29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3113" h="2909340">
                    <a:moveTo>
                      <a:pt x="42" y="1201248"/>
                    </a:moveTo>
                    <a:cubicBezTo>
                      <a:pt x="1998" y="916169"/>
                      <a:pt x="72501" y="635301"/>
                      <a:pt x="218725" y="384569"/>
                    </a:cubicBezTo>
                    <a:cubicBezTo>
                      <a:pt x="290518" y="261449"/>
                      <a:pt x="377726" y="147945"/>
                      <a:pt x="476181" y="44732"/>
                    </a:cubicBezTo>
                    <a:lnTo>
                      <a:pt x="523525" y="0"/>
                    </a:lnTo>
                    <a:lnTo>
                      <a:pt x="612779" y="0"/>
                    </a:lnTo>
                    <a:lnTo>
                      <a:pt x="623113" y="2909340"/>
                    </a:lnTo>
                    <a:lnTo>
                      <a:pt x="601208" y="2859496"/>
                    </a:lnTo>
                    <a:cubicBezTo>
                      <a:pt x="558904" y="2770443"/>
                      <a:pt x="514188" y="2682638"/>
                      <a:pt x="467712" y="2596172"/>
                    </a:cubicBezTo>
                    <a:cubicBezTo>
                      <a:pt x="417879" y="2503427"/>
                      <a:pt x="364510" y="2412947"/>
                      <a:pt x="310130" y="2322791"/>
                    </a:cubicBezTo>
                    <a:cubicBezTo>
                      <a:pt x="158907" y="2072052"/>
                      <a:pt x="64025" y="1774559"/>
                      <a:pt x="20670" y="1486769"/>
                    </a:cubicBezTo>
                    <a:cubicBezTo>
                      <a:pt x="6355" y="1391767"/>
                      <a:pt x="-610" y="1296274"/>
                      <a:pt x="42" y="1201248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>
                  <a:spcAft>
                    <a:spcPts val="900"/>
                  </a:spcAft>
                  <a:buFont typeface="Arial" panose="020B0604020202020204" pitchFamily="34" charset="0"/>
                  <a:buChar char="​"/>
                </a:pPr>
                <a:endParaRPr lang="en-US" sz="12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73599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40632" y="-6870"/>
            <a:ext cx="3903715" cy="6882642"/>
            <a:chOff x="-40632" y="-6870"/>
            <a:chExt cx="5431168" cy="688264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3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78E0CB9-11F5-4263-B2E2-BE0E41BEF945}"/>
                </a:ext>
              </a:extLst>
            </p:cNvPr>
            <p:cNvGrpSpPr/>
            <p:nvPr userDrawn="1"/>
          </p:nvGrpSpPr>
          <p:grpSpPr bwMode="ltGray">
            <a:xfrm flipH="1">
              <a:off x="-40632" y="5604933"/>
              <a:ext cx="5431168" cy="1270839"/>
              <a:chOff x="7189154" y="5703043"/>
              <a:chExt cx="5011877" cy="1172729"/>
            </a:xfrm>
            <a:grpFill/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5152BE4-A926-4CD1-81A5-157B2F11473A}"/>
                  </a:ext>
                </a:extLst>
              </p:cNvPr>
              <p:cNvSpPr/>
              <p:nvPr userDrawn="1"/>
            </p:nvSpPr>
            <p:spPr bwMode="ltGray">
              <a:xfrm rot="10800000" flipH="1">
                <a:off x="7189154" y="5703043"/>
                <a:ext cx="5002845" cy="1172729"/>
              </a:xfrm>
              <a:custGeom>
                <a:avLst/>
                <a:gdLst>
                  <a:gd name="connsiteX0" fmla="*/ 0 w 5002845"/>
                  <a:gd name="connsiteY0" fmla="*/ 20203 h 1172729"/>
                  <a:gd name="connsiteX1" fmla="*/ 9377 w 5002845"/>
                  <a:gd name="connsiteY1" fmla="*/ 4178 h 1172729"/>
                  <a:gd name="connsiteX2" fmla="*/ 14734 w 5002845"/>
                  <a:gd name="connsiteY2" fmla="*/ 53 h 1172729"/>
                  <a:gd name="connsiteX3" fmla="*/ 0 w 5002845"/>
                  <a:gd name="connsiteY3" fmla="*/ 0 h 1172729"/>
                  <a:gd name="connsiteX4" fmla="*/ 0 w 5002845"/>
                  <a:gd name="connsiteY4" fmla="*/ 14286 h 1172729"/>
                  <a:gd name="connsiteX5" fmla="*/ 0 w 5002845"/>
                  <a:gd name="connsiteY5" fmla="*/ 20203 h 1172729"/>
                  <a:gd name="connsiteX6" fmla="*/ 4446507 w 5002845"/>
                  <a:gd name="connsiteY6" fmla="*/ 1172693 h 1172729"/>
                  <a:gd name="connsiteX7" fmla="*/ 4616280 w 5002845"/>
                  <a:gd name="connsiteY7" fmla="*/ 1167226 h 1172729"/>
                  <a:gd name="connsiteX8" fmla="*/ 4817782 w 5002845"/>
                  <a:gd name="connsiteY8" fmla="*/ 1142862 h 1172729"/>
                  <a:gd name="connsiteX9" fmla="*/ 5002845 w 5002845"/>
                  <a:gd name="connsiteY9" fmla="*/ 1100624 h 1172729"/>
                  <a:gd name="connsiteX10" fmla="*/ 5002845 w 5002845"/>
                  <a:gd name="connsiteY10" fmla="*/ 17770 h 1172729"/>
                  <a:gd name="connsiteX11" fmla="*/ 1721151 w 5002845"/>
                  <a:gd name="connsiteY11" fmla="*/ 6114 h 1172729"/>
                  <a:gd name="connsiteX12" fmla="*/ 1724440 w 5002845"/>
                  <a:gd name="connsiteY12" fmla="*/ 7563 h 1172729"/>
                  <a:gd name="connsiteX13" fmla="*/ 1883292 w 5002845"/>
                  <a:gd name="connsiteY13" fmla="*/ 88875 h 1172729"/>
                  <a:gd name="connsiteX14" fmla="*/ 2303053 w 5002845"/>
                  <a:gd name="connsiteY14" fmla="*/ 358812 h 1172729"/>
                  <a:gd name="connsiteX15" fmla="*/ 2856285 w 5002845"/>
                  <a:gd name="connsiteY15" fmla="*/ 707733 h 1172729"/>
                  <a:gd name="connsiteX16" fmla="*/ 3293483 w 5002845"/>
                  <a:gd name="connsiteY16" fmla="*/ 915446 h 1172729"/>
                  <a:gd name="connsiteX17" fmla="*/ 4446507 w 5002845"/>
                  <a:gd name="connsiteY17" fmla="*/ 1172693 h 1172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02845" h="1172729">
                    <a:moveTo>
                      <a:pt x="0" y="20203"/>
                    </a:moveTo>
                    <a:cubicBezTo>
                      <a:pt x="0" y="15560"/>
                      <a:pt x="3386" y="10138"/>
                      <a:pt x="9377" y="4178"/>
                    </a:cubicBezTo>
                    <a:lnTo>
                      <a:pt x="14734" y="53"/>
                    </a:lnTo>
                    <a:lnTo>
                      <a:pt x="0" y="0"/>
                    </a:lnTo>
                    <a:lnTo>
                      <a:pt x="0" y="14286"/>
                    </a:lnTo>
                    <a:cubicBezTo>
                      <a:pt x="0" y="18141"/>
                      <a:pt x="0" y="20199"/>
                      <a:pt x="0" y="20203"/>
                    </a:cubicBezTo>
                    <a:close/>
                    <a:moveTo>
                      <a:pt x="4446507" y="1172693"/>
                    </a:moveTo>
                    <a:cubicBezTo>
                      <a:pt x="4503053" y="1173010"/>
                      <a:pt x="4559667" y="1171242"/>
                      <a:pt x="4616280" y="1167226"/>
                    </a:cubicBezTo>
                    <a:cubicBezTo>
                      <a:pt x="4683684" y="1162449"/>
                      <a:pt x="4751019" y="1154393"/>
                      <a:pt x="4817782" y="1142862"/>
                    </a:cubicBezTo>
                    <a:lnTo>
                      <a:pt x="5002845" y="1100624"/>
                    </a:lnTo>
                    <a:lnTo>
                      <a:pt x="5002845" y="17770"/>
                    </a:lnTo>
                    <a:lnTo>
                      <a:pt x="1721151" y="6114"/>
                    </a:lnTo>
                    <a:lnTo>
                      <a:pt x="1724440" y="7563"/>
                    </a:lnTo>
                    <a:cubicBezTo>
                      <a:pt x="1778427" y="33333"/>
                      <a:pt x="1831436" y="60556"/>
                      <a:pt x="1883292" y="88875"/>
                    </a:cubicBezTo>
                    <a:cubicBezTo>
                      <a:pt x="2029319" y="168602"/>
                      <a:pt x="2169847" y="258730"/>
                      <a:pt x="2303053" y="358812"/>
                    </a:cubicBezTo>
                    <a:cubicBezTo>
                      <a:pt x="2481867" y="493127"/>
                      <a:pt x="2659092" y="602213"/>
                      <a:pt x="2856285" y="707733"/>
                    </a:cubicBezTo>
                    <a:cubicBezTo>
                      <a:pt x="2998635" y="783895"/>
                      <a:pt x="3144339" y="853875"/>
                      <a:pt x="3293483" y="915446"/>
                    </a:cubicBezTo>
                    <a:cubicBezTo>
                      <a:pt x="3658226" y="1066123"/>
                      <a:pt x="4050684" y="1170479"/>
                      <a:pt x="4446507" y="1172693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>
                  <a:spcAft>
                    <a:spcPts val="900"/>
                  </a:spcAft>
                  <a:buFont typeface="Arial" panose="020B0604020202020204" pitchFamily="34" charset="0"/>
                  <a:buChar char="​"/>
                </a:pPr>
                <a:endParaRPr lang="en-US" sz="1200">
                  <a:latin typeface="Arial" panose="020B0604020202020204" pitchFamily="34" charset="0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797FC198-B21B-4349-946F-7B2F3826AE83}"/>
                  </a:ext>
                </a:extLst>
              </p:cNvPr>
              <p:cNvSpPr/>
              <p:nvPr userDrawn="1"/>
            </p:nvSpPr>
            <p:spPr bwMode="ltGray">
              <a:xfrm rot="5400000">
                <a:off x="10434804" y="5102109"/>
                <a:ext cx="623113" cy="2909340"/>
              </a:xfrm>
              <a:custGeom>
                <a:avLst/>
                <a:gdLst>
                  <a:gd name="connsiteX0" fmla="*/ 42 w 623113"/>
                  <a:gd name="connsiteY0" fmla="*/ 1201248 h 2909340"/>
                  <a:gd name="connsiteX1" fmla="*/ 218725 w 623113"/>
                  <a:gd name="connsiteY1" fmla="*/ 384569 h 2909340"/>
                  <a:gd name="connsiteX2" fmla="*/ 476181 w 623113"/>
                  <a:gd name="connsiteY2" fmla="*/ 44732 h 2909340"/>
                  <a:gd name="connsiteX3" fmla="*/ 523525 w 623113"/>
                  <a:gd name="connsiteY3" fmla="*/ 0 h 2909340"/>
                  <a:gd name="connsiteX4" fmla="*/ 612779 w 623113"/>
                  <a:gd name="connsiteY4" fmla="*/ 0 h 2909340"/>
                  <a:gd name="connsiteX5" fmla="*/ 623113 w 623113"/>
                  <a:gd name="connsiteY5" fmla="*/ 2909340 h 2909340"/>
                  <a:gd name="connsiteX6" fmla="*/ 601208 w 623113"/>
                  <a:gd name="connsiteY6" fmla="*/ 2859496 h 2909340"/>
                  <a:gd name="connsiteX7" fmla="*/ 467712 w 623113"/>
                  <a:gd name="connsiteY7" fmla="*/ 2596172 h 2909340"/>
                  <a:gd name="connsiteX8" fmla="*/ 310130 w 623113"/>
                  <a:gd name="connsiteY8" fmla="*/ 2322791 h 2909340"/>
                  <a:gd name="connsiteX9" fmla="*/ 20670 w 623113"/>
                  <a:gd name="connsiteY9" fmla="*/ 1486769 h 2909340"/>
                  <a:gd name="connsiteX10" fmla="*/ 42 w 623113"/>
                  <a:gd name="connsiteY10" fmla="*/ 1201248 h 2909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3113" h="2909340">
                    <a:moveTo>
                      <a:pt x="42" y="1201248"/>
                    </a:moveTo>
                    <a:cubicBezTo>
                      <a:pt x="1998" y="916169"/>
                      <a:pt x="72501" y="635301"/>
                      <a:pt x="218725" y="384569"/>
                    </a:cubicBezTo>
                    <a:cubicBezTo>
                      <a:pt x="290518" y="261449"/>
                      <a:pt x="377726" y="147945"/>
                      <a:pt x="476181" y="44732"/>
                    </a:cubicBezTo>
                    <a:lnTo>
                      <a:pt x="523525" y="0"/>
                    </a:lnTo>
                    <a:lnTo>
                      <a:pt x="612779" y="0"/>
                    </a:lnTo>
                    <a:lnTo>
                      <a:pt x="623113" y="2909340"/>
                    </a:lnTo>
                    <a:lnTo>
                      <a:pt x="601208" y="2859496"/>
                    </a:lnTo>
                    <a:cubicBezTo>
                      <a:pt x="558904" y="2770443"/>
                      <a:pt x="514188" y="2682638"/>
                      <a:pt x="467712" y="2596172"/>
                    </a:cubicBezTo>
                    <a:cubicBezTo>
                      <a:pt x="417879" y="2503427"/>
                      <a:pt x="364510" y="2412947"/>
                      <a:pt x="310130" y="2322791"/>
                    </a:cubicBezTo>
                    <a:cubicBezTo>
                      <a:pt x="158907" y="2072052"/>
                      <a:pt x="64025" y="1774559"/>
                      <a:pt x="20670" y="1486769"/>
                    </a:cubicBezTo>
                    <a:cubicBezTo>
                      <a:pt x="6355" y="1391767"/>
                      <a:pt x="-610" y="1296274"/>
                      <a:pt x="42" y="1201248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>
                  <a:spcAft>
                    <a:spcPts val="900"/>
                  </a:spcAft>
                  <a:buFont typeface="Arial" panose="020B0604020202020204" pitchFamily="34" charset="0"/>
                  <a:buChar char="​"/>
                </a:pPr>
                <a:endParaRPr lang="en-US" sz="12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56029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  <a:solidFill>
            <a:srgbClr val="0C522C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grpFill/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091542" y="6440232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E2C30-9AED-7A9A-B2E0-F31A47F625CD}"/>
              </a:ext>
            </a:extLst>
          </p:cNvPr>
          <p:cNvSpPr txBox="1"/>
          <p:nvPr userDrawn="1"/>
        </p:nvSpPr>
        <p:spPr>
          <a:xfrm>
            <a:off x="3412935" y="6413256"/>
            <a:ext cx="72505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>
                <a:solidFill>
                  <a:srgbClr val="0C522C"/>
                </a:solidFill>
                <a:latin typeface="Arial" panose="020B0604020202020204" pitchFamily="34" charset="0"/>
              </a:rPr>
              <a:t>Enterprise Community Partners: Statewide Housing Trust Fund</a:t>
            </a:r>
          </a:p>
        </p:txBody>
      </p:sp>
    </p:spTree>
    <p:extLst>
      <p:ext uri="{BB962C8B-B14F-4D97-AF65-F5344CB8AC3E}">
        <p14:creationId xmlns:p14="http://schemas.microsoft.com/office/powerpoint/2010/main" val="197788414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505" y="-6870"/>
            <a:ext cx="3353877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4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42294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5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93558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428" y="-6870"/>
            <a:ext cx="3362728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5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786226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" y="-6870"/>
            <a:ext cx="4678502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6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759646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rge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F26A81-1F2B-4B43-8B98-8C1A3AAD0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11428" y="-6870"/>
            <a:ext cx="3362728" cy="6864872"/>
            <a:chOff x="-1" y="-6870"/>
            <a:chExt cx="4678502" cy="6864872"/>
          </a:xfrm>
          <a:solidFill>
            <a:schemeClr val="accent3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7821F6-1812-4115-89CE-E572866D4EC9}"/>
                </a:ext>
              </a:extLst>
            </p:cNvPr>
            <p:cNvSpPr/>
            <p:nvPr userDrawn="1"/>
          </p:nvSpPr>
          <p:spPr bwMode="ltGray">
            <a:xfrm>
              <a:off x="-1" y="0"/>
              <a:ext cx="4157134" cy="6858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l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54A70D7-4004-4E06-AEC5-88723596D244}"/>
                </a:ext>
              </a:extLst>
            </p:cNvPr>
            <p:cNvSpPr/>
            <p:nvPr userDrawn="1"/>
          </p:nvSpPr>
          <p:spPr bwMode="ltGray">
            <a:xfrm rot="5400000">
              <a:off x="949208" y="3128708"/>
              <a:ext cx="6864872" cy="593715"/>
            </a:xfrm>
            <a:custGeom>
              <a:avLst/>
              <a:gdLst>
                <a:gd name="connsiteX0" fmla="*/ 0 w 6857857"/>
                <a:gd name="connsiteY0" fmla="*/ 585247 h 585247"/>
                <a:gd name="connsiteX1" fmla="*/ 0 w 6857857"/>
                <a:gd name="connsiteY1" fmla="*/ 32191 h 585247"/>
                <a:gd name="connsiteX2" fmla="*/ 7946 w 6857857"/>
                <a:gd name="connsiteY2" fmla="*/ 32191 h 585247"/>
                <a:gd name="connsiteX3" fmla="*/ 7946 w 6857857"/>
                <a:gd name="connsiteY3" fmla="*/ 0 h 585247"/>
                <a:gd name="connsiteX4" fmla="*/ 81449 w 6857857"/>
                <a:gd name="connsiteY4" fmla="*/ 32191 h 585247"/>
                <a:gd name="connsiteX5" fmla="*/ 92177 w 6857857"/>
                <a:gd name="connsiteY5" fmla="*/ 43500 h 585247"/>
                <a:gd name="connsiteX6" fmla="*/ 139536 w 6857857"/>
                <a:gd name="connsiteY6" fmla="*/ 71472 h 585247"/>
                <a:gd name="connsiteX7" fmla="*/ 186896 w 6857857"/>
                <a:gd name="connsiteY7" fmla="*/ 43500 h 585247"/>
                <a:gd name="connsiteX8" fmla="*/ 197623 w 6857857"/>
                <a:gd name="connsiteY8" fmla="*/ 32191 h 585247"/>
                <a:gd name="connsiteX9" fmla="*/ 271126 w 6857857"/>
                <a:gd name="connsiteY9" fmla="*/ 0 h 585247"/>
                <a:gd name="connsiteX10" fmla="*/ 344589 w 6857857"/>
                <a:gd name="connsiteY10" fmla="*/ 32191 h 585247"/>
                <a:gd name="connsiteX11" fmla="*/ 355317 w 6857857"/>
                <a:gd name="connsiteY11" fmla="*/ 43500 h 585247"/>
                <a:gd name="connsiteX12" fmla="*/ 402676 w 6857857"/>
                <a:gd name="connsiteY12" fmla="*/ 71472 h 585247"/>
                <a:gd name="connsiteX13" fmla="*/ 450076 w 6857857"/>
                <a:gd name="connsiteY13" fmla="*/ 43500 h 585247"/>
                <a:gd name="connsiteX14" fmla="*/ 460803 w 6857857"/>
                <a:gd name="connsiteY14" fmla="*/ 32191 h 585247"/>
                <a:gd name="connsiteX15" fmla="*/ 534266 w 6857857"/>
                <a:gd name="connsiteY15" fmla="*/ 0 h 585247"/>
                <a:gd name="connsiteX16" fmla="*/ 607769 w 6857857"/>
                <a:gd name="connsiteY16" fmla="*/ 32191 h 585247"/>
                <a:gd name="connsiteX17" fmla="*/ 618496 w 6857857"/>
                <a:gd name="connsiteY17" fmla="*/ 43500 h 585247"/>
                <a:gd name="connsiteX18" fmla="*/ 665856 w 6857857"/>
                <a:gd name="connsiteY18" fmla="*/ 71472 h 585247"/>
                <a:gd name="connsiteX19" fmla="*/ 713216 w 6857857"/>
                <a:gd name="connsiteY19" fmla="*/ 43500 h 585247"/>
                <a:gd name="connsiteX20" fmla="*/ 723943 w 6857857"/>
                <a:gd name="connsiteY20" fmla="*/ 32191 h 585247"/>
                <a:gd name="connsiteX21" fmla="*/ 797446 w 6857857"/>
                <a:gd name="connsiteY21" fmla="*/ 0 h 585247"/>
                <a:gd name="connsiteX22" fmla="*/ 870909 w 6857857"/>
                <a:gd name="connsiteY22" fmla="*/ 32191 h 585247"/>
                <a:gd name="connsiteX23" fmla="*/ 881637 w 6857857"/>
                <a:gd name="connsiteY23" fmla="*/ 43500 h 585247"/>
                <a:gd name="connsiteX24" fmla="*/ 929036 w 6857857"/>
                <a:gd name="connsiteY24" fmla="*/ 71472 h 585247"/>
                <a:gd name="connsiteX25" fmla="*/ 976396 w 6857857"/>
                <a:gd name="connsiteY25" fmla="*/ 43500 h 585247"/>
                <a:gd name="connsiteX26" fmla="*/ 987123 w 6857857"/>
                <a:gd name="connsiteY26" fmla="*/ 32191 h 585247"/>
                <a:gd name="connsiteX27" fmla="*/ 1060586 w 6857857"/>
                <a:gd name="connsiteY27" fmla="*/ 0 h 585247"/>
                <a:gd name="connsiteX28" fmla="*/ 1134089 w 6857857"/>
                <a:gd name="connsiteY28" fmla="*/ 32191 h 585247"/>
                <a:gd name="connsiteX29" fmla="*/ 1144816 w 6857857"/>
                <a:gd name="connsiteY29" fmla="*/ 43500 h 585247"/>
                <a:gd name="connsiteX30" fmla="*/ 1192176 w 6857857"/>
                <a:gd name="connsiteY30" fmla="*/ 71472 h 585247"/>
                <a:gd name="connsiteX31" fmla="*/ 1239575 w 6857857"/>
                <a:gd name="connsiteY31" fmla="*/ 43500 h 585247"/>
                <a:gd name="connsiteX32" fmla="*/ 1250303 w 6857857"/>
                <a:gd name="connsiteY32" fmla="*/ 32191 h 585247"/>
                <a:gd name="connsiteX33" fmla="*/ 1323766 w 6857857"/>
                <a:gd name="connsiteY33" fmla="*/ 0 h 585247"/>
                <a:gd name="connsiteX34" fmla="*/ 1397269 w 6857857"/>
                <a:gd name="connsiteY34" fmla="*/ 32191 h 585247"/>
                <a:gd name="connsiteX35" fmla="*/ 1407996 w 6857857"/>
                <a:gd name="connsiteY35" fmla="*/ 43500 h 585247"/>
                <a:gd name="connsiteX36" fmla="*/ 1455356 w 6857857"/>
                <a:gd name="connsiteY36" fmla="*/ 71472 h 585247"/>
                <a:gd name="connsiteX37" fmla="*/ 1502716 w 6857857"/>
                <a:gd name="connsiteY37" fmla="*/ 43500 h 585247"/>
                <a:gd name="connsiteX38" fmla="*/ 1513443 w 6857857"/>
                <a:gd name="connsiteY38" fmla="*/ 32191 h 585247"/>
                <a:gd name="connsiteX39" fmla="*/ 1586946 w 6857857"/>
                <a:gd name="connsiteY39" fmla="*/ 0 h 585247"/>
                <a:gd name="connsiteX40" fmla="*/ 1660449 w 6857857"/>
                <a:gd name="connsiteY40" fmla="*/ 32191 h 585247"/>
                <a:gd name="connsiteX41" fmla="*/ 1671176 w 6857857"/>
                <a:gd name="connsiteY41" fmla="*/ 43500 h 585247"/>
                <a:gd name="connsiteX42" fmla="*/ 1718536 w 6857857"/>
                <a:gd name="connsiteY42" fmla="*/ 71472 h 585247"/>
                <a:gd name="connsiteX43" fmla="*/ 1765895 w 6857857"/>
                <a:gd name="connsiteY43" fmla="*/ 43500 h 585247"/>
                <a:gd name="connsiteX44" fmla="*/ 1776623 w 6857857"/>
                <a:gd name="connsiteY44" fmla="*/ 32191 h 585247"/>
                <a:gd name="connsiteX45" fmla="*/ 1850126 w 6857857"/>
                <a:gd name="connsiteY45" fmla="*/ 0 h 585247"/>
                <a:gd name="connsiteX46" fmla="*/ 1923589 w 6857857"/>
                <a:gd name="connsiteY46" fmla="*/ 32191 h 585247"/>
                <a:gd name="connsiteX47" fmla="*/ 1934316 w 6857857"/>
                <a:gd name="connsiteY47" fmla="*/ 43500 h 585247"/>
                <a:gd name="connsiteX48" fmla="*/ 1981716 w 6857857"/>
                <a:gd name="connsiteY48" fmla="*/ 71472 h 585247"/>
                <a:gd name="connsiteX49" fmla="*/ 2029075 w 6857857"/>
                <a:gd name="connsiteY49" fmla="*/ 43500 h 585247"/>
                <a:gd name="connsiteX50" fmla="*/ 2039803 w 6857857"/>
                <a:gd name="connsiteY50" fmla="*/ 32191 h 585247"/>
                <a:gd name="connsiteX51" fmla="*/ 2113306 w 6857857"/>
                <a:gd name="connsiteY51" fmla="*/ 0 h 585247"/>
                <a:gd name="connsiteX52" fmla="*/ 2186769 w 6857857"/>
                <a:gd name="connsiteY52" fmla="*/ 32191 h 585247"/>
                <a:gd name="connsiteX53" fmla="*/ 2197496 w 6857857"/>
                <a:gd name="connsiteY53" fmla="*/ 43500 h 585247"/>
                <a:gd name="connsiteX54" fmla="*/ 2244895 w 6857857"/>
                <a:gd name="connsiteY54" fmla="*/ 71472 h 585247"/>
                <a:gd name="connsiteX55" fmla="*/ 2292255 w 6857857"/>
                <a:gd name="connsiteY55" fmla="*/ 43500 h 585247"/>
                <a:gd name="connsiteX56" fmla="*/ 2302983 w 6857857"/>
                <a:gd name="connsiteY56" fmla="*/ 32191 h 585247"/>
                <a:gd name="connsiteX57" fmla="*/ 2376485 w 6857857"/>
                <a:gd name="connsiteY57" fmla="*/ 0 h 585247"/>
                <a:gd name="connsiteX58" fmla="*/ 2449948 w 6857857"/>
                <a:gd name="connsiteY58" fmla="*/ 32191 h 585247"/>
                <a:gd name="connsiteX59" fmla="*/ 2460676 w 6857857"/>
                <a:gd name="connsiteY59" fmla="*/ 43500 h 585247"/>
                <a:gd name="connsiteX60" fmla="*/ 2508035 w 6857857"/>
                <a:gd name="connsiteY60" fmla="*/ 71472 h 585247"/>
                <a:gd name="connsiteX61" fmla="*/ 2555435 w 6857857"/>
                <a:gd name="connsiteY61" fmla="*/ 43500 h 585247"/>
                <a:gd name="connsiteX62" fmla="*/ 2566162 w 6857857"/>
                <a:gd name="connsiteY62" fmla="*/ 32191 h 585247"/>
                <a:gd name="connsiteX63" fmla="*/ 2639665 w 6857857"/>
                <a:gd name="connsiteY63" fmla="*/ 0 h 585247"/>
                <a:gd name="connsiteX64" fmla="*/ 2713128 w 6857857"/>
                <a:gd name="connsiteY64" fmla="*/ 32191 h 585247"/>
                <a:gd name="connsiteX65" fmla="*/ 2723856 w 6857857"/>
                <a:gd name="connsiteY65" fmla="*/ 43500 h 585247"/>
                <a:gd name="connsiteX66" fmla="*/ 2771215 w 6857857"/>
                <a:gd name="connsiteY66" fmla="*/ 71472 h 585247"/>
                <a:gd name="connsiteX67" fmla="*/ 2818615 w 6857857"/>
                <a:gd name="connsiteY67" fmla="*/ 43500 h 585247"/>
                <a:gd name="connsiteX68" fmla="*/ 2829342 w 6857857"/>
                <a:gd name="connsiteY68" fmla="*/ 32191 h 585247"/>
                <a:gd name="connsiteX69" fmla="*/ 2902805 w 6857857"/>
                <a:gd name="connsiteY69" fmla="*/ 0 h 585247"/>
                <a:gd name="connsiteX70" fmla="*/ 2976308 w 6857857"/>
                <a:gd name="connsiteY70" fmla="*/ 32191 h 585247"/>
                <a:gd name="connsiteX71" fmla="*/ 2987035 w 6857857"/>
                <a:gd name="connsiteY71" fmla="*/ 43500 h 585247"/>
                <a:gd name="connsiteX72" fmla="*/ 3034435 w 6857857"/>
                <a:gd name="connsiteY72" fmla="*/ 71472 h 585247"/>
                <a:gd name="connsiteX73" fmla="*/ 3081794 w 6857857"/>
                <a:gd name="connsiteY73" fmla="*/ 43500 h 585247"/>
                <a:gd name="connsiteX74" fmla="*/ 3092522 w 6857857"/>
                <a:gd name="connsiteY74" fmla="*/ 32191 h 585247"/>
                <a:gd name="connsiteX75" fmla="*/ 3166025 w 6857857"/>
                <a:gd name="connsiteY75" fmla="*/ 0 h 585247"/>
                <a:gd name="connsiteX76" fmla="*/ 3239488 w 6857857"/>
                <a:gd name="connsiteY76" fmla="*/ 32191 h 585247"/>
                <a:gd name="connsiteX77" fmla="*/ 3250215 w 6857857"/>
                <a:gd name="connsiteY77" fmla="*/ 43500 h 585247"/>
                <a:gd name="connsiteX78" fmla="*/ 3297615 w 6857857"/>
                <a:gd name="connsiteY78" fmla="*/ 71472 h 585247"/>
                <a:gd name="connsiteX79" fmla="*/ 3344974 w 6857857"/>
                <a:gd name="connsiteY79" fmla="*/ 43500 h 585247"/>
                <a:gd name="connsiteX80" fmla="*/ 3355702 w 6857857"/>
                <a:gd name="connsiteY80" fmla="*/ 32191 h 585247"/>
                <a:gd name="connsiteX81" fmla="*/ 3429165 w 6857857"/>
                <a:gd name="connsiteY81" fmla="*/ 0 h 585247"/>
                <a:gd name="connsiteX82" fmla="*/ 3502668 w 6857857"/>
                <a:gd name="connsiteY82" fmla="*/ 32191 h 585247"/>
                <a:gd name="connsiteX83" fmla="*/ 3513395 w 6857857"/>
                <a:gd name="connsiteY83" fmla="*/ 43500 h 585247"/>
                <a:gd name="connsiteX84" fmla="*/ 3560794 w 6857857"/>
                <a:gd name="connsiteY84" fmla="*/ 71472 h 585247"/>
                <a:gd name="connsiteX85" fmla="*/ 3608154 w 6857857"/>
                <a:gd name="connsiteY85" fmla="*/ 43500 h 585247"/>
                <a:gd name="connsiteX86" fmla="*/ 3618882 w 6857857"/>
                <a:gd name="connsiteY86" fmla="*/ 32191 h 585247"/>
                <a:gd name="connsiteX87" fmla="*/ 3692385 w 6857857"/>
                <a:gd name="connsiteY87" fmla="*/ 0 h 585247"/>
                <a:gd name="connsiteX88" fmla="*/ 3765848 w 6857857"/>
                <a:gd name="connsiteY88" fmla="*/ 32191 h 585247"/>
                <a:gd name="connsiteX89" fmla="*/ 3776575 w 6857857"/>
                <a:gd name="connsiteY89" fmla="*/ 43500 h 585247"/>
                <a:gd name="connsiteX90" fmla="*/ 3823974 w 6857857"/>
                <a:gd name="connsiteY90" fmla="*/ 71472 h 585247"/>
                <a:gd name="connsiteX91" fmla="*/ 3871334 w 6857857"/>
                <a:gd name="connsiteY91" fmla="*/ 43500 h 585247"/>
                <a:gd name="connsiteX92" fmla="*/ 3882061 w 6857857"/>
                <a:gd name="connsiteY92" fmla="*/ 32191 h 585247"/>
                <a:gd name="connsiteX93" fmla="*/ 3955564 w 6857857"/>
                <a:gd name="connsiteY93" fmla="*/ 0 h 585247"/>
                <a:gd name="connsiteX94" fmla="*/ 4029067 w 6857857"/>
                <a:gd name="connsiteY94" fmla="*/ 32191 h 585247"/>
                <a:gd name="connsiteX95" fmla="*/ 4039795 w 6857857"/>
                <a:gd name="connsiteY95" fmla="*/ 43500 h 585247"/>
                <a:gd name="connsiteX96" fmla="*/ 4087154 w 6857857"/>
                <a:gd name="connsiteY96" fmla="*/ 71472 h 585247"/>
                <a:gd name="connsiteX97" fmla="*/ 4134554 w 6857857"/>
                <a:gd name="connsiteY97" fmla="*/ 43500 h 585247"/>
                <a:gd name="connsiteX98" fmla="*/ 4145281 w 6857857"/>
                <a:gd name="connsiteY98" fmla="*/ 32191 h 585247"/>
                <a:gd name="connsiteX99" fmla="*/ 4218744 w 6857857"/>
                <a:gd name="connsiteY99" fmla="*/ 0 h 585247"/>
                <a:gd name="connsiteX100" fmla="*/ 4292247 w 6857857"/>
                <a:gd name="connsiteY100" fmla="*/ 32191 h 585247"/>
                <a:gd name="connsiteX101" fmla="*/ 4302975 w 6857857"/>
                <a:gd name="connsiteY101" fmla="*/ 43500 h 585247"/>
                <a:gd name="connsiteX102" fmla="*/ 4350334 w 6857857"/>
                <a:gd name="connsiteY102" fmla="*/ 71472 h 585247"/>
                <a:gd name="connsiteX103" fmla="*/ 4397733 w 6857857"/>
                <a:gd name="connsiteY103" fmla="*/ 43500 h 585247"/>
                <a:gd name="connsiteX104" fmla="*/ 4408461 w 6857857"/>
                <a:gd name="connsiteY104" fmla="*/ 32191 h 585247"/>
                <a:gd name="connsiteX105" fmla="*/ 4481924 w 6857857"/>
                <a:gd name="connsiteY105" fmla="*/ 0 h 585247"/>
                <a:gd name="connsiteX106" fmla="*/ 4555387 w 6857857"/>
                <a:gd name="connsiteY106" fmla="*/ 32191 h 585247"/>
                <a:gd name="connsiteX107" fmla="*/ 4566115 w 6857857"/>
                <a:gd name="connsiteY107" fmla="*/ 43500 h 585247"/>
                <a:gd name="connsiteX108" fmla="*/ 4613514 w 6857857"/>
                <a:gd name="connsiteY108" fmla="*/ 71472 h 585247"/>
                <a:gd name="connsiteX109" fmla="*/ 4660873 w 6857857"/>
                <a:gd name="connsiteY109" fmla="*/ 43500 h 585247"/>
                <a:gd name="connsiteX110" fmla="*/ 4671601 w 6857857"/>
                <a:gd name="connsiteY110" fmla="*/ 32191 h 585247"/>
                <a:gd name="connsiteX111" fmla="*/ 4745064 w 6857857"/>
                <a:gd name="connsiteY111" fmla="*/ 0 h 585247"/>
                <a:gd name="connsiteX112" fmla="*/ 4818567 w 6857857"/>
                <a:gd name="connsiteY112" fmla="*/ 32191 h 585247"/>
                <a:gd name="connsiteX113" fmla="*/ 4829294 w 6857857"/>
                <a:gd name="connsiteY113" fmla="*/ 43500 h 585247"/>
                <a:gd name="connsiteX114" fmla="*/ 4876694 w 6857857"/>
                <a:gd name="connsiteY114" fmla="*/ 71472 h 585247"/>
                <a:gd name="connsiteX115" fmla="*/ 4924053 w 6857857"/>
                <a:gd name="connsiteY115" fmla="*/ 43500 h 585247"/>
                <a:gd name="connsiteX116" fmla="*/ 4934781 w 6857857"/>
                <a:gd name="connsiteY116" fmla="*/ 32191 h 585247"/>
                <a:gd name="connsiteX117" fmla="*/ 5008284 w 6857857"/>
                <a:gd name="connsiteY117" fmla="*/ 0 h 585247"/>
                <a:gd name="connsiteX118" fmla="*/ 5081747 w 6857857"/>
                <a:gd name="connsiteY118" fmla="*/ 32191 h 585247"/>
                <a:gd name="connsiteX119" fmla="*/ 5092474 w 6857857"/>
                <a:gd name="connsiteY119" fmla="*/ 43500 h 585247"/>
                <a:gd name="connsiteX120" fmla="*/ 5139834 w 6857857"/>
                <a:gd name="connsiteY120" fmla="*/ 71472 h 585247"/>
                <a:gd name="connsiteX121" fmla="*/ 5187233 w 6857857"/>
                <a:gd name="connsiteY121" fmla="*/ 43500 h 585247"/>
                <a:gd name="connsiteX122" fmla="*/ 5197961 w 6857857"/>
                <a:gd name="connsiteY122" fmla="*/ 32191 h 585247"/>
                <a:gd name="connsiteX123" fmla="*/ 5271424 w 6857857"/>
                <a:gd name="connsiteY123" fmla="*/ 0 h 585247"/>
                <a:gd name="connsiteX124" fmla="*/ 5344927 w 6857857"/>
                <a:gd name="connsiteY124" fmla="*/ 32191 h 585247"/>
                <a:gd name="connsiteX125" fmla="*/ 5355654 w 6857857"/>
                <a:gd name="connsiteY125" fmla="*/ 43500 h 585247"/>
                <a:gd name="connsiteX126" fmla="*/ 5403014 w 6857857"/>
                <a:gd name="connsiteY126" fmla="*/ 71472 h 585247"/>
                <a:gd name="connsiteX127" fmla="*/ 5450413 w 6857857"/>
                <a:gd name="connsiteY127" fmla="*/ 43500 h 585247"/>
                <a:gd name="connsiteX128" fmla="*/ 5461141 w 6857857"/>
                <a:gd name="connsiteY128" fmla="*/ 32191 h 585247"/>
                <a:gd name="connsiteX129" fmla="*/ 5534604 w 6857857"/>
                <a:gd name="connsiteY129" fmla="*/ 0 h 585247"/>
                <a:gd name="connsiteX130" fmla="*/ 5608106 w 6857857"/>
                <a:gd name="connsiteY130" fmla="*/ 32191 h 585247"/>
                <a:gd name="connsiteX131" fmla="*/ 5618834 w 6857857"/>
                <a:gd name="connsiteY131" fmla="*/ 43500 h 585247"/>
                <a:gd name="connsiteX132" fmla="*/ 5666233 w 6857857"/>
                <a:gd name="connsiteY132" fmla="*/ 71472 h 585247"/>
                <a:gd name="connsiteX133" fmla="*/ 5713593 w 6857857"/>
                <a:gd name="connsiteY133" fmla="*/ 43500 h 585247"/>
                <a:gd name="connsiteX134" fmla="*/ 5724320 w 6857857"/>
                <a:gd name="connsiteY134" fmla="*/ 32191 h 585247"/>
                <a:gd name="connsiteX135" fmla="*/ 5797823 w 6857857"/>
                <a:gd name="connsiteY135" fmla="*/ 0 h 585247"/>
                <a:gd name="connsiteX136" fmla="*/ 5871286 w 6857857"/>
                <a:gd name="connsiteY136" fmla="*/ 32191 h 585247"/>
                <a:gd name="connsiteX137" fmla="*/ 5882013 w 6857857"/>
                <a:gd name="connsiteY137" fmla="*/ 43500 h 585247"/>
                <a:gd name="connsiteX138" fmla="*/ 5929413 w 6857857"/>
                <a:gd name="connsiteY138" fmla="*/ 71472 h 585247"/>
                <a:gd name="connsiteX139" fmla="*/ 5976773 w 6857857"/>
                <a:gd name="connsiteY139" fmla="*/ 43500 h 585247"/>
                <a:gd name="connsiteX140" fmla="*/ 5987500 w 6857857"/>
                <a:gd name="connsiteY140" fmla="*/ 32191 h 585247"/>
                <a:gd name="connsiteX141" fmla="*/ 6061003 w 6857857"/>
                <a:gd name="connsiteY141" fmla="*/ 0 h 585247"/>
                <a:gd name="connsiteX142" fmla="*/ 6134506 w 6857857"/>
                <a:gd name="connsiteY142" fmla="*/ 32191 h 585247"/>
                <a:gd name="connsiteX143" fmla="*/ 6145233 w 6857857"/>
                <a:gd name="connsiteY143" fmla="*/ 43500 h 585247"/>
                <a:gd name="connsiteX144" fmla="*/ 6192593 w 6857857"/>
                <a:gd name="connsiteY144" fmla="*/ 71472 h 585247"/>
                <a:gd name="connsiteX145" fmla="*/ 6239992 w 6857857"/>
                <a:gd name="connsiteY145" fmla="*/ 43500 h 585247"/>
                <a:gd name="connsiteX146" fmla="*/ 6250720 w 6857857"/>
                <a:gd name="connsiteY146" fmla="*/ 32191 h 585247"/>
                <a:gd name="connsiteX147" fmla="*/ 6324222 w 6857857"/>
                <a:gd name="connsiteY147" fmla="*/ 0 h 585247"/>
                <a:gd name="connsiteX148" fmla="*/ 6397686 w 6857857"/>
                <a:gd name="connsiteY148" fmla="*/ 32191 h 585247"/>
                <a:gd name="connsiteX149" fmla="*/ 6408413 w 6857857"/>
                <a:gd name="connsiteY149" fmla="*/ 43500 h 585247"/>
                <a:gd name="connsiteX150" fmla="*/ 6455812 w 6857857"/>
                <a:gd name="connsiteY150" fmla="*/ 71472 h 585247"/>
                <a:gd name="connsiteX151" fmla="*/ 6503212 w 6857857"/>
                <a:gd name="connsiteY151" fmla="*/ 43500 h 585247"/>
                <a:gd name="connsiteX152" fmla="*/ 6513939 w 6857857"/>
                <a:gd name="connsiteY152" fmla="*/ 32191 h 585247"/>
                <a:gd name="connsiteX153" fmla="*/ 6587442 w 6857857"/>
                <a:gd name="connsiteY153" fmla="*/ 0 h 585247"/>
                <a:gd name="connsiteX154" fmla="*/ 6660905 w 6857857"/>
                <a:gd name="connsiteY154" fmla="*/ 32191 h 585247"/>
                <a:gd name="connsiteX155" fmla="*/ 6671632 w 6857857"/>
                <a:gd name="connsiteY155" fmla="*/ 43500 h 585247"/>
                <a:gd name="connsiteX156" fmla="*/ 6719032 w 6857857"/>
                <a:gd name="connsiteY156" fmla="*/ 71472 h 585247"/>
                <a:gd name="connsiteX157" fmla="*/ 6766392 w 6857857"/>
                <a:gd name="connsiteY157" fmla="*/ 43500 h 585247"/>
                <a:gd name="connsiteX158" fmla="*/ 6777119 w 6857857"/>
                <a:gd name="connsiteY158" fmla="*/ 32191 h 585247"/>
                <a:gd name="connsiteX159" fmla="*/ 6850622 w 6857857"/>
                <a:gd name="connsiteY159" fmla="*/ 0 h 585247"/>
                <a:gd name="connsiteX160" fmla="*/ 6857857 w 6857857"/>
                <a:gd name="connsiteY160" fmla="*/ 1637 h 585247"/>
                <a:gd name="connsiteX161" fmla="*/ 6857857 w 6857857"/>
                <a:gd name="connsiteY161" fmla="*/ 585247 h 585247"/>
                <a:gd name="connsiteX162" fmla="*/ 0 w 6857857"/>
                <a:gd name="connsiteY162" fmla="*/ 585247 h 585247"/>
                <a:gd name="connsiteX0" fmla="*/ 55553 w 6913410"/>
                <a:gd name="connsiteY0" fmla="*/ 585247 h 585247"/>
                <a:gd name="connsiteX1" fmla="*/ 55553 w 6913410"/>
                <a:gd name="connsiteY1" fmla="*/ 32191 h 585247"/>
                <a:gd name="connsiteX2" fmla="*/ 0 w 6913410"/>
                <a:gd name="connsiteY2" fmla="*/ 19491 h 585247"/>
                <a:gd name="connsiteX3" fmla="*/ 63499 w 6913410"/>
                <a:gd name="connsiteY3" fmla="*/ 0 h 585247"/>
                <a:gd name="connsiteX4" fmla="*/ 137002 w 6913410"/>
                <a:gd name="connsiteY4" fmla="*/ 32191 h 585247"/>
                <a:gd name="connsiteX5" fmla="*/ 147730 w 6913410"/>
                <a:gd name="connsiteY5" fmla="*/ 43500 h 585247"/>
                <a:gd name="connsiteX6" fmla="*/ 195089 w 6913410"/>
                <a:gd name="connsiteY6" fmla="*/ 71472 h 585247"/>
                <a:gd name="connsiteX7" fmla="*/ 242449 w 6913410"/>
                <a:gd name="connsiteY7" fmla="*/ 43500 h 585247"/>
                <a:gd name="connsiteX8" fmla="*/ 253176 w 6913410"/>
                <a:gd name="connsiteY8" fmla="*/ 32191 h 585247"/>
                <a:gd name="connsiteX9" fmla="*/ 326679 w 6913410"/>
                <a:gd name="connsiteY9" fmla="*/ 0 h 585247"/>
                <a:gd name="connsiteX10" fmla="*/ 400142 w 6913410"/>
                <a:gd name="connsiteY10" fmla="*/ 32191 h 585247"/>
                <a:gd name="connsiteX11" fmla="*/ 410870 w 6913410"/>
                <a:gd name="connsiteY11" fmla="*/ 43500 h 585247"/>
                <a:gd name="connsiteX12" fmla="*/ 458229 w 6913410"/>
                <a:gd name="connsiteY12" fmla="*/ 71472 h 585247"/>
                <a:gd name="connsiteX13" fmla="*/ 505629 w 6913410"/>
                <a:gd name="connsiteY13" fmla="*/ 43500 h 585247"/>
                <a:gd name="connsiteX14" fmla="*/ 516356 w 6913410"/>
                <a:gd name="connsiteY14" fmla="*/ 32191 h 585247"/>
                <a:gd name="connsiteX15" fmla="*/ 589819 w 6913410"/>
                <a:gd name="connsiteY15" fmla="*/ 0 h 585247"/>
                <a:gd name="connsiteX16" fmla="*/ 663322 w 6913410"/>
                <a:gd name="connsiteY16" fmla="*/ 32191 h 585247"/>
                <a:gd name="connsiteX17" fmla="*/ 674049 w 6913410"/>
                <a:gd name="connsiteY17" fmla="*/ 43500 h 585247"/>
                <a:gd name="connsiteX18" fmla="*/ 721409 w 6913410"/>
                <a:gd name="connsiteY18" fmla="*/ 71472 h 585247"/>
                <a:gd name="connsiteX19" fmla="*/ 768769 w 6913410"/>
                <a:gd name="connsiteY19" fmla="*/ 43500 h 585247"/>
                <a:gd name="connsiteX20" fmla="*/ 779496 w 6913410"/>
                <a:gd name="connsiteY20" fmla="*/ 32191 h 585247"/>
                <a:gd name="connsiteX21" fmla="*/ 852999 w 6913410"/>
                <a:gd name="connsiteY21" fmla="*/ 0 h 585247"/>
                <a:gd name="connsiteX22" fmla="*/ 926462 w 6913410"/>
                <a:gd name="connsiteY22" fmla="*/ 32191 h 585247"/>
                <a:gd name="connsiteX23" fmla="*/ 937190 w 6913410"/>
                <a:gd name="connsiteY23" fmla="*/ 43500 h 585247"/>
                <a:gd name="connsiteX24" fmla="*/ 984589 w 6913410"/>
                <a:gd name="connsiteY24" fmla="*/ 71472 h 585247"/>
                <a:gd name="connsiteX25" fmla="*/ 1031949 w 6913410"/>
                <a:gd name="connsiteY25" fmla="*/ 43500 h 585247"/>
                <a:gd name="connsiteX26" fmla="*/ 1042676 w 6913410"/>
                <a:gd name="connsiteY26" fmla="*/ 32191 h 585247"/>
                <a:gd name="connsiteX27" fmla="*/ 1116139 w 6913410"/>
                <a:gd name="connsiteY27" fmla="*/ 0 h 585247"/>
                <a:gd name="connsiteX28" fmla="*/ 1189642 w 6913410"/>
                <a:gd name="connsiteY28" fmla="*/ 32191 h 585247"/>
                <a:gd name="connsiteX29" fmla="*/ 1200369 w 6913410"/>
                <a:gd name="connsiteY29" fmla="*/ 43500 h 585247"/>
                <a:gd name="connsiteX30" fmla="*/ 1247729 w 6913410"/>
                <a:gd name="connsiteY30" fmla="*/ 71472 h 585247"/>
                <a:gd name="connsiteX31" fmla="*/ 1295128 w 6913410"/>
                <a:gd name="connsiteY31" fmla="*/ 43500 h 585247"/>
                <a:gd name="connsiteX32" fmla="*/ 1305856 w 6913410"/>
                <a:gd name="connsiteY32" fmla="*/ 32191 h 585247"/>
                <a:gd name="connsiteX33" fmla="*/ 1379319 w 6913410"/>
                <a:gd name="connsiteY33" fmla="*/ 0 h 585247"/>
                <a:gd name="connsiteX34" fmla="*/ 1452822 w 6913410"/>
                <a:gd name="connsiteY34" fmla="*/ 32191 h 585247"/>
                <a:gd name="connsiteX35" fmla="*/ 1463549 w 6913410"/>
                <a:gd name="connsiteY35" fmla="*/ 43500 h 585247"/>
                <a:gd name="connsiteX36" fmla="*/ 1510909 w 6913410"/>
                <a:gd name="connsiteY36" fmla="*/ 71472 h 585247"/>
                <a:gd name="connsiteX37" fmla="*/ 1558269 w 6913410"/>
                <a:gd name="connsiteY37" fmla="*/ 43500 h 585247"/>
                <a:gd name="connsiteX38" fmla="*/ 1568996 w 6913410"/>
                <a:gd name="connsiteY38" fmla="*/ 32191 h 585247"/>
                <a:gd name="connsiteX39" fmla="*/ 1642499 w 6913410"/>
                <a:gd name="connsiteY39" fmla="*/ 0 h 585247"/>
                <a:gd name="connsiteX40" fmla="*/ 1716002 w 6913410"/>
                <a:gd name="connsiteY40" fmla="*/ 32191 h 585247"/>
                <a:gd name="connsiteX41" fmla="*/ 1726729 w 6913410"/>
                <a:gd name="connsiteY41" fmla="*/ 43500 h 585247"/>
                <a:gd name="connsiteX42" fmla="*/ 1774089 w 6913410"/>
                <a:gd name="connsiteY42" fmla="*/ 71472 h 585247"/>
                <a:gd name="connsiteX43" fmla="*/ 1821448 w 6913410"/>
                <a:gd name="connsiteY43" fmla="*/ 43500 h 585247"/>
                <a:gd name="connsiteX44" fmla="*/ 1832176 w 6913410"/>
                <a:gd name="connsiteY44" fmla="*/ 32191 h 585247"/>
                <a:gd name="connsiteX45" fmla="*/ 1905679 w 6913410"/>
                <a:gd name="connsiteY45" fmla="*/ 0 h 585247"/>
                <a:gd name="connsiteX46" fmla="*/ 1979142 w 6913410"/>
                <a:gd name="connsiteY46" fmla="*/ 32191 h 585247"/>
                <a:gd name="connsiteX47" fmla="*/ 1989869 w 6913410"/>
                <a:gd name="connsiteY47" fmla="*/ 43500 h 585247"/>
                <a:gd name="connsiteX48" fmla="*/ 2037269 w 6913410"/>
                <a:gd name="connsiteY48" fmla="*/ 71472 h 585247"/>
                <a:gd name="connsiteX49" fmla="*/ 2084628 w 6913410"/>
                <a:gd name="connsiteY49" fmla="*/ 43500 h 585247"/>
                <a:gd name="connsiteX50" fmla="*/ 2095356 w 6913410"/>
                <a:gd name="connsiteY50" fmla="*/ 32191 h 585247"/>
                <a:gd name="connsiteX51" fmla="*/ 2168859 w 6913410"/>
                <a:gd name="connsiteY51" fmla="*/ 0 h 585247"/>
                <a:gd name="connsiteX52" fmla="*/ 2242322 w 6913410"/>
                <a:gd name="connsiteY52" fmla="*/ 32191 h 585247"/>
                <a:gd name="connsiteX53" fmla="*/ 2253049 w 6913410"/>
                <a:gd name="connsiteY53" fmla="*/ 43500 h 585247"/>
                <a:gd name="connsiteX54" fmla="*/ 2300448 w 6913410"/>
                <a:gd name="connsiteY54" fmla="*/ 71472 h 585247"/>
                <a:gd name="connsiteX55" fmla="*/ 2347808 w 6913410"/>
                <a:gd name="connsiteY55" fmla="*/ 43500 h 585247"/>
                <a:gd name="connsiteX56" fmla="*/ 2358536 w 6913410"/>
                <a:gd name="connsiteY56" fmla="*/ 32191 h 585247"/>
                <a:gd name="connsiteX57" fmla="*/ 2432038 w 6913410"/>
                <a:gd name="connsiteY57" fmla="*/ 0 h 585247"/>
                <a:gd name="connsiteX58" fmla="*/ 2505501 w 6913410"/>
                <a:gd name="connsiteY58" fmla="*/ 32191 h 585247"/>
                <a:gd name="connsiteX59" fmla="*/ 2516229 w 6913410"/>
                <a:gd name="connsiteY59" fmla="*/ 43500 h 585247"/>
                <a:gd name="connsiteX60" fmla="*/ 2563588 w 6913410"/>
                <a:gd name="connsiteY60" fmla="*/ 71472 h 585247"/>
                <a:gd name="connsiteX61" fmla="*/ 2610988 w 6913410"/>
                <a:gd name="connsiteY61" fmla="*/ 43500 h 585247"/>
                <a:gd name="connsiteX62" fmla="*/ 2621715 w 6913410"/>
                <a:gd name="connsiteY62" fmla="*/ 32191 h 585247"/>
                <a:gd name="connsiteX63" fmla="*/ 2695218 w 6913410"/>
                <a:gd name="connsiteY63" fmla="*/ 0 h 585247"/>
                <a:gd name="connsiteX64" fmla="*/ 2768681 w 6913410"/>
                <a:gd name="connsiteY64" fmla="*/ 32191 h 585247"/>
                <a:gd name="connsiteX65" fmla="*/ 2779409 w 6913410"/>
                <a:gd name="connsiteY65" fmla="*/ 43500 h 585247"/>
                <a:gd name="connsiteX66" fmla="*/ 2826768 w 6913410"/>
                <a:gd name="connsiteY66" fmla="*/ 71472 h 585247"/>
                <a:gd name="connsiteX67" fmla="*/ 2874168 w 6913410"/>
                <a:gd name="connsiteY67" fmla="*/ 43500 h 585247"/>
                <a:gd name="connsiteX68" fmla="*/ 2884895 w 6913410"/>
                <a:gd name="connsiteY68" fmla="*/ 32191 h 585247"/>
                <a:gd name="connsiteX69" fmla="*/ 2958358 w 6913410"/>
                <a:gd name="connsiteY69" fmla="*/ 0 h 585247"/>
                <a:gd name="connsiteX70" fmla="*/ 3031861 w 6913410"/>
                <a:gd name="connsiteY70" fmla="*/ 32191 h 585247"/>
                <a:gd name="connsiteX71" fmla="*/ 3042588 w 6913410"/>
                <a:gd name="connsiteY71" fmla="*/ 43500 h 585247"/>
                <a:gd name="connsiteX72" fmla="*/ 3089988 w 6913410"/>
                <a:gd name="connsiteY72" fmla="*/ 71472 h 585247"/>
                <a:gd name="connsiteX73" fmla="*/ 3137347 w 6913410"/>
                <a:gd name="connsiteY73" fmla="*/ 43500 h 585247"/>
                <a:gd name="connsiteX74" fmla="*/ 3148075 w 6913410"/>
                <a:gd name="connsiteY74" fmla="*/ 32191 h 585247"/>
                <a:gd name="connsiteX75" fmla="*/ 3221578 w 6913410"/>
                <a:gd name="connsiteY75" fmla="*/ 0 h 585247"/>
                <a:gd name="connsiteX76" fmla="*/ 3295041 w 6913410"/>
                <a:gd name="connsiteY76" fmla="*/ 32191 h 585247"/>
                <a:gd name="connsiteX77" fmla="*/ 3305768 w 6913410"/>
                <a:gd name="connsiteY77" fmla="*/ 43500 h 585247"/>
                <a:gd name="connsiteX78" fmla="*/ 3353168 w 6913410"/>
                <a:gd name="connsiteY78" fmla="*/ 71472 h 585247"/>
                <a:gd name="connsiteX79" fmla="*/ 3400527 w 6913410"/>
                <a:gd name="connsiteY79" fmla="*/ 43500 h 585247"/>
                <a:gd name="connsiteX80" fmla="*/ 3411255 w 6913410"/>
                <a:gd name="connsiteY80" fmla="*/ 32191 h 585247"/>
                <a:gd name="connsiteX81" fmla="*/ 3484718 w 6913410"/>
                <a:gd name="connsiteY81" fmla="*/ 0 h 585247"/>
                <a:gd name="connsiteX82" fmla="*/ 3558221 w 6913410"/>
                <a:gd name="connsiteY82" fmla="*/ 32191 h 585247"/>
                <a:gd name="connsiteX83" fmla="*/ 3568948 w 6913410"/>
                <a:gd name="connsiteY83" fmla="*/ 43500 h 585247"/>
                <a:gd name="connsiteX84" fmla="*/ 3616347 w 6913410"/>
                <a:gd name="connsiteY84" fmla="*/ 71472 h 585247"/>
                <a:gd name="connsiteX85" fmla="*/ 3663707 w 6913410"/>
                <a:gd name="connsiteY85" fmla="*/ 43500 h 585247"/>
                <a:gd name="connsiteX86" fmla="*/ 3674435 w 6913410"/>
                <a:gd name="connsiteY86" fmla="*/ 32191 h 585247"/>
                <a:gd name="connsiteX87" fmla="*/ 3747938 w 6913410"/>
                <a:gd name="connsiteY87" fmla="*/ 0 h 585247"/>
                <a:gd name="connsiteX88" fmla="*/ 3821401 w 6913410"/>
                <a:gd name="connsiteY88" fmla="*/ 32191 h 585247"/>
                <a:gd name="connsiteX89" fmla="*/ 3832128 w 6913410"/>
                <a:gd name="connsiteY89" fmla="*/ 43500 h 585247"/>
                <a:gd name="connsiteX90" fmla="*/ 3879527 w 6913410"/>
                <a:gd name="connsiteY90" fmla="*/ 71472 h 585247"/>
                <a:gd name="connsiteX91" fmla="*/ 3926887 w 6913410"/>
                <a:gd name="connsiteY91" fmla="*/ 43500 h 585247"/>
                <a:gd name="connsiteX92" fmla="*/ 3937614 w 6913410"/>
                <a:gd name="connsiteY92" fmla="*/ 32191 h 585247"/>
                <a:gd name="connsiteX93" fmla="*/ 4011117 w 6913410"/>
                <a:gd name="connsiteY93" fmla="*/ 0 h 585247"/>
                <a:gd name="connsiteX94" fmla="*/ 4084620 w 6913410"/>
                <a:gd name="connsiteY94" fmla="*/ 32191 h 585247"/>
                <a:gd name="connsiteX95" fmla="*/ 4095348 w 6913410"/>
                <a:gd name="connsiteY95" fmla="*/ 43500 h 585247"/>
                <a:gd name="connsiteX96" fmla="*/ 4142707 w 6913410"/>
                <a:gd name="connsiteY96" fmla="*/ 71472 h 585247"/>
                <a:gd name="connsiteX97" fmla="*/ 4190107 w 6913410"/>
                <a:gd name="connsiteY97" fmla="*/ 43500 h 585247"/>
                <a:gd name="connsiteX98" fmla="*/ 4200834 w 6913410"/>
                <a:gd name="connsiteY98" fmla="*/ 32191 h 585247"/>
                <a:gd name="connsiteX99" fmla="*/ 4274297 w 6913410"/>
                <a:gd name="connsiteY99" fmla="*/ 0 h 585247"/>
                <a:gd name="connsiteX100" fmla="*/ 4347800 w 6913410"/>
                <a:gd name="connsiteY100" fmla="*/ 32191 h 585247"/>
                <a:gd name="connsiteX101" fmla="*/ 4358528 w 6913410"/>
                <a:gd name="connsiteY101" fmla="*/ 43500 h 585247"/>
                <a:gd name="connsiteX102" fmla="*/ 4405887 w 6913410"/>
                <a:gd name="connsiteY102" fmla="*/ 71472 h 585247"/>
                <a:gd name="connsiteX103" fmla="*/ 4453286 w 6913410"/>
                <a:gd name="connsiteY103" fmla="*/ 43500 h 585247"/>
                <a:gd name="connsiteX104" fmla="*/ 4464014 w 6913410"/>
                <a:gd name="connsiteY104" fmla="*/ 32191 h 585247"/>
                <a:gd name="connsiteX105" fmla="*/ 4537477 w 6913410"/>
                <a:gd name="connsiteY105" fmla="*/ 0 h 585247"/>
                <a:gd name="connsiteX106" fmla="*/ 4610940 w 6913410"/>
                <a:gd name="connsiteY106" fmla="*/ 32191 h 585247"/>
                <a:gd name="connsiteX107" fmla="*/ 4621668 w 6913410"/>
                <a:gd name="connsiteY107" fmla="*/ 43500 h 585247"/>
                <a:gd name="connsiteX108" fmla="*/ 4669067 w 6913410"/>
                <a:gd name="connsiteY108" fmla="*/ 71472 h 585247"/>
                <a:gd name="connsiteX109" fmla="*/ 4716426 w 6913410"/>
                <a:gd name="connsiteY109" fmla="*/ 43500 h 585247"/>
                <a:gd name="connsiteX110" fmla="*/ 4727154 w 6913410"/>
                <a:gd name="connsiteY110" fmla="*/ 32191 h 585247"/>
                <a:gd name="connsiteX111" fmla="*/ 4800617 w 6913410"/>
                <a:gd name="connsiteY111" fmla="*/ 0 h 585247"/>
                <a:gd name="connsiteX112" fmla="*/ 4874120 w 6913410"/>
                <a:gd name="connsiteY112" fmla="*/ 32191 h 585247"/>
                <a:gd name="connsiteX113" fmla="*/ 4884847 w 6913410"/>
                <a:gd name="connsiteY113" fmla="*/ 43500 h 585247"/>
                <a:gd name="connsiteX114" fmla="*/ 4932247 w 6913410"/>
                <a:gd name="connsiteY114" fmla="*/ 71472 h 585247"/>
                <a:gd name="connsiteX115" fmla="*/ 4979606 w 6913410"/>
                <a:gd name="connsiteY115" fmla="*/ 43500 h 585247"/>
                <a:gd name="connsiteX116" fmla="*/ 4990334 w 6913410"/>
                <a:gd name="connsiteY116" fmla="*/ 32191 h 585247"/>
                <a:gd name="connsiteX117" fmla="*/ 5063837 w 6913410"/>
                <a:gd name="connsiteY117" fmla="*/ 0 h 585247"/>
                <a:gd name="connsiteX118" fmla="*/ 5137300 w 6913410"/>
                <a:gd name="connsiteY118" fmla="*/ 32191 h 585247"/>
                <a:gd name="connsiteX119" fmla="*/ 5148027 w 6913410"/>
                <a:gd name="connsiteY119" fmla="*/ 43500 h 585247"/>
                <a:gd name="connsiteX120" fmla="*/ 5195387 w 6913410"/>
                <a:gd name="connsiteY120" fmla="*/ 71472 h 585247"/>
                <a:gd name="connsiteX121" fmla="*/ 5242786 w 6913410"/>
                <a:gd name="connsiteY121" fmla="*/ 43500 h 585247"/>
                <a:gd name="connsiteX122" fmla="*/ 5253514 w 6913410"/>
                <a:gd name="connsiteY122" fmla="*/ 32191 h 585247"/>
                <a:gd name="connsiteX123" fmla="*/ 5326977 w 6913410"/>
                <a:gd name="connsiteY123" fmla="*/ 0 h 585247"/>
                <a:gd name="connsiteX124" fmla="*/ 5400480 w 6913410"/>
                <a:gd name="connsiteY124" fmla="*/ 32191 h 585247"/>
                <a:gd name="connsiteX125" fmla="*/ 5411207 w 6913410"/>
                <a:gd name="connsiteY125" fmla="*/ 43500 h 585247"/>
                <a:gd name="connsiteX126" fmla="*/ 5458567 w 6913410"/>
                <a:gd name="connsiteY126" fmla="*/ 71472 h 585247"/>
                <a:gd name="connsiteX127" fmla="*/ 5505966 w 6913410"/>
                <a:gd name="connsiteY127" fmla="*/ 43500 h 585247"/>
                <a:gd name="connsiteX128" fmla="*/ 5516694 w 6913410"/>
                <a:gd name="connsiteY128" fmla="*/ 32191 h 585247"/>
                <a:gd name="connsiteX129" fmla="*/ 5590157 w 6913410"/>
                <a:gd name="connsiteY129" fmla="*/ 0 h 585247"/>
                <a:gd name="connsiteX130" fmla="*/ 5663659 w 6913410"/>
                <a:gd name="connsiteY130" fmla="*/ 32191 h 585247"/>
                <a:gd name="connsiteX131" fmla="*/ 5674387 w 6913410"/>
                <a:gd name="connsiteY131" fmla="*/ 43500 h 585247"/>
                <a:gd name="connsiteX132" fmla="*/ 5721786 w 6913410"/>
                <a:gd name="connsiteY132" fmla="*/ 71472 h 585247"/>
                <a:gd name="connsiteX133" fmla="*/ 5769146 w 6913410"/>
                <a:gd name="connsiteY133" fmla="*/ 43500 h 585247"/>
                <a:gd name="connsiteX134" fmla="*/ 5779873 w 6913410"/>
                <a:gd name="connsiteY134" fmla="*/ 32191 h 585247"/>
                <a:gd name="connsiteX135" fmla="*/ 5853376 w 6913410"/>
                <a:gd name="connsiteY135" fmla="*/ 0 h 585247"/>
                <a:gd name="connsiteX136" fmla="*/ 5926839 w 6913410"/>
                <a:gd name="connsiteY136" fmla="*/ 32191 h 585247"/>
                <a:gd name="connsiteX137" fmla="*/ 5937566 w 6913410"/>
                <a:gd name="connsiteY137" fmla="*/ 43500 h 585247"/>
                <a:gd name="connsiteX138" fmla="*/ 5984966 w 6913410"/>
                <a:gd name="connsiteY138" fmla="*/ 71472 h 585247"/>
                <a:gd name="connsiteX139" fmla="*/ 6032326 w 6913410"/>
                <a:gd name="connsiteY139" fmla="*/ 43500 h 585247"/>
                <a:gd name="connsiteX140" fmla="*/ 6043053 w 6913410"/>
                <a:gd name="connsiteY140" fmla="*/ 32191 h 585247"/>
                <a:gd name="connsiteX141" fmla="*/ 6116556 w 6913410"/>
                <a:gd name="connsiteY141" fmla="*/ 0 h 585247"/>
                <a:gd name="connsiteX142" fmla="*/ 6190059 w 6913410"/>
                <a:gd name="connsiteY142" fmla="*/ 32191 h 585247"/>
                <a:gd name="connsiteX143" fmla="*/ 6200786 w 6913410"/>
                <a:gd name="connsiteY143" fmla="*/ 43500 h 585247"/>
                <a:gd name="connsiteX144" fmla="*/ 6248146 w 6913410"/>
                <a:gd name="connsiteY144" fmla="*/ 71472 h 585247"/>
                <a:gd name="connsiteX145" fmla="*/ 6295545 w 6913410"/>
                <a:gd name="connsiteY145" fmla="*/ 43500 h 585247"/>
                <a:gd name="connsiteX146" fmla="*/ 6306273 w 6913410"/>
                <a:gd name="connsiteY146" fmla="*/ 32191 h 585247"/>
                <a:gd name="connsiteX147" fmla="*/ 6379775 w 6913410"/>
                <a:gd name="connsiteY147" fmla="*/ 0 h 585247"/>
                <a:gd name="connsiteX148" fmla="*/ 6453239 w 6913410"/>
                <a:gd name="connsiteY148" fmla="*/ 32191 h 585247"/>
                <a:gd name="connsiteX149" fmla="*/ 6463966 w 6913410"/>
                <a:gd name="connsiteY149" fmla="*/ 43500 h 585247"/>
                <a:gd name="connsiteX150" fmla="*/ 6511365 w 6913410"/>
                <a:gd name="connsiteY150" fmla="*/ 71472 h 585247"/>
                <a:gd name="connsiteX151" fmla="*/ 6558765 w 6913410"/>
                <a:gd name="connsiteY151" fmla="*/ 43500 h 585247"/>
                <a:gd name="connsiteX152" fmla="*/ 6569492 w 6913410"/>
                <a:gd name="connsiteY152" fmla="*/ 32191 h 585247"/>
                <a:gd name="connsiteX153" fmla="*/ 6642995 w 6913410"/>
                <a:gd name="connsiteY153" fmla="*/ 0 h 585247"/>
                <a:gd name="connsiteX154" fmla="*/ 6716458 w 6913410"/>
                <a:gd name="connsiteY154" fmla="*/ 32191 h 585247"/>
                <a:gd name="connsiteX155" fmla="*/ 6727185 w 6913410"/>
                <a:gd name="connsiteY155" fmla="*/ 43500 h 585247"/>
                <a:gd name="connsiteX156" fmla="*/ 6774585 w 6913410"/>
                <a:gd name="connsiteY156" fmla="*/ 71472 h 585247"/>
                <a:gd name="connsiteX157" fmla="*/ 6821945 w 6913410"/>
                <a:gd name="connsiteY157" fmla="*/ 43500 h 585247"/>
                <a:gd name="connsiteX158" fmla="*/ 6832672 w 6913410"/>
                <a:gd name="connsiteY158" fmla="*/ 32191 h 585247"/>
                <a:gd name="connsiteX159" fmla="*/ 6906175 w 6913410"/>
                <a:gd name="connsiteY159" fmla="*/ 0 h 585247"/>
                <a:gd name="connsiteX160" fmla="*/ 6913410 w 6913410"/>
                <a:gd name="connsiteY160" fmla="*/ 1637 h 585247"/>
                <a:gd name="connsiteX161" fmla="*/ 6913410 w 6913410"/>
                <a:gd name="connsiteY161" fmla="*/ 585247 h 585247"/>
                <a:gd name="connsiteX162" fmla="*/ 55553 w 6913410"/>
                <a:gd name="connsiteY162" fmla="*/ 585247 h 585247"/>
                <a:gd name="connsiteX0" fmla="*/ 6871 w 6864728"/>
                <a:gd name="connsiteY0" fmla="*/ 585247 h 585247"/>
                <a:gd name="connsiteX1" fmla="*/ 6871 w 6864728"/>
                <a:gd name="connsiteY1" fmla="*/ 32191 h 585247"/>
                <a:gd name="connsiteX2" fmla="*/ 0 w 6864728"/>
                <a:gd name="connsiteY2" fmla="*/ 19491 h 585247"/>
                <a:gd name="connsiteX3" fmla="*/ 14817 w 6864728"/>
                <a:gd name="connsiteY3" fmla="*/ 0 h 585247"/>
                <a:gd name="connsiteX4" fmla="*/ 88320 w 6864728"/>
                <a:gd name="connsiteY4" fmla="*/ 32191 h 585247"/>
                <a:gd name="connsiteX5" fmla="*/ 99048 w 6864728"/>
                <a:gd name="connsiteY5" fmla="*/ 43500 h 585247"/>
                <a:gd name="connsiteX6" fmla="*/ 146407 w 6864728"/>
                <a:gd name="connsiteY6" fmla="*/ 71472 h 585247"/>
                <a:gd name="connsiteX7" fmla="*/ 193767 w 6864728"/>
                <a:gd name="connsiteY7" fmla="*/ 43500 h 585247"/>
                <a:gd name="connsiteX8" fmla="*/ 204494 w 6864728"/>
                <a:gd name="connsiteY8" fmla="*/ 32191 h 585247"/>
                <a:gd name="connsiteX9" fmla="*/ 277997 w 6864728"/>
                <a:gd name="connsiteY9" fmla="*/ 0 h 585247"/>
                <a:gd name="connsiteX10" fmla="*/ 351460 w 6864728"/>
                <a:gd name="connsiteY10" fmla="*/ 32191 h 585247"/>
                <a:gd name="connsiteX11" fmla="*/ 362188 w 6864728"/>
                <a:gd name="connsiteY11" fmla="*/ 43500 h 585247"/>
                <a:gd name="connsiteX12" fmla="*/ 409547 w 6864728"/>
                <a:gd name="connsiteY12" fmla="*/ 71472 h 585247"/>
                <a:gd name="connsiteX13" fmla="*/ 456947 w 6864728"/>
                <a:gd name="connsiteY13" fmla="*/ 43500 h 585247"/>
                <a:gd name="connsiteX14" fmla="*/ 467674 w 6864728"/>
                <a:gd name="connsiteY14" fmla="*/ 32191 h 585247"/>
                <a:gd name="connsiteX15" fmla="*/ 541137 w 6864728"/>
                <a:gd name="connsiteY15" fmla="*/ 0 h 585247"/>
                <a:gd name="connsiteX16" fmla="*/ 614640 w 6864728"/>
                <a:gd name="connsiteY16" fmla="*/ 32191 h 585247"/>
                <a:gd name="connsiteX17" fmla="*/ 625367 w 6864728"/>
                <a:gd name="connsiteY17" fmla="*/ 43500 h 585247"/>
                <a:gd name="connsiteX18" fmla="*/ 672727 w 6864728"/>
                <a:gd name="connsiteY18" fmla="*/ 71472 h 585247"/>
                <a:gd name="connsiteX19" fmla="*/ 720087 w 6864728"/>
                <a:gd name="connsiteY19" fmla="*/ 43500 h 585247"/>
                <a:gd name="connsiteX20" fmla="*/ 730814 w 6864728"/>
                <a:gd name="connsiteY20" fmla="*/ 32191 h 585247"/>
                <a:gd name="connsiteX21" fmla="*/ 804317 w 6864728"/>
                <a:gd name="connsiteY21" fmla="*/ 0 h 585247"/>
                <a:gd name="connsiteX22" fmla="*/ 877780 w 6864728"/>
                <a:gd name="connsiteY22" fmla="*/ 32191 h 585247"/>
                <a:gd name="connsiteX23" fmla="*/ 888508 w 6864728"/>
                <a:gd name="connsiteY23" fmla="*/ 43500 h 585247"/>
                <a:gd name="connsiteX24" fmla="*/ 935907 w 6864728"/>
                <a:gd name="connsiteY24" fmla="*/ 71472 h 585247"/>
                <a:gd name="connsiteX25" fmla="*/ 983267 w 6864728"/>
                <a:gd name="connsiteY25" fmla="*/ 43500 h 585247"/>
                <a:gd name="connsiteX26" fmla="*/ 993994 w 6864728"/>
                <a:gd name="connsiteY26" fmla="*/ 32191 h 585247"/>
                <a:gd name="connsiteX27" fmla="*/ 1067457 w 6864728"/>
                <a:gd name="connsiteY27" fmla="*/ 0 h 585247"/>
                <a:gd name="connsiteX28" fmla="*/ 1140960 w 6864728"/>
                <a:gd name="connsiteY28" fmla="*/ 32191 h 585247"/>
                <a:gd name="connsiteX29" fmla="*/ 1151687 w 6864728"/>
                <a:gd name="connsiteY29" fmla="*/ 43500 h 585247"/>
                <a:gd name="connsiteX30" fmla="*/ 1199047 w 6864728"/>
                <a:gd name="connsiteY30" fmla="*/ 71472 h 585247"/>
                <a:gd name="connsiteX31" fmla="*/ 1246446 w 6864728"/>
                <a:gd name="connsiteY31" fmla="*/ 43500 h 585247"/>
                <a:gd name="connsiteX32" fmla="*/ 1257174 w 6864728"/>
                <a:gd name="connsiteY32" fmla="*/ 32191 h 585247"/>
                <a:gd name="connsiteX33" fmla="*/ 1330637 w 6864728"/>
                <a:gd name="connsiteY33" fmla="*/ 0 h 585247"/>
                <a:gd name="connsiteX34" fmla="*/ 1404140 w 6864728"/>
                <a:gd name="connsiteY34" fmla="*/ 32191 h 585247"/>
                <a:gd name="connsiteX35" fmla="*/ 1414867 w 6864728"/>
                <a:gd name="connsiteY35" fmla="*/ 43500 h 585247"/>
                <a:gd name="connsiteX36" fmla="*/ 1462227 w 6864728"/>
                <a:gd name="connsiteY36" fmla="*/ 71472 h 585247"/>
                <a:gd name="connsiteX37" fmla="*/ 1509587 w 6864728"/>
                <a:gd name="connsiteY37" fmla="*/ 43500 h 585247"/>
                <a:gd name="connsiteX38" fmla="*/ 1520314 w 6864728"/>
                <a:gd name="connsiteY38" fmla="*/ 32191 h 585247"/>
                <a:gd name="connsiteX39" fmla="*/ 1593817 w 6864728"/>
                <a:gd name="connsiteY39" fmla="*/ 0 h 585247"/>
                <a:gd name="connsiteX40" fmla="*/ 1667320 w 6864728"/>
                <a:gd name="connsiteY40" fmla="*/ 32191 h 585247"/>
                <a:gd name="connsiteX41" fmla="*/ 1678047 w 6864728"/>
                <a:gd name="connsiteY41" fmla="*/ 43500 h 585247"/>
                <a:gd name="connsiteX42" fmla="*/ 1725407 w 6864728"/>
                <a:gd name="connsiteY42" fmla="*/ 71472 h 585247"/>
                <a:gd name="connsiteX43" fmla="*/ 1772766 w 6864728"/>
                <a:gd name="connsiteY43" fmla="*/ 43500 h 585247"/>
                <a:gd name="connsiteX44" fmla="*/ 1783494 w 6864728"/>
                <a:gd name="connsiteY44" fmla="*/ 32191 h 585247"/>
                <a:gd name="connsiteX45" fmla="*/ 1856997 w 6864728"/>
                <a:gd name="connsiteY45" fmla="*/ 0 h 585247"/>
                <a:gd name="connsiteX46" fmla="*/ 1930460 w 6864728"/>
                <a:gd name="connsiteY46" fmla="*/ 32191 h 585247"/>
                <a:gd name="connsiteX47" fmla="*/ 1941187 w 6864728"/>
                <a:gd name="connsiteY47" fmla="*/ 43500 h 585247"/>
                <a:gd name="connsiteX48" fmla="*/ 1988587 w 6864728"/>
                <a:gd name="connsiteY48" fmla="*/ 71472 h 585247"/>
                <a:gd name="connsiteX49" fmla="*/ 2035946 w 6864728"/>
                <a:gd name="connsiteY49" fmla="*/ 43500 h 585247"/>
                <a:gd name="connsiteX50" fmla="*/ 2046674 w 6864728"/>
                <a:gd name="connsiteY50" fmla="*/ 32191 h 585247"/>
                <a:gd name="connsiteX51" fmla="*/ 2120177 w 6864728"/>
                <a:gd name="connsiteY51" fmla="*/ 0 h 585247"/>
                <a:gd name="connsiteX52" fmla="*/ 2193640 w 6864728"/>
                <a:gd name="connsiteY52" fmla="*/ 32191 h 585247"/>
                <a:gd name="connsiteX53" fmla="*/ 2204367 w 6864728"/>
                <a:gd name="connsiteY53" fmla="*/ 43500 h 585247"/>
                <a:gd name="connsiteX54" fmla="*/ 2251766 w 6864728"/>
                <a:gd name="connsiteY54" fmla="*/ 71472 h 585247"/>
                <a:gd name="connsiteX55" fmla="*/ 2299126 w 6864728"/>
                <a:gd name="connsiteY55" fmla="*/ 43500 h 585247"/>
                <a:gd name="connsiteX56" fmla="*/ 2309854 w 6864728"/>
                <a:gd name="connsiteY56" fmla="*/ 32191 h 585247"/>
                <a:gd name="connsiteX57" fmla="*/ 2383356 w 6864728"/>
                <a:gd name="connsiteY57" fmla="*/ 0 h 585247"/>
                <a:gd name="connsiteX58" fmla="*/ 2456819 w 6864728"/>
                <a:gd name="connsiteY58" fmla="*/ 32191 h 585247"/>
                <a:gd name="connsiteX59" fmla="*/ 2467547 w 6864728"/>
                <a:gd name="connsiteY59" fmla="*/ 43500 h 585247"/>
                <a:gd name="connsiteX60" fmla="*/ 2514906 w 6864728"/>
                <a:gd name="connsiteY60" fmla="*/ 71472 h 585247"/>
                <a:gd name="connsiteX61" fmla="*/ 2562306 w 6864728"/>
                <a:gd name="connsiteY61" fmla="*/ 43500 h 585247"/>
                <a:gd name="connsiteX62" fmla="*/ 2573033 w 6864728"/>
                <a:gd name="connsiteY62" fmla="*/ 32191 h 585247"/>
                <a:gd name="connsiteX63" fmla="*/ 2646536 w 6864728"/>
                <a:gd name="connsiteY63" fmla="*/ 0 h 585247"/>
                <a:gd name="connsiteX64" fmla="*/ 2719999 w 6864728"/>
                <a:gd name="connsiteY64" fmla="*/ 32191 h 585247"/>
                <a:gd name="connsiteX65" fmla="*/ 2730727 w 6864728"/>
                <a:gd name="connsiteY65" fmla="*/ 43500 h 585247"/>
                <a:gd name="connsiteX66" fmla="*/ 2778086 w 6864728"/>
                <a:gd name="connsiteY66" fmla="*/ 71472 h 585247"/>
                <a:gd name="connsiteX67" fmla="*/ 2825486 w 6864728"/>
                <a:gd name="connsiteY67" fmla="*/ 43500 h 585247"/>
                <a:gd name="connsiteX68" fmla="*/ 2836213 w 6864728"/>
                <a:gd name="connsiteY68" fmla="*/ 32191 h 585247"/>
                <a:gd name="connsiteX69" fmla="*/ 2909676 w 6864728"/>
                <a:gd name="connsiteY69" fmla="*/ 0 h 585247"/>
                <a:gd name="connsiteX70" fmla="*/ 2983179 w 6864728"/>
                <a:gd name="connsiteY70" fmla="*/ 32191 h 585247"/>
                <a:gd name="connsiteX71" fmla="*/ 2993906 w 6864728"/>
                <a:gd name="connsiteY71" fmla="*/ 43500 h 585247"/>
                <a:gd name="connsiteX72" fmla="*/ 3041306 w 6864728"/>
                <a:gd name="connsiteY72" fmla="*/ 71472 h 585247"/>
                <a:gd name="connsiteX73" fmla="*/ 3088665 w 6864728"/>
                <a:gd name="connsiteY73" fmla="*/ 43500 h 585247"/>
                <a:gd name="connsiteX74" fmla="*/ 3099393 w 6864728"/>
                <a:gd name="connsiteY74" fmla="*/ 32191 h 585247"/>
                <a:gd name="connsiteX75" fmla="*/ 3172896 w 6864728"/>
                <a:gd name="connsiteY75" fmla="*/ 0 h 585247"/>
                <a:gd name="connsiteX76" fmla="*/ 3246359 w 6864728"/>
                <a:gd name="connsiteY76" fmla="*/ 32191 h 585247"/>
                <a:gd name="connsiteX77" fmla="*/ 3257086 w 6864728"/>
                <a:gd name="connsiteY77" fmla="*/ 43500 h 585247"/>
                <a:gd name="connsiteX78" fmla="*/ 3304486 w 6864728"/>
                <a:gd name="connsiteY78" fmla="*/ 71472 h 585247"/>
                <a:gd name="connsiteX79" fmla="*/ 3351845 w 6864728"/>
                <a:gd name="connsiteY79" fmla="*/ 43500 h 585247"/>
                <a:gd name="connsiteX80" fmla="*/ 3362573 w 6864728"/>
                <a:gd name="connsiteY80" fmla="*/ 32191 h 585247"/>
                <a:gd name="connsiteX81" fmla="*/ 3436036 w 6864728"/>
                <a:gd name="connsiteY81" fmla="*/ 0 h 585247"/>
                <a:gd name="connsiteX82" fmla="*/ 3509539 w 6864728"/>
                <a:gd name="connsiteY82" fmla="*/ 32191 h 585247"/>
                <a:gd name="connsiteX83" fmla="*/ 3520266 w 6864728"/>
                <a:gd name="connsiteY83" fmla="*/ 43500 h 585247"/>
                <a:gd name="connsiteX84" fmla="*/ 3567665 w 6864728"/>
                <a:gd name="connsiteY84" fmla="*/ 71472 h 585247"/>
                <a:gd name="connsiteX85" fmla="*/ 3615025 w 6864728"/>
                <a:gd name="connsiteY85" fmla="*/ 43500 h 585247"/>
                <a:gd name="connsiteX86" fmla="*/ 3625753 w 6864728"/>
                <a:gd name="connsiteY86" fmla="*/ 32191 h 585247"/>
                <a:gd name="connsiteX87" fmla="*/ 3699256 w 6864728"/>
                <a:gd name="connsiteY87" fmla="*/ 0 h 585247"/>
                <a:gd name="connsiteX88" fmla="*/ 3772719 w 6864728"/>
                <a:gd name="connsiteY88" fmla="*/ 32191 h 585247"/>
                <a:gd name="connsiteX89" fmla="*/ 3783446 w 6864728"/>
                <a:gd name="connsiteY89" fmla="*/ 43500 h 585247"/>
                <a:gd name="connsiteX90" fmla="*/ 3830845 w 6864728"/>
                <a:gd name="connsiteY90" fmla="*/ 71472 h 585247"/>
                <a:gd name="connsiteX91" fmla="*/ 3878205 w 6864728"/>
                <a:gd name="connsiteY91" fmla="*/ 43500 h 585247"/>
                <a:gd name="connsiteX92" fmla="*/ 3888932 w 6864728"/>
                <a:gd name="connsiteY92" fmla="*/ 32191 h 585247"/>
                <a:gd name="connsiteX93" fmla="*/ 3962435 w 6864728"/>
                <a:gd name="connsiteY93" fmla="*/ 0 h 585247"/>
                <a:gd name="connsiteX94" fmla="*/ 4035938 w 6864728"/>
                <a:gd name="connsiteY94" fmla="*/ 32191 h 585247"/>
                <a:gd name="connsiteX95" fmla="*/ 4046666 w 6864728"/>
                <a:gd name="connsiteY95" fmla="*/ 43500 h 585247"/>
                <a:gd name="connsiteX96" fmla="*/ 4094025 w 6864728"/>
                <a:gd name="connsiteY96" fmla="*/ 71472 h 585247"/>
                <a:gd name="connsiteX97" fmla="*/ 4141425 w 6864728"/>
                <a:gd name="connsiteY97" fmla="*/ 43500 h 585247"/>
                <a:gd name="connsiteX98" fmla="*/ 4152152 w 6864728"/>
                <a:gd name="connsiteY98" fmla="*/ 32191 h 585247"/>
                <a:gd name="connsiteX99" fmla="*/ 4225615 w 6864728"/>
                <a:gd name="connsiteY99" fmla="*/ 0 h 585247"/>
                <a:gd name="connsiteX100" fmla="*/ 4299118 w 6864728"/>
                <a:gd name="connsiteY100" fmla="*/ 32191 h 585247"/>
                <a:gd name="connsiteX101" fmla="*/ 4309846 w 6864728"/>
                <a:gd name="connsiteY101" fmla="*/ 43500 h 585247"/>
                <a:gd name="connsiteX102" fmla="*/ 4357205 w 6864728"/>
                <a:gd name="connsiteY102" fmla="*/ 71472 h 585247"/>
                <a:gd name="connsiteX103" fmla="*/ 4404604 w 6864728"/>
                <a:gd name="connsiteY103" fmla="*/ 43500 h 585247"/>
                <a:gd name="connsiteX104" fmla="*/ 4415332 w 6864728"/>
                <a:gd name="connsiteY104" fmla="*/ 32191 h 585247"/>
                <a:gd name="connsiteX105" fmla="*/ 4488795 w 6864728"/>
                <a:gd name="connsiteY105" fmla="*/ 0 h 585247"/>
                <a:gd name="connsiteX106" fmla="*/ 4562258 w 6864728"/>
                <a:gd name="connsiteY106" fmla="*/ 32191 h 585247"/>
                <a:gd name="connsiteX107" fmla="*/ 4572986 w 6864728"/>
                <a:gd name="connsiteY107" fmla="*/ 43500 h 585247"/>
                <a:gd name="connsiteX108" fmla="*/ 4620385 w 6864728"/>
                <a:gd name="connsiteY108" fmla="*/ 71472 h 585247"/>
                <a:gd name="connsiteX109" fmla="*/ 4667744 w 6864728"/>
                <a:gd name="connsiteY109" fmla="*/ 43500 h 585247"/>
                <a:gd name="connsiteX110" fmla="*/ 4678472 w 6864728"/>
                <a:gd name="connsiteY110" fmla="*/ 32191 h 585247"/>
                <a:gd name="connsiteX111" fmla="*/ 4751935 w 6864728"/>
                <a:gd name="connsiteY111" fmla="*/ 0 h 585247"/>
                <a:gd name="connsiteX112" fmla="*/ 4825438 w 6864728"/>
                <a:gd name="connsiteY112" fmla="*/ 32191 h 585247"/>
                <a:gd name="connsiteX113" fmla="*/ 4836165 w 6864728"/>
                <a:gd name="connsiteY113" fmla="*/ 43500 h 585247"/>
                <a:gd name="connsiteX114" fmla="*/ 4883565 w 6864728"/>
                <a:gd name="connsiteY114" fmla="*/ 71472 h 585247"/>
                <a:gd name="connsiteX115" fmla="*/ 4930924 w 6864728"/>
                <a:gd name="connsiteY115" fmla="*/ 43500 h 585247"/>
                <a:gd name="connsiteX116" fmla="*/ 4941652 w 6864728"/>
                <a:gd name="connsiteY116" fmla="*/ 32191 h 585247"/>
                <a:gd name="connsiteX117" fmla="*/ 5015155 w 6864728"/>
                <a:gd name="connsiteY117" fmla="*/ 0 h 585247"/>
                <a:gd name="connsiteX118" fmla="*/ 5088618 w 6864728"/>
                <a:gd name="connsiteY118" fmla="*/ 32191 h 585247"/>
                <a:gd name="connsiteX119" fmla="*/ 5099345 w 6864728"/>
                <a:gd name="connsiteY119" fmla="*/ 43500 h 585247"/>
                <a:gd name="connsiteX120" fmla="*/ 5146705 w 6864728"/>
                <a:gd name="connsiteY120" fmla="*/ 71472 h 585247"/>
                <a:gd name="connsiteX121" fmla="*/ 5194104 w 6864728"/>
                <a:gd name="connsiteY121" fmla="*/ 43500 h 585247"/>
                <a:gd name="connsiteX122" fmla="*/ 5204832 w 6864728"/>
                <a:gd name="connsiteY122" fmla="*/ 32191 h 585247"/>
                <a:gd name="connsiteX123" fmla="*/ 5278295 w 6864728"/>
                <a:gd name="connsiteY123" fmla="*/ 0 h 585247"/>
                <a:gd name="connsiteX124" fmla="*/ 5351798 w 6864728"/>
                <a:gd name="connsiteY124" fmla="*/ 32191 h 585247"/>
                <a:gd name="connsiteX125" fmla="*/ 5362525 w 6864728"/>
                <a:gd name="connsiteY125" fmla="*/ 43500 h 585247"/>
                <a:gd name="connsiteX126" fmla="*/ 5409885 w 6864728"/>
                <a:gd name="connsiteY126" fmla="*/ 71472 h 585247"/>
                <a:gd name="connsiteX127" fmla="*/ 5457284 w 6864728"/>
                <a:gd name="connsiteY127" fmla="*/ 43500 h 585247"/>
                <a:gd name="connsiteX128" fmla="*/ 5468012 w 6864728"/>
                <a:gd name="connsiteY128" fmla="*/ 32191 h 585247"/>
                <a:gd name="connsiteX129" fmla="*/ 5541475 w 6864728"/>
                <a:gd name="connsiteY129" fmla="*/ 0 h 585247"/>
                <a:gd name="connsiteX130" fmla="*/ 5614977 w 6864728"/>
                <a:gd name="connsiteY130" fmla="*/ 32191 h 585247"/>
                <a:gd name="connsiteX131" fmla="*/ 5625705 w 6864728"/>
                <a:gd name="connsiteY131" fmla="*/ 43500 h 585247"/>
                <a:gd name="connsiteX132" fmla="*/ 5673104 w 6864728"/>
                <a:gd name="connsiteY132" fmla="*/ 71472 h 585247"/>
                <a:gd name="connsiteX133" fmla="*/ 5720464 w 6864728"/>
                <a:gd name="connsiteY133" fmla="*/ 43500 h 585247"/>
                <a:gd name="connsiteX134" fmla="*/ 5731191 w 6864728"/>
                <a:gd name="connsiteY134" fmla="*/ 32191 h 585247"/>
                <a:gd name="connsiteX135" fmla="*/ 5804694 w 6864728"/>
                <a:gd name="connsiteY135" fmla="*/ 0 h 585247"/>
                <a:gd name="connsiteX136" fmla="*/ 5878157 w 6864728"/>
                <a:gd name="connsiteY136" fmla="*/ 32191 h 585247"/>
                <a:gd name="connsiteX137" fmla="*/ 5888884 w 6864728"/>
                <a:gd name="connsiteY137" fmla="*/ 43500 h 585247"/>
                <a:gd name="connsiteX138" fmla="*/ 5936284 w 6864728"/>
                <a:gd name="connsiteY138" fmla="*/ 71472 h 585247"/>
                <a:gd name="connsiteX139" fmla="*/ 5983644 w 6864728"/>
                <a:gd name="connsiteY139" fmla="*/ 43500 h 585247"/>
                <a:gd name="connsiteX140" fmla="*/ 5994371 w 6864728"/>
                <a:gd name="connsiteY140" fmla="*/ 32191 h 585247"/>
                <a:gd name="connsiteX141" fmla="*/ 6067874 w 6864728"/>
                <a:gd name="connsiteY141" fmla="*/ 0 h 585247"/>
                <a:gd name="connsiteX142" fmla="*/ 6141377 w 6864728"/>
                <a:gd name="connsiteY142" fmla="*/ 32191 h 585247"/>
                <a:gd name="connsiteX143" fmla="*/ 6152104 w 6864728"/>
                <a:gd name="connsiteY143" fmla="*/ 43500 h 585247"/>
                <a:gd name="connsiteX144" fmla="*/ 6199464 w 6864728"/>
                <a:gd name="connsiteY144" fmla="*/ 71472 h 585247"/>
                <a:gd name="connsiteX145" fmla="*/ 6246863 w 6864728"/>
                <a:gd name="connsiteY145" fmla="*/ 43500 h 585247"/>
                <a:gd name="connsiteX146" fmla="*/ 6257591 w 6864728"/>
                <a:gd name="connsiteY146" fmla="*/ 32191 h 585247"/>
                <a:gd name="connsiteX147" fmla="*/ 6331093 w 6864728"/>
                <a:gd name="connsiteY147" fmla="*/ 0 h 585247"/>
                <a:gd name="connsiteX148" fmla="*/ 6404557 w 6864728"/>
                <a:gd name="connsiteY148" fmla="*/ 32191 h 585247"/>
                <a:gd name="connsiteX149" fmla="*/ 6415284 w 6864728"/>
                <a:gd name="connsiteY149" fmla="*/ 43500 h 585247"/>
                <a:gd name="connsiteX150" fmla="*/ 6462683 w 6864728"/>
                <a:gd name="connsiteY150" fmla="*/ 71472 h 585247"/>
                <a:gd name="connsiteX151" fmla="*/ 6510083 w 6864728"/>
                <a:gd name="connsiteY151" fmla="*/ 43500 h 585247"/>
                <a:gd name="connsiteX152" fmla="*/ 6520810 w 6864728"/>
                <a:gd name="connsiteY152" fmla="*/ 32191 h 585247"/>
                <a:gd name="connsiteX153" fmla="*/ 6594313 w 6864728"/>
                <a:gd name="connsiteY153" fmla="*/ 0 h 585247"/>
                <a:gd name="connsiteX154" fmla="*/ 6667776 w 6864728"/>
                <a:gd name="connsiteY154" fmla="*/ 32191 h 585247"/>
                <a:gd name="connsiteX155" fmla="*/ 6678503 w 6864728"/>
                <a:gd name="connsiteY155" fmla="*/ 43500 h 585247"/>
                <a:gd name="connsiteX156" fmla="*/ 6725903 w 6864728"/>
                <a:gd name="connsiteY156" fmla="*/ 71472 h 585247"/>
                <a:gd name="connsiteX157" fmla="*/ 6773263 w 6864728"/>
                <a:gd name="connsiteY157" fmla="*/ 43500 h 585247"/>
                <a:gd name="connsiteX158" fmla="*/ 6783990 w 6864728"/>
                <a:gd name="connsiteY158" fmla="*/ 32191 h 585247"/>
                <a:gd name="connsiteX159" fmla="*/ 6857493 w 6864728"/>
                <a:gd name="connsiteY159" fmla="*/ 0 h 585247"/>
                <a:gd name="connsiteX160" fmla="*/ 6864728 w 6864728"/>
                <a:gd name="connsiteY160" fmla="*/ 1637 h 585247"/>
                <a:gd name="connsiteX161" fmla="*/ 6864728 w 6864728"/>
                <a:gd name="connsiteY161" fmla="*/ 585247 h 585247"/>
                <a:gd name="connsiteX162" fmla="*/ 6871 w 6864728"/>
                <a:gd name="connsiteY162" fmla="*/ 585247 h 585247"/>
                <a:gd name="connsiteX0" fmla="*/ 6871 w 6864728"/>
                <a:gd name="connsiteY0" fmla="*/ 593715 h 593715"/>
                <a:gd name="connsiteX1" fmla="*/ 6871 w 6864728"/>
                <a:gd name="connsiteY1" fmla="*/ 40659 h 593715"/>
                <a:gd name="connsiteX2" fmla="*/ 0 w 6864728"/>
                <a:gd name="connsiteY2" fmla="*/ 27959 h 593715"/>
                <a:gd name="connsiteX3" fmla="*/ 8469 w 6864728"/>
                <a:gd name="connsiteY3" fmla="*/ 0 h 593715"/>
                <a:gd name="connsiteX4" fmla="*/ 88320 w 6864728"/>
                <a:gd name="connsiteY4" fmla="*/ 40659 h 593715"/>
                <a:gd name="connsiteX5" fmla="*/ 99048 w 6864728"/>
                <a:gd name="connsiteY5" fmla="*/ 51968 h 593715"/>
                <a:gd name="connsiteX6" fmla="*/ 146407 w 6864728"/>
                <a:gd name="connsiteY6" fmla="*/ 79940 h 593715"/>
                <a:gd name="connsiteX7" fmla="*/ 193767 w 6864728"/>
                <a:gd name="connsiteY7" fmla="*/ 51968 h 593715"/>
                <a:gd name="connsiteX8" fmla="*/ 204494 w 6864728"/>
                <a:gd name="connsiteY8" fmla="*/ 40659 h 593715"/>
                <a:gd name="connsiteX9" fmla="*/ 277997 w 6864728"/>
                <a:gd name="connsiteY9" fmla="*/ 8468 h 593715"/>
                <a:gd name="connsiteX10" fmla="*/ 351460 w 6864728"/>
                <a:gd name="connsiteY10" fmla="*/ 40659 h 593715"/>
                <a:gd name="connsiteX11" fmla="*/ 362188 w 6864728"/>
                <a:gd name="connsiteY11" fmla="*/ 51968 h 593715"/>
                <a:gd name="connsiteX12" fmla="*/ 409547 w 6864728"/>
                <a:gd name="connsiteY12" fmla="*/ 79940 h 593715"/>
                <a:gd name="connsiteX13" fmla="*/ 456947 w 6864728"/>
                <a:gd name="connsiteY13" fmla="*/ 51968 h 593715"/>
                <a:gd name="connsiteX14" fmla="*/ 467674 w 6864728"/>
                <a:gd name="connsiteY14" fmla="*/ 40659 h 593715"/>
                <a:gd name="connsiteX15" fmla="*/ 541137 w 6864728"/>
                <a:gd name="connsiteY15" fmla="*/ 8468 h 593715"/>
                <a:gd name="connsiteX16" fmla="*/ 614640 w 6864728"/>
                <a:gd name="connsiteY16" fmla="*/ 40659 h 593715"/>
                <a:gd name="connsiteX17" fmla="*/ 625367 w 6864728"/>
                <a:gd name="connsiteY17" fmla="*/ 51968 h 593715"/>
                <a:gd name="connsiteX18" fmla="*/ 672727 w 6864728"/>
                <a:gd name="connsiteY18" fmla="*/ 79940 h 593715"/>
                <a:gd name="connsiteX19" fmla="*/ 720087 w 6864728"/>
                <a:gd name="connsiteY19" fmla="*/ 51968 h 593715"/>
                <a:gd name="connsiteX20" fmla="*/ 730814 w 6864728"/>
                <a:gd name="connsiteY20" fmla="*/ 40659 h 593715"/>
                <a:gd name="connsiteX21" fmla="*/ 804317 w 6864728"/>
                <a:gd name="connsiteY21" fmla="*/ 8468 h 593715"/>
                <a:gd name="connsiteX22" fmla="*/ 877780 w 6864728"/>
                <a:gd name="connsiteY22" fmla="*/ 40659 h 593715"/>
                <a:gd name="connsiteX23" fmla="*/ 888508 w 6864728"/>
                <a:gd name="connsiteY23" fmla="*/ 51968 h 593715"/>
                <a:gd name="connsiteX24" fmla="*/ 935907 w 6864728"/>
                <a:gd name="connsiteY24" fmla="*/ 79940 h 593715"/>
                <a:gd name="connsiteX25" fmla="*/ 983267 w 6864728"/>
                <a:gd name="connsiteY25" fmla="*/ 51968 h 593715"/>
                <a:gd name="connsiteX26" fmla="*/ 993994 w 6864728"/>
                <a:gd name="connsiteY26" fmla="*/ 40659 h 593715"/>
                <a:gd name="connsiteX27" fmla="*/ 1067457 w 6864728"/>
                <a:gd name="connsiteY27" fmla="*/ 8468 h 593715"/>
                <a:gd name="connsiteX28" fmla="*/ 1140960 w 6864728"/>
                <a:gd name="connsiteY28" fmla="*/ 40659 h 593715"/>
                <a:gd name="connsiteX29" fmla="*/ 1151687 w 6864728"/>
                <a:gd name="connsiteY29" fmla="*/ 51968 h 593715"/>
                <a:gd name="connsiteX30" fmla="*/ 1199047 w 6864728"/>
                <a:gd name="connsiteY30" fmla="*/ 79940 h 593715"/>
                <a:gd name="connsiteX31" fmla="*/ 1246446 w 6864728"/>
                <a:gd name="connsiteY31" fmla="*/ 51968 h 593715"/>
                <a:gd name="connsiteX32" fmla="*/ 1257174 w 6864728"/>
                <a:gd name="connsiteY32" fmla="*/ 40659 h 593715"/>
                <a:gd name="connsiteX33" fmla="*/ 1330637 w 6864728"/>
                <a:gd name="connsiteY33" fmla="*/ 8468 h 593715"/>
                <a:gd name="connsiteX34" fmla="*/ 1404140 w 6864728"/>
                <a:gd name="connsiteY34" fmla="*/ 40659 h 593715"/>
                <a:gd name="connsiteX35" fmla="*/ 1414867 w 6864728"/>
                <a:gd name="connsiteY35" fmla="*/ 51968 h 593715"/>
                <a:gd name="connsiteX36" fmla="*/ 1462227 w 6864728"/>
                <a:gd name="connsiteY36" fmla="*/ 79940 h 593715"/>
                <a:gd name="connsiteX37" fmla="*/ 1509587 w 6864728"/>
                <a:gd name="connsiteY37" fmla="*/ 51968 h 593715"/>
                <a:gd name="connsiteX38" fmla="*/ 1520314 w 6864728"/>
                <a:gd name="connsiteY38" fmla="*/ 40659 h 593715"/>
                <a:gd name="connsiteX39" fmla="*/ 1593817 w 6864728"/>
                <a:gd name="connsiteY39" fmla="*/ 8468 h 593715"/>
                <a:gd name="connsiteX40" fmla="*/ 1667320 w 6864728"/>
                <a:gd name="connsiteY40" fmla="*/ 40659 h 593715"/>
                <a:gd name="connsiteX41" fmla="*/ 1678047 w 6864728"/>
                <a:gd name="connsiteY41" fmla="*/ 51968 h 593715"/>
                <a:gd name="connsiteX42" fmla="*/ 1725407 w 6864728"/>
                <a:gd name="connsiteY42" fmla="*/ 79940 h 593715"/>
                <a:gd name="connsiteX43" fmla="*/ 1772766 w 6864728"/>
                <a:gd name="connsiteY43" fmla="*/ 51968 h 593715"/>
                <a:gd name="connsiteX44" fmla="*/ 1783494 w 6864728"/>
                <a:gd name="connsiteY44" fmla="*/ 40659 h 593715"/>
                <a:gd name="connsiteX45" fmla="*/ 1856997 w 6864728"/>
                <a:gd name="connsiteY45" fmla="*/ 8468 h 593715"/>
                <a:gd name="connsiteX46" fmla="*/ 1930460 w 6864728"/>
                <a:gd name="connsiteY46" fmla="*/ 40659 h 593715"/>
                <a:gd name="connsiteX47" fmla="*/ 1941187 w 6864728"/>
                <a:gd name="connsiteY47" fmla="*/ 51968 h 593715"/>
                <a:gd name="connsiteX48" fmla="*/ 1988587 w 6864728"/>
                <a:gd name="connsiteY48" fmla="*/ 79940 h 593715"/>
                <a:gd name="connsiteX49" fmla="*/ 2035946 w 6864728"/>
                <a:gd name="connsiteY49" fmla="*/ 51968 h 593715"/>
                <a:gd name="connsiteX50" fmla="*/ 2046674 w 6864728"/>
                <a:gd name="connsiteY50" fmla="*/ 40659 h 593715"/>
                <a:gd name="connsiteX51" fmla="*/ 2120177 w 6864728"/>
                <a:gd name="connsiteY51" fmla="*/ 8468 h 593715"/>
                <a:gd name="connsiteX52" fmla="*/ 2193640 w 6864728"/>
                <a:gd name="connsiteY52" fmla="*/ 40659 h 593715"/>
                <a:gd name="connsiteX53" fmla="*/ 2204367 w 6864728"/>
                <a:gd name="connsiteY53" fmla="*/ 51968 h 593715"/>
                <a:gd name="connsiteX54" fmla="*/ 2251766 w 6864728"/>
                <a:gd name="connsiteY54" fmla="*/ 79940 h 593715"/>
                <a:gd name="connsiteX55" fmla="*/ 2299126 w 6864728"/>
                <a:gd name="connsiteY55" fmla="*/ 51968 h 593715"/>
                <a:gd name="connsiteX56" fmla="*/ 2309854 w 6864728"/>
                <a:gd name="connsiteY56" fmla="*/ 40659 h 593715"/>
                <a:gd name="connsiteX57" fmla="*/ 2383356 w 6864728"/>
                <a:gd name="connsiteY57" fmla="*/ 8468 h 593715"/>
                <a:gd name="connsiteX58" fmla="*/ 2456819 w 6864728"/>
                <a:gd name="connsiteY58" fmla="*/ 40659 h 593715"/>
                <a:gd name="connsiteX59" fmla="*/ 2467547 w 6864728"/>
                <a:gd name="connsiteY59" fmla="*/ 51968 h 593715"/>
                <a:gd name="connsiteX60" fmla="*/ 2514906 w 6864728"/>
                <a:gd name="connsiteY60" fmla="*/ 79940 h 593715"/>
                <a:gd name="connsiteX61" fmla="*/ 2562306 w 6864728"/>
                <a:gd name="connsiteY61" fmla="*/ 51968 h 593715"/>
                <a:gd name="connsiteX62" fmla="*/ 2573033 w 6864728"/>
                <a:gd name="connsiteY62" fmla="*/ 40659 h 593715"/>
                <a:gd name="connsiteX63" fmla="*/ 2646536 w 6864728"/>
                <a:gd name="connsiteY63" fmla="*/ 8468 h 593715"/>
                <a:gd name="connsiteX64" fmla="*/ 2719999 w 6864728"/>
                <a:gd name="connsiteY64" fmla="*/ 40659 h 593715"/>
                <a:gd name="connsiteX65" fmla="*/ 2730727 w 6864728"/>
                <a:gd name="connsiteY65" fmla="*/ 51968 h 593715"/>
                <a:gd name="connsiteX66" fmla="*/ 2778086 w 6864728"/>
                <a:gd name="connsiteY66" fmla="*/ 79940 h 593715"/>
                <a:gd name="connsiteX67" fmla="*/ 2825486 w 6864728"/>
                <a:gd name="connsiteY67" fmla="*/ 51968 h 593715"/>
                <a:gd name="connsiteX68" fmla="*/ 2836213 w 6864728"/>
                <a:gd name="connsiteY68" fmla="*/ 40659 h 593715"/>
                <a:gd name="connsiteX69" fmla="*/ 2909676 w 6864728"/>
                <a:gd name="connsiteY69" fmla="*/ 8468 h 593715"/>
                <a:gd name="connsiteX70" fmla="*/ 2983179 w 6864728"/>
                <a:gd name="connsiteY70" fmla="*/ 40659 h 593715"/>
                <a:gd name="connsiteX71" fmla="*/ 2993906 w 6864728"/>
                <a:gd name="connsiteY71" fmla="*/ 51968 h 593715"/>
                <a:gd name="connsiteX72" fmla="*/ 3041306 w 6864728"/>
                <a:gd name="connsiteY72" fmla="*/ 79940 h 593715"/>
                <a:gd name="connsiteX73" fmla="*/ 3088665 w 6864728"/>
                <a:gd name="connsiteY73" fmla="*/ 51968 h 593715"/>
                <a:gd name="connsiteX74" fmla="*/ 3099393 w 6864728"/>
                <a:gd name="connsiteY74" fmla="*/ 40659 h 593715"/>
                <a:gd name="connsiteX75" fmla="*/ 3172896 w 6864728"/>
                <a:gd name="connsiteY75" fmla="*/ 8468 h 593715"/>
                <a:gd name="connsiteX76" fmla="*/ 3246359 w 6864728"/>
                <a:gd name="connsiteY76" fmla="*/ 40659 h 593715"/>
                <a:gd name="connsiteX77" fmla="*/ 3257086 w 6864728"/>
                <a:gd name="connsiteY77" fmla="*/ 51968 h 593715"/>
                <a:gd name="connsiteX78" fmla="*/ 3304486 w 6864728"/>
                <a:gd name="connsiteY78" fmla="*/ 79940 h 593715"/>
                <a:gd name="connsiteX79" fmla="*/ 3351845 w 6864728"/>
                <a:gd name="connsiteY79" fmla="*/ 51968 h 593715"/>
                <a:gd name="connsiteX80" fmla="*/ 3362573 w 6864728"/>
                <a:gd name="connsiteY80" fmla="*/ 40659 h 593715"/>
                <a:gd name="connsiteX81" fmla="*/ 3436036 w 6864728"/>
                <a:gd name="connsiteY81" fmla="*/ 8468 h 593715"/>
                <a:gd name="connsiteX82" fmla="*/ 3509539 w 6864728"/>
                <a:gd name="connsiteY82" fmla="*/ 40659 h 593715"/>
                <a:gd name="connsiteX83" fmla="*/ 3520266 w 6864728"/>
                <a:gd name="connsiteY83" fmla="*/ 51968 h 593715"/>
                <a:gd name="connsiteX84" fmla="*/ 3567665 w 6864728"/>
                <a:gd name="connsiteY84" fmla="*/ 79940 h 593715"/>
                <a:gd name="connsiteX85" fmla="*/ 3615025 w 6864728"/>
                <a:gd name="connsiteY85" fmla="*/ 51968 h 593715"/>
                <a:gd name="connsiteX86" fmla="*/ 3625753 w 6864728"/>
                <a:gd name="connsiteY86" fmla="*/ 40659 h 593715"/>
                <a:gd name="connsiteX87" fmla="*/ 3699256 w 6864728"/>
                <a:gd name="connsiteY87" fmla="*/ 8468 h 593715"/>
                <a:gd name="connsiteX88" fmla="*/ 3772719 w 6864728"/>
                <a:gd name="connsiteY88" fmla="*/ 40659 h 593715"/>
                <a:gd name="connsiteX89" fmla="*/ 3783446 w 6864728"/>
                <a:gd name="connsiteY89" fmla="*/ 51968 h 593715"/>
                <a:gd name="connsiteX90" fmla="*/ 3830845 w 6864728"/>
                <a:gd name="connsiteY90" fmla="*/ 79940 h 593715"/>
                <a:gd name="connsiteX91" fmla="*/ 3878205 w 6864728"/>
                <a:gd name="connsiteY91" fmla="*/ 51968 h 593715"/>
                <a:gd name="connsiteX92" fmla="*/ 3888932 w 6864728"/>
                <a:gd name="connsiteY92" fmla="*/ 40659 h 593715"/>
                <a:gd name="connsiteX93" fmla="*/ 3962435 w 6864728"/>
                <a:gd name="connsiteY93" fmla="*/ 8468 h 593715"/>
                <a:gd name="connsiteX94" fmla="*/ 4035938 w 6864728"/>
                <a:gd name="connsiteY94" fmla="*/ 40659 h 593715"/>
                <a:gd name="connsiteX95" fmla="*/ 4046666 w 6864728"/>
                <a:gd name="connsiteY95" fmla="*/ 51968 h 593715"/>
                <a:gd name="connsiteX96" fmla="*/ 4094025 w 6864728"/>
                <a:gd name="connsiteY96" fmla="*/ 79940 h 593715"/>
                <a:gd name="connsiteX97" fmla="*/ 4141425 w 6864728"/>
                <a:gd name="connsiteY97" fmla="*/ 51968 h 593715"/>
                <a:gd name="connsiteX98" fmla="*/ 4152152 w 6864728"/>
                <a:gd name="connsiteY98" fmla="*/ 40659 h 593715"/>
                <a:gd name="connsiteX99" fmla="*/ 4225615 w 6864728"/>
                <a:gd name="connsiteY99" fmla="*/ 8468 h 593715"/>
                <a:gd name="connsiteX100" fmla="*/ 4299118 w 6864728"/>
                <a:gd name="connsiteY100" fmla="*/ 40659 h 593715"/>
                <a:gd name="connsiteX101" fmla="*/ 4309846 w 6864728"/>
                <a:gd name="connsiteY101" fmla="*/ 51968 h 593715"/>
                <a:gd name="connsiteX102" fmla="*/ 4357205 w 6864728"/>
                <a:gd name="connsiteY102" fmla="*/ 79940 h 593715"/>
                <a:gd name="connsiteX103" fmla="*/ 4404604 w 6864728"/>
                <a:gd name="connsiteY103" fmla="*/ 51968 h 593715"/>
                <a:gd name="connsiteX104" fmla="*/ 4415332 w 6864728"/>
                <a:gd name="connsiteY104" fmla="*/ 40659 h 593715"/>
                <a:gd name="connsiteX105" fmla="*/ 4488795 w 6864728"/>
                <a:gd name="connsiteY105" fmla="*/ 8468 h 593715"/>
                <a:gd name="connsiteX106" fmla="*/ 4562258 w 6864728"/>
                <a:gd name="connsiteY106" fmla="*/ 40659 h 593715"/>
                <a:gd name="connsiteX107" fmla="*/ 4572986 w 6864728"/>
                <a:gd name="connsiteY107" fmla="*/ 51968 h 593715"/>
                <a:gd name="connsiteX108" fmla="*/ 4620385 w 6864728"/>
                <a:gd name="connsiteY108" fmla="*/ 79940 h 593715"/>
                <a:gd name="connsiteX109" fmla="*/ 4667744 w 6864728"/>
                <a:gd name="connsiteY109" fmla="*/ 51968 h 593715"/>
                <a:gd name="connsiteX110" fmla="*/ 4678472 w 6864728"/>
                <a:gd name="connsiteY110" fmla="*/ 40659 h 593715"/>
                <a:gd name="connsiteX111" fmla="*/ 4751935 w 6864728"/>
                <a:gd name="connsiteY111" fmla="*/ 8468 h 593715"/>
                <a:gd name="connsiteX112" fmla="*/ 4825438 w 6864728"/>
                <a:gd name="connsiteY112" fmla="*/ 40659 h 593715"/>
                <a:gd name="connsiteX113" fmla="*/ 4836165 w 6864728"/>
                <a:gd name="connsiteY113" fmla="*/ 51968 h 593715"/>
                <a:gd name="connsiteX114" fmla="*/ 4883565 w 6864728"/>
                <a:gd name="connsiteY114" fmla="*/ 79940 h 593715"/>
                <a:gd name="connsiteX115" fmla="*/ 4930924 w 6864728"/>
                <a:gd name="connsiteY115" fmla="*/ 51968 h 593715"/>
                <a:gd name="connsiteX116" fmla="*/ 4941652 w 6864728"/>
                <a:gd name="connsiteY116" fmla="*/ 40659 h 593715"/>
                <a:gd name="connsiteX117" fmla="*/ 5015155 w 6864728"/>
                <a:gd name="connsiteY117" fmla="*/ 8468 h 593715"/>
                <a:gd name="connsiteX118" fmla="*/ 5088618 w 6864728"/>
                <a:gd name="connsiteY118" fmla="*/ 40659 h 593715"/>
                <a:gd name="connsiteX119" fmla="*/ 5099345 w 6864728"/>
                <a:gd name="connsiteY119" fmla="*/ 51968 h 593715"/>
                <a:gd name="connsiteX120" fmla="*/ 5146705 w 6864728"/>
                <a:gd name="connsiteY120" fmla="*/ 79940 h 593715"/>
                <a:gd name="connsiteX121" fmla="*/ 5194104 w 6864728"/>
                <a:gd name="connsiteY121" fmla="*/ 51968 h 593715"/>
                <a:gd name="connsiteX122" fmla="*/ 5204832 w 6864728"/>
                <a:gd name="connsiteY122" fmla="*/ 40659 h 593715"/>
                <a:gd name="connsiteX123" fmla="*/ 5278295 w 6864728"/>
                <a:gd name="connsiteY123" fmla="*/ 8468 h 593715"/>
                <a:gd name="connsiteX124" fmla="*/ 5351798 w 6864728"/>
                <a:gd name="connsiteY124" fmla="*/ 40659 h 593715"/>
                <a:gd name="connsiteX125" fmla="*/ 5362525 w 6864728"/>
                <a:gd name="connsiteY125" fmla="*/ 51968 h 593715"/>
                <a:gd name="connsiteX126" fmla="*/ 5409885 w 6864728"/>
                <a:gd name="connsiteY126" fmla="*/ 79940 h 593715"/>
                <a:gd name="connsiteX127" fmla="*/ 5457284 w 6864728"/>
                <a:gd name="connsiteY127" fmla="*/ 51968 h 593715"/>
                <a:gd name="connsiteX128" fmla="*/ 5468012 w 6864728"/>
                <a:gd name="connsiteY128" fmla="*/ 40659 h 593715"/>
                <a:gd name="connsiteX129" fmla="*/ 5541475 w 6864728"/>
                <a:gd name="connsiteY129" fmla="*/ 8468 h 593715"/>
                <a:gd name="connsiteX130" fmla="*/ 5614977 w 6864728"/>
                <a:gd name="connsiteY130" fmla="*/ 40659 h 593715"/>
                <a:gd name="connsiteX131" fmla="*/ 5625705 w 6864728"/>
                <a:gd name="connsiteY131" fmla="*/ 51968 h 593715"/>
                <a:gd name="connsiteX132" fmla="*/ 5673104 w 6864728"/>
                <a:gd name="connsiteY132" fmla="*/ 79940 h 593715"/>
                <a:gd name="connsiteX133" fmla="*/ 5720464 w 6864728"/>
                <a:gd name="connsiteY133" fmla="*/ 51968 h 593715"/>
                <a:gd name="connsiteX134" fmla="*/ 5731191 w 6864728"/>
                <a:gd name="connsiteY134" fmla="*/ 40659 h 593715"/>
                <a:gd name="connsiteX135" fmla="*/ 5804694 w 6864728"/>
                <a:gd name="connsiteY135" fmla="*/ 8468 h 593715"/>
                <a:gd name="connsiteX136" fmla="*/ 5878157 w 6864728"/>
                <a:gd name="connsiteY136" fmla="*/ 40659 h 593715"/>
                <a:gd name="connsiteX137" fmla="*/ 5888884 w 6864728"/>
                <a:gd name="connsiteY137" fmla="*/ 51968 h 593715"/>
                <a:gd name="connsiteX138" fmla="*/ 5936284 w 6864728"/>
                <a:gd name="connsiteY138" fmla="*/ 79940 h 593715"/>
                <a:gd name="connsiteX139" fmla="*/ 5983644 w 6864728"/>
                <a:gd name="connsiteY139" fmla="*/ 51968 h 593715"/>
                <a:gd name="connsiteX140" fmla="*/ 5994371 w 6864728"/>
                <a:gd name="connsiteY140" fmla="*/ 40659 h 593715"/>
                <a:gd name="connsiteX141" fmla="*/ 6067874 w 6864728"/>
                <a:gd name="connsiteY141" fmla="*/ 8468 h 593715"/>
                <a:gd name="connsiteX142" fmla="*/ 6141377 w 6864728"/>
                <a:gd name="connsiteY142" fmla="*/ 40659 h 593715"/>
                <a:gd name="connsiteX143" fmla="*/ 6152104 w 6864728"/>
                <a:gd name="connsiteY143" fmla="*/ 51968 h 593715"/>
                <a:gd name="connsiteX144" fmla="*/ 6199464 w 6864728"/>
                <a:gd name="connsiteY144" fmla="*/ 79940 h 593715"/>
                <a:gd name="connsiteX145" fmla="*/ 6246863 w 6864728"/>
                <a:gd name="connsiteY145" fmla="*/ 51968 h 593715"/>
                <a:gd name="connsiteX146" fmla="*/ 6257591 w 6864728"/>
                <a:gd name="connsiteY146" fmla="*/ 40659 h 593715"/>
                <a:gd name="connsiteX147" fmla="*/ 6331093 w 6864728"/>
                <a:gd name="connsiteY147" fmla="*/ 8468 h 593715"/>
                <a:gd name="connsiteX148" fmla="*/ 6404557 w 6864728"/>
                <a:gd name="connsiteY148" fmla="*/ 40659 h 593715"/>
                <a:gd name="connsiteX149" fmla="*/ 6415284 w 6864728"/>
                <a:gd name="connsiteY149" fmla="*/ 51968 h 593715"/>
                <a:gd name="connsiteX150" fmla="*/ 6462683 w 6864728"/>
                <a:gd name="connsiteY150" fmla="*/ 79940 h 593715"/>
                <a:gd name="connsiteX151" fmla="*/ 6510083 w 6864728"/>
                <a:gd name="connsiteY151" fmla="*/ 51968 h 593715"/>
                <a:gd name="connsiteX152" fmla="*/ 6520810 w 6864728"/>
                <a:gd name="connsiteY152" fmla="*/ 40659 h 593715"/>
                <a:gd name="connsiteX153" fmla="*/ 6594313 w 6864728"/>
                <a:gd name="connsiteY153" fmla="*/ 8468 h 593715"/>
                <a:gd name="connsiteX154" fmla="*/ 6667776 w 6864728"/>
                <a:gd name="connsiteY154" fmla="*/ 40659 h 593715"/>
                <a:gd name="connsiteX155" fmla="*/ 6678503 w 6864728"/>
                <a:gd name="connsiteY155" fmla="*/ 51968 h 593715"/>
                <a:gd name="connsiteX156" fmla="*/ 6725903 w 6864728"/>
                <a:gd name="connsiteY156" fmla="*/ 79940 h 593715"/>
                <a:gd name="connsiteX157" fmla="*/ 6773263 w 6864728"/>
                <a:gd name="connsiteY157" fmla="*/ 51968 h 593715"/>
                <a:gd name="connsiteX158" fmla="*/ 6783990 w 6864728"/>
                <a:gd name="connsiteY158" fmla="*/ 40659 h 593715"/>
                <a:gd name="connsiteX159" fmla="*/ 6857493 w 6864728"/>
                <a:gd name="connsiteY159" fmla="*/ 8468 h 593715"/>
                <a:gd name="connsiteX160" fmla="*/ 6864728 w 6864728"/>
                <a:gd name="connsiteY160" fmla="*/ 10105 h 593715"/>
                <a:gd name="connsiteX161" fmla="*/ 6864728 w 6864728"/>
                <a:gd name="connsiteY161" fmla="*/ 593715 h 593715"/>
                <a:gd name="connsiteX162" fmla="*/ 6871 w 6864728"/>
                <a:gd name="connsiteY162" fmla="*/ 593715 h 59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</a:cxnLst>
              <a:rect l="l" t="t" r="r" b="b"/>
              <a:pathLst>
                <a:path w="6864728" h="593715">
                  <a:moveTo>
                    <a:pt x="6871" y="593715"/>
                  </a:moveTo>
                  <a:lnTo>
                    <a:pt x="6871" y="40659"/>
                  </a:lnTo>
                  <a:lnTo>
                    <a:pt x="0" y="27959"/>
                  </a:lnTo>
                  <a:cubicBezTo>
                    <a:pt x="0" y="17229"/>
                    <a:pt x="8469" y="10730"/>
                    <a:pt x="8469" y="0"/>
                  </a:cubicBezTo>
                  <a:cubicBezTo>
                    <a:pt x="44307" y="0"/>
                    <a:pt x="73224" y="31998"/>
                    <a:pt x="88320" y="40659"/>
                  </a:cubicBezTo>
                  <a:cubicBezTo>
                    <a:pt x="103417" y="49320"/>
                    <a:pt x="95670" y="48316"/>
                    <a:pt x="99048" y="51968"/>
                  </a:cubicBezTo>
                  <a:cubicBezTo>
                    <a:pt x="115933" y="70368"/>
                    <a:pt x="125747" y="79940"/>
                    <a:pt x="146407" y="79940"/>
                  </a:cubicBezTo>
                  <a:cubicBezTo>
                    <a:pt x="167067" y="79940"/>
                    <a:pt x="176841" y="70368"/>
                    <a:pt x="193767" y="51968"/>
                  </a:cubicBezTo>
                  <a:cubicBezTo>
                    <a:pt x="197144" y="48316"/>
                    <a:pt x="200680" y="44452"/>
                    <a:pt x="204494" y="40659"/>
                  </a:cubicBezTo>
                  <a:cubicBezTo>
                    <a:pt x="220784" y="24315"/>
                    <a:pt x="242159" y="8468"/>
                    <a:pt x="277997" y="8468"/>
                  </a:cubicBezTo>
                  <a:cubicBezTo>
                    <a:pt x="313795" y="8468"/>
                    <a:pt x="335170" y="24315"/>
                    <a:pt x="351460" y="40659"/>
                  </a:cubicBezTo>
                  <a:cubicBezTo>
                    <a:pt x="355274" y="44452"/>
                    <a:pt x="358810" y="48316"/>
                    <a:pt x="362188" y="51968"/>
                  </a:cubicBezTo>
                  <a:cubicBezTo>
                    <a:pt x="379113" y="70368"/>
                    <a:pt x="388887" y="79940"/>
                    <a:pt x="409547" y="79940"/>
                  </a:cubicBezTo>
                  <a:cubicBezTo>
                    <a:pt x="430208" y="79940"/>
                    <a:pt x="440021" y="70368"/>
                    <a:pt x="456947" y="51968"/>
                  </a:cubicBezTo>
                  <a:cubicBezTo>
                    <a:pt x="460324" y="48316"/>
                    <a:pt x="463860" y="44452"/>
                    <a:pt x="467674" y="40659"/>
                  </a:cubicBezTo>
                  <a:cubicBezTo>
                    <a:pt x="483964" y="24315"/>
                    <a:pt x="505339" y="8468"/>
                    <a:pt x="541137" y="8468"/>
                  </a:cubicBezTo>
                  <a:cubicBezTo>
                    <a:pt x="576975" y="8468"/>
                    <a:pt x="598350" y="24315"/>
                    <a:pt x="614640" y="40659"/>
                  </a:cubicBezTo>
                  <a:cubicBezTo>
                    <a:pt x="618454" y="44452"/>
                    <a:pt x="621990" y="48316"/>
                    <a:pt x="625367" y="51968"/>
                  </a:cubicBezTo>
                  <a:cubicBezTo>
                    <a:pt x="642293" y="70368"/>
                    <a:pt x="652067" y="79940"/>
                    <a:pt x="672727" y="79940"/>
                  </a:cubicBezTo>
                  <a:cubicBezTo>
                    <a:pt x="693387" y="79940"/>
                    <a:pt x="703161" y="70368"/>
                    <a:pt x="720087" y="51968"/>
                  </a:cubicBezTo>
                  <a:cubicBezTo>
                    <a:pt x="723464" y="48316"/>
                    <a:pt x="727000" y="44452"/>
                    <a:pt x="730814" y="40659"/>
                  </a:cubicBezTo>
                  <a:cubicBezTo>
                    <a:pt x="747104" y="24315"/>
                    <a:pt x="768479" y="8468"/>
                    <a:pt x="804317" y="8468"/>
                  </a:cubicBezTo>
                  <a:cubicBezTo>
                    <a:pt x="840115" y="8468"/>
                    <a:pt x="861490" y="24315"/>
                    <a:pt x="877780" y="40659"/>
                  </a:cubicBezTo>
                  <a:cubicBezTo>
                    <a:pt x="881594" y="44452"/>
                    <a:pt x="885130" y="48316"/>
                    <a:pt x="888508" y="51968"/>
                  </a:cubicBezTo>
                  <a:cubicBezTo>
                    <a:pt x="905433" y="70368"/>
                    <a:pt x="915247" y="79940"/>
                    <a:pt x="935907" y="79940"/>
                  </a:cubicBezTo>
                  <a:cubicBezTo>
                    <a:pt x="956567" y="79940"/>
                    <a:pt x="966341" y="70368"/>
                    <a:pt x="983267" y="51968"/>
                  </a:cubicBezTo>
                  <a:cubicBezTo>
                    <a:pt x="986644" y="48316"/>
                    <a:pt x="990180" y="44452"/>
                    <a:pt x="993994" y="40659"/>
                  </a:cubicBezTo>
                  <a:cubicBezTo>
                    <a:pt x="1010284" y="24315"/>
                    <a:pt x="1031659" y="8468"/>
                    <a:pt x="1067457" y="8468"/>
                  </a:cubicBezTo>
                  <a:cubicBezTo>
                    <a:pt x="1103295" y="8468"/>
                    <a:pt x="1124670" y="24315"/>
                    <a:pt x="1140960" y="40659"/>
                  </a:cubicBezTo>
                  <a:cubicBezTo>
                    <a:pt x="1144774" y="44452"/>
                    <a:pt x="1148310" y="48316"/>
                    <a:pt x="1151687" y="51968"/>
                  </a:cubicBezTo>
                  <a:cubicBezTo>
                    <a:pt x="1168613" y="70368"/>
                    <a:pt x="1178387" y="79940"/>
                    <a:pt x="1199047" y="79940"/>
                  </a:cubicBezTo>
                  <a:cubicBezTo>
                    <a:pt x="1219747" y="79940"/>
                    <a:pt x="1229521" y="70368"/>
                    <a:pt x="1246446" y="51968"/>
                  </a:cubicBezTo>
                  <a:cubicBezTo>
                    <a:pt x="1249824" y="48316"/>
                    <a:pt x="1253360" y="44452"/>
                    <a:pt x="1257174" y="40659"/>
                  </a:cubicBezTo>
                  <a:cubicBezTo>
                    <a:pt x="1273464" y="24315"/>
                    <a:pt x="1294839" y="8468"/>
                    <a:pt x="1330637" y="8468"/>
                  </a:cubicBezTo>
                  <a:cubicBezTo>
                    <a:pt x="1366475" y="8468"/>
                    <a:pt x="1387850" y="24315"/>
                    <a:pt x="1404140" y="40659"/>
                  </a:cubicBezTo>
                  <a:cubicBezTo>
                    <a:pt x="1407954" y="44452"/>
                    <a:pt x="1411490" y="48316"/>
                    <a:pt x="1414867" y="51968"/>
                  </a:cubicBezTo>
                  <a:cubicBezTo>
                    <a:pt x="1431793" y="70368"/>
                    <a:pt x="1441567" y="79940"/>
                    <a:pt x="1462227" y="79940"/>
                  </a:cubicBezTo>
                  <a:cubicBezTo>
                    <a:pt x="1482887" y="79940"/>
                    <a:pt x="1492701" y="70368"/>
                    <a:pt x="1509587" y="51968"/>
                  </a:cubicBezTo>
                  <a:cubicBezTo>
                    <a:pt x="1512964" y="48316"/>
                    <a:pt x="1516500" y="44452"/>
                    <a:pt x="1520314" y="40659"/>
                  </a:cubicBezTo>
                  <a:cubicBezTo>
                    <a:pt x="1536604" y="24315"/>
                    <a:pt x="1557979" y="8468"/>
                    <a:pt x="1593817" y="8468"/>
                  </a:cubicBezTo>
                  <a:cubicBezTo>
                    <a:pt x="1629654" y="8468"/>
                    <a:pt x="1650990" y="24315"/>
                    <a:pt x="1667320" y="40659"/>
                  </a:cubicBezTo>
                  <a:cubicBezTo>
                    <a:pt x="1671134" y="44452"/>
                    <a:pt x="1674670" y="48316"/>
                    <a:pt x="1678047" y="51968"/>
                  </a:cubicBezTo>
                  <a:cubicBezTo>
                    <a:pt x="1694933" y="70368"/>
                    <a:pt x="1704746" y="79940"/>
                    <a:pt x="1725407" y="79940"/>
                  </a:cubicBezTo>
                  <a:cubicBezTo>
                    <a:pt x="1746067" y="79940"/>
                    <a:pt x="1755841" y="70368"/>
                    <a:pt x="1772766" y="51968"/>
                  </a:cubicBezTo>
                  <a:cubicBezTo>
                    <a:pt x="1776143" y="48316"/>
                    <a:pt x="1779680" y="44452"/>
                    <a:pt x="1783494" y="40659"/>
                  </a:cubicBezTo>
                  <a:cubicBezTo>
                    <a:pt x="1799784" y="24315"/>
                    <a:pt x="1821159" y="8468"/>
                    <a:pt x="1856997" y="8468"/>
                  </a:cubicBezTo>
                  <a:cubicBezTo>
                    <a:pt x="1892795" y="8468"/>
                    <a:pt x="1914170" y="24315"/>
                    <a:pt x="1930460" y="40659"/>
                  </a:cubicBezTo>
                  <a:cubicBezTo>
                    <a:pt x="1934274" y="44452"/>
                    <a:pt x="1937810" y="48316"/>
                    <a:pt x="1941187" y="51968"/>
                  </a:cubicBezTo>
                  <a:cubicBezTo>
                    <a:pt x="1958113" y="70368"/>
                    <a:pt x="1967926" y="79940"/>
                    <a:pt x="1988587" y="79940"/>
                  </a:cubicBezTo>
                  <a:cubicBezTo>
                    <a:pt x="2009247" y="79940"/>
                    <a:pt x="2019021" y="70368"/>
                    <a:pt x="2035946" y="51968"/>
                  </a:cubicBezTo>
                  <a:cubicBezTo>
                    <a:pt x="2039323" y="48316"/>
                    <a:pt x="2042859" y="44452"/>
                    <a:pt x="2046674" y="40659"/>
                  </a:cubicBezTo>
                  <a:cubicBezTo>
                    <a:pt x="2062963" y="24315"/>
                    <a:pt x="2084339" y="8468"/>
                    <a:pt x="2120177" y="8468"/>
                  </a:cubicBezTo>
                  <a:cubicBezTo>
                    <a:pt x="2155974" y="8468"/>
                    <a:pt x="2177350" y="24315"/>
                    <a:pt x="2193640" y="40659"/>
                  </a:cubicBezTo>
                  <a:cubicBezTo>
                    <a:pt x="2197454" y="44452"/>
                    <a:pt x="2200990" y="48316"/>
                    <a:pt x="2204367" y="51968"/>
                  </a:cubicBezTo>
                  <a:cubicBezTo>
                    <a:pt x="2221292" y="70368"/>
                    <a:pt x="2231106" y="79940"/>
                    <a:pt x="2251766" y="79940"/>
                  </a:cubicBezTo>
                  <a:cubicBezTo>
                    <a:pt x="2272427" y="79940"/>
                    <a:pt x="2282201" y="70368"/>
                    <a:pt x="2299126" y="51968"/>
                  </a:cubicBezTo>
                  <a:cubicBezTo>
                    <a:pt x="2302503" y="48316"/>
                    <a:pt x="2306039" y="44452"/>
                    <a:pt x="2309854" y="40659"/>
                  </a:cubicBezTo>
                  <a:cubicBezTo>
                    <a:pt x="2326143" y="24315"/>
                    <a:pt x="2347519" y="8468"/>
                    <a:pt x="2383356" y="8468"/>
                  </a:cubicBezTo>
                  <a:cubicBezTo>
                    <a:pt x="2419154" y="8468"/>
                    <a:pt x="2440530" y="24315"/>
                    <a:pt x="2456819" y="40659"/>
                  </a:cubicBezTo>
                  <a:cubicBezTo>
                    <a:pt x="2460634" y="44452"/>
                    <a:pt x="2464170" y="48316"/>
                    <a:pt x="2467547" y="51968"/>
                  </a:cubicBezTo>
                  <a:cubicBezTo>
                    <a:pt x="2484472" y="70368"/>
                    <a:pt x="2494246" y="79940"/>
                    <a:pt x="2514906" y="79940"/>
                  </a:cubicBezTo>
                  <a:cubicBezTo>
                    <a:pt x="2535607" y="79940"/>
                    <a:pt x="2545380" y="70368"/>
                    <a:pt x="2562306" y="51968"/>
                  </a:cubicBezTo>
                  <a:cubicBezTo>
                    <a:pt x="2565683" y="48316"/>
                    <a:pt x="2569219" y="44452"/>
                    <a:pt x="2573033" y="40659"/>
                  </a:cubicBezTo>
                  <a:cubicBezTo>
                    <a:pt x="2589323" y="24315"/>
                    <a:pt x="2610698" y="8468"/>
                    <a:pt x="2646536" y="8468"/>
                  </a:cubicBezTo>
                  <a:cubicBezTo>
                    <a:pt x="2682334" y="8468"/>
                    <a:pt x="2703709" y="24315"/>
                    <a:pt x="2719999" y="40659"/>
                  </a:cubicBezTo>
                  <a:cubicBezTo>
                    <a:pt x="2723813" y="44452"/>
                    <a:pt x="2727349" y="48316"/>
                    <a:pt x="2730727" y="51968"/>
                  </a:cubicBezTo>
                  <a:cubicBezTo>
                    <a:pt x="2747652" y="70368"/>
                    <a:pt x="2757426" y="79940"/>
                    <a:pt x="2778086" y="79940"/>
                  </a:cubicBezTo>
                  <a:cubicBezTo>
                    <a:pt x="2798786" y="79940"/>
                    <a:pt x="2808560" y="70368"/>
                    <a:pt x="2825486" y="51968"/>
                  </a:cubicBezTo>
                  <a:cubicBezTo>
                    <a:pt x="2828863" y="48316"/>
                    <a:pt x="2832399" y="44452"/>
                    <a:pt x="2836213" y="40659"/>
                  </a:cubicBezTo>
                  <a:cubicBezTo>
                    <a:pt x="2852503" y="24315"/>
                    <a:pt x="2873878" y="8468"/>
                    <a:pt x="2909676" y="8468"/>
                  </a:cubicBezTo>
                  <a:cubicBezTo>
                    <a:pt x="2945514" y="8468"/>
                    <a:pt x="2966889" y="24315"/>
                    <a:pt x="2983179" y="40659"/>
                  </a:cubicBezTo>
                  <a:cubicBezTo>
                    <a:pt x="2986993" y="44452"/>
                    <a:pt x="2990529" y="48316"/>
                    <a:pt x="2993906" y="51968"/>
                  </a:cubicBezTo>
                  <a:cubicBezTo>
                    <a:pt x="3010832" y="70368"/>
                    <a:pt x="3020606" y="79940"/>
                    <a:pt x="3041306" y="79940"/>
                  </a:cubicBezTo>
                  <a:cubicBezTo>
                    <a:pt x="3061966" y="79940"/>
                    <a:pt x="3071740" y="70368"/>
                    <a:pt x="3088665" y="51968"/>
                  </a:cubicBezTo>
                  <a:cubicBezTo>
                    <a:pt x="3092043" y="48316"/>
                    <a:pt x="3095579" y="44452"/>
                    <a:pt x="3099393" y="40659"/>
                  </a:cubicBezTo>
                  <a:cubicBezTo>
                    <a:pt x="3115683" y="24315"/>
                    <a:pt x="3137058" y="8468"/>
                    <a:pt x="3172896" y="8468"/>
                  </a:cubicBezTo>
                  <a:cubicBezTo>
                    <a:pt x="3208694" y="8468"/>
                    <a:pt x="3230069" y="24315"/>
                    <a:pt x="3246359" y="40659"/>
                  </a:cubicBezTo>
                  <a:cubicBezTo>
                    <a:pt x="3250173" y="44452"/>
                    <a:pt x="3253709" y="48316"/>
                    <a:pt x="3257086" y="51968"/>
                  </a:cubicBezTo>
                  <a:cubicBezTo>
                    <a:pt x="3274012" y="70368"/>
                    <a:pt x="3283786" y="79940"/>
                    <a:pt x="3304486" y="79940"/>
                  </a:cubicBezTo>
                  <a:cubicBezTo>
                    <a:pt x="3325146" y="79940"/>
                    <a:pt x="3334920" y="70368"/>
                    <a:pt x="3351845" y="51968"/>
                  </a:cubicBezTo>
                  <a:cubicBezTo>
                    <a:pt x="3355222" y="48316"/>
                    <a:pt x="3358759" y="44452"/>
                    <a:pt x="3362573" y="40659"/>
                  </a:cubicBezTo>
                  <a:cubicBezTo>
                    <a:pt x="3378863" y="24315"/>
                    <a:pt x="3400238" y="8468"/>
                    <a:pt x="3436036" y="8468"/>
                  </a:cubicBezTo>
                  <a:cubicBezTo>
                    <a:pt x="3471873" y="8468"/>
                    <a:pt x="3493249" y="24315"/>
                    <a:pt x="3509539" y="40659"/>
                  </a:cubicBezTo>
                  <a:cubicBezTo>
                    <a:pt x="3513353" y="44452"/>
                    <a:pt x="3516889" y="48316"/>
                    <a:pt x="3520266" y="51968"/>
                  </a:cubicBezTo>
                  <a:cubicBezTo>
                    <a:pt x="3537192" y="70368"/>
                    <a:pt x="3546966" y="79940"/>
                    <a:pt x="3567665" y="79940"/>
                  </a:cubicBezTo>
                  <a:cubicBezTo>
                    <a:pt x="3588326" y="79940"/>
                    <a:pt x="3598100" y="70368"/>
                    <a:pt x="3615025" y="51968"/>
                  </a:cubicBezTo>
                  <a:cubicBezTo>
                    <a:pt x="3618402" y="48316"/>
                    <a:pt x="3621938" y="44452"/>
                    <a:pt x="3625753" y="40659"/>
                  </a:cubicBezTo>
                  <a:cubicBezTo>
                    <a:pt x="3642042" y="24315"/>
                    <a:pt x="3663418" y="8468"/>
                    <a:pt x="3699256" y="8468"/>
                  </a:cubicBezTo>
                  <a:cubicBezTo>
                    <a:pt x="3735053" y="8468"/>
                    <a:pt x="3756429" y="24315"/>
                    <a:pt x="3772719" y="40659"/>
                  </a:cubicBezTo>
                  <a:cubicBezTo>
                    <a:pt x="3776533" y="44452"/>
                    <a:pt x="3780069" y="48316"/>
                    <a:pt x="3783446" y="51968"/>
                  </a:cubicBezTo>
                  <a:cubicBezTo>
                    <a:pt x="3800371" y="70368"/>
                    <a:pt x="3810185" y="79940"/>
                    <a:pt x="3830845" y="79940"/>
                  </a:cubicBezTo>
                  <a:cubicBezTo>
                    <a:pt x="3851505" y="79940"/>
                    <a:pt x="3861279" y="70368"/>
                    <a:pt x="3878205" y="51968"/>
                  </a:cubicBezTo>
                  <a:cubicBezTo>
                    <a:pt x="3881582" y="48316"/>
                    <a:pt x="3885118" y="44452"/>
                    <a:pt x="3888932" y="40659"/>
                  </a:cubicBezTo>
                  <a:cubicBezTo>
                    <a:pt x="3905222" y="24315"/>
                    <a:pt x="3926598" y="8468"/>
                    <a:pt x="3962435" y="8468"/>
                  </a:cubicBezTo>
                  <a:cubicBezTo>
                    <a:pt x="3998273" y="8468"/>
                    <a:pt x="4019648" y="24315"/>
                    <a:pt x="4035938" y="40659"/>
                  </a:cubicBezTo>
                  <a:cubicBezTo>
                    <a:pt x="4039752" y="44452"/>
                    <a:pt x="4043288" y="48316"/>
                    <a:pt x="4046666" y="51968"/>
                  </a:cubicBezTo>
                  <a:cubicBezTo>
                    <a:pt x="4063591" y="70368"/>
                    <a:pt x="4073365" y="79940"/>
                    <a:pt x="4094025" y="79940"/>
                  </a:cubicBezTo>
                  <a:cubicBezTo>
                    <a:pt x="4114685" y="79940"/>
                    <a:pt x="4124499" y="70368"/>
                    <a:pt x="4141425" y="51968"/>
                  </a:cubicBezTo>
                  <a:cubicBezTo>
                    <a:pt x="4144802" y="48316"/>
                    <a:pt x="4148338" y="44452"/>
                    <a:pt x="4152152" y="40659"/>
                  </a:cubicBezTo>
                  <a:cubicBezTo>
                    <a:pt x="4168442" y="24315"/>
                    <a:pt x="4189817" y="8468"/>
                    <a:pt x="4225615" y="8468"/>
                  </a:cubicBezTo>
                  <a:cubicBezTo>
                    <a:pt x="4261453" y="8468"/>
                    <a:pt x="4282828" y="24315"/>
                    <a:pt x="4299118" y="40659"/>
                  </a:cubicBezTo>
                  <a:cubicBezTo>
                    <a:pt x="4302932" y="44452"/>
                    <a:pt x="4306468" y="48316"/>
                    <a:pt x="4309846" y="51968"/>
                  </a:cubicBezTo>
                  <a:cubicBezTo>
                    <a:pt x="4326771" y="70368"/>
                    <a:pt x="4336545" y="79940"/>
                    <a:pt x="4357205" y="79940"/>
                  </a:cubicBezTo>
                  <a:cubicBezTo>
                    <a:pt x="4377865" y="79940"/>
                    <a:pt x="4387679" y="70368"/>
                    <a:pt x="4404604" y="51968"/>
                  </a:cubicBezTo>
                  <a:cubicBezTo>
                    <a:pt x="4407982" y="48316"/>
                    <a:pt x="4411518" y="44452"/>
                    <a:pt x="4415332" y="40659"/>
                  </a:cubicBezTo>
                  <a:cubicBezTo>
                    <a:pt x="4431622" y="24315"/>
                    <a:pt x="4452997" y="8468"/>
                    <a:pt x="4488795" y="8468"/>
                  </a:cubicBezTo>
                  <a:cubicBezTo>
                    <a:pt x="4524632" y="8468"/>
                    <a:pt x="4545968" y="24315"/>
                    <a:pt x="4562258" y="40659"/>
                  </a:cubicBezTo>
                  <a:cubicBezTo>
                    <a:pt x="4566072" y="44452"/>
                    <a:pt x="4569608" y="48316"/>
                    <a:pt x="4572986" y="51968"/>
                  </a:cubicBezTo>
                  <a:cubicBezTo>
                    <a:pt x="4589911" y="70368"/>
                    <a:pt x="4599725" y="79940"/>
                    <a:pt x="4620385" y="79940"/>
                  </a:cubicBezTo>
                  <a:cubicBezTo>
                    <a:pt x="4641045" y="79940"/>
                    <a:pt x="4650819" y="70368"/>
                    <a:pt x="4667744" y="51968"/>
                  </a:cubicBezTo>
                  <a:cubicBezTo>
                    <a:pt x="4671122" y="48316"/>
                    <a:pt x="4674658" y="44452"/>
                    <a:pt x="4678472" y="40659"/>
                  </a:cubicBezTo>
                  <a:cubicBezTo>
                    <a:pt x="4694762" y="24315"/>
                    <a:pt x="4716137" y="8468"/>
                    <a:pt x="4751935" y="8468"/>
                  </a:cubicBezTo>
                  <a:cubicBezTo>
                    <a:pt x="4787773" y="8468"/>
                    <a:pt x="4809148" y="24315"/>
                    <a:pt x="4825438" y="40659"/>
                  </a:cubicBezTo>
                  <a:cubicBezTo>
                    <a:pt x="4829252" y="44452"/>
                    <a:pt x="4832788" y="48316"/>
                    <a:pt x="4836165" y="51968"/>
                  </a:cubicBezTo>
                  <a:cubicBezTo>
                    <a:pt x="4853091" y="70368"/>
                    <a:pt x="4862865" y="79940"/>
                    <a:pt x="4883565" y="79940"/>
                  </a:cubicBezTo>
                  <a:cubicBezTo>
                    <a:pt x="4904225" y="79940"/>
                    <a:pt x="4913999" y="70368"/>
                    <a:pt x="4930924" y="51968"/>
                  </a:cubicBezTo>
                  <a:cubicBezTo>
                    <a:pt x="4934301" y="48316"/>
                    <a:pt x="4937837" y="44452"/>
                    <a:pt x="4941652" y="40659"/>
                  </a:cubicBezTo>
                  <a:cubicBezTo>
                    <a:pt x="4957942" y="24315"/>
                    <a:pt x="4979317" y="8468"/>
                    <a:pt x="5015155" y="8468"/>
                  </a:cubicBezTo>
                  <a:cubicBezTo>
                    <a:pt x="5050953" y="8468"/>
                    <a:pt x="5072328" y="24315"/>
                    <a:pt x="5088618" y="40659"/>
                  </a:cubicBezTo>
                  <a:cubicBezTo>
                    <a:pt x="5092432" y="44452"/>
                    <a:pt x="5095968" y="48316"/>
                    <a:pt x="5099345" y="51968"/>
                  </a:cubicBezTo>
                  <a:cubicBezTo>
                    <a:pt x="5116271" y="70368"/>
                    <a:pt x="5126044" y="79940"/>
                    <a:pt x="5146705" y="79940"/>
                  </a:cubicBezTo>
                  <a:cubicBezTo>
                    <a:pt x="5167405" y="79940"/>
                    <a:pt x="5177178" y="70368"/>
                    <a:pt x="5194104" y="51968"/>
                  </a:cubicBezTo>
                  <a:cubicBezTo>
                    <a:pt x="5197482" y="48316"/>
                    <a:pt x="5201017" y="44452"/>
                    <a:pt x="5204832" y="40659"/>
                  </a:cubicBezTo>
                  <a:cubicBezTo>
                    <a:pt x="5221121" y="24315"/>
                    <a:pt x="5242497" y="8468"/>
                    <a:pt x="5278295" y="8468"/>
                  </a:cubicBezTo>
                  <a:cubicBezTo>
                    <a:pt x="5314132" y="8468"/>
                    <a:pt x="5335508" y="24315"/>
                    <a:pt x="5351798" y="40659"/>
                  </a:cubicBezTo>
                  <a:cubicBezTo>
                    <a:pt x="5355612" y="44452"/>
                    <a:pt x="5359148" y="48316"/>
                    <a:pt x="5362525" y="51968"/>
                  </a:cubicBezTo>
                  <a:cubicBezTo>
                    <a:pt x="5379450" y="70368"/>
                    <a:pt x="5389224" y="79940"/>
                    <a:pt x="5409885" y="79940"/>
                  </a:cubicBezTo>
                  <a:cubicBezTo>
                    <a:pt x="5430545" y="79940"/>
                    <a:pt x="5440359" y="70368"/>
                    <a:pt x="5457284" y="51968"/>
                  </a:cubicBezTo>
                  <a:cubicBezTo>
                    <a:pt x="5460661" y="48316"/>
                    <a:pt x="5464198" y="44452"/>
                    <a:pt x="5468012" y="40659"/>
                  </a:cubicBezTo>
                  <a:cubicBezTo>
                    <a:pt x="5484301" y="24315"/>
                    <a:pt x="5505677" y="8468"/>
                    <a:pt x="5541475" y="8468"/>
                  </a:cubicBezTo>
                  <a:cubicBezTo>
                    <a:pt x="5577312" y="8468"/>
                    <a:pt x="5598688" y="24315"/>
                    <a:pt x="5614977" y="40659"/>
                  </a:cubicBezTo>
                  <a:cubicBezTo>
                    <a:pt x="5618791" y="44452"/>
                    <a:pt x="5622328" y="48316"/>
                    <a:pt x="5625705" y="51968"/>
                  </a:cubicBezTo>
                  <a:cubicBezTo>
                    <a:pt x="5642630" y="70368"/>
                    <a:pt x="5652404" y="79940"/>
                    <a:pt x="5673104" y="79940"/>
                  </a:cubicBezTo>
                  <a:cubicBezTo>
                    <a:pt x="5693764" y="79940"/>
                    <a:pt x="5703539" y="70368"/>
                    <a:pt x="5720464" y="51968"/>
                  </a:cubicBezTo>
                  <a:cubicBezTo>
                    <a:pt x="5723841" y="48316"/>
                    <a:pt x="5727377" y="44452"/>
                    <a:pt x="5731191" y="40659"/>
                  </a:cubicBezTo>
                  <a:cubicBezTo>
                    <a:pt x="5747481" y="24315"/>
                    <a:pt x="5768856" y="8468"/>
                    <a:pt x="5804694" y="8468"/>
                  </a:cubicBezTo>
                  <a:cubicBezTo>
                    <a:pt x="5840492" y="8468"/>
                    <a:pt x="5861867" y="24315"/>
                    <a:pt x="5878157" y="40659"/>
                  </a:cubicBezTo>
                  <a:cubicBezTo>
                    <a:pt x="5881971" y="44452"/>
                    <a:pt x="5885507" y="48316"/>
                    <a:pt x="5888884" y="51968"/>
                  </a:cubicBezTo>
                  <a:cubicBezTo>
                    <a:pt x="5905810" y="70368"/>
                    <a:pt x="5915624" y="79940"/>
                    <a:pt x="5936284" y="79940"/>
                  </a:cubicBezTo>
                  <a:cubicBezTo>
                    <a:pt x="5956944" y="79940"/>
                    <a:pt x="5966758" y="70368"/>
                    <a:pt x="5983644" y="51968"/>
                  </a:cubicBezTo>
                  <a:cubicBezTo>
                    <a:pt x="5987021" y="48316"/>
                    <a:pt x="5990557" y="44452"/>
                    <a:pt x="5994371" y="40659"/>
                  </a:cubicBezTo>
                  <a:cubicBezTo>
                    <a:pt x="6010661" y="24315"/>
                    <a:pt x="6032036" y="8468"/>
                    <a:pt x="6067874" y="8468"/>
                  </a:cubicBezTo>
                  <a:cubicBezTo>
                    <a:pt x="6103712" y="8468"/>
                    <a:pt x="6125087" y="24315"/>
                    <a:pt x="6141377" y="40659"/>
                  </a:cubicBezTo>
                  <a:cubicBezTo>
                    <a:pt x="6145191" y="44452"/>
                    <a:pt x="6148727" y="48316"/>
                    <a:pt x="6152104" y="51968"/>
                  </a:cubicBezTo>
                  <a:cubicBezTo>
                    <a:pt x="6169030" y="70368"/>
                    <a:pt x="6178804" y="79940"/>
                    <a:pt x="6199464" y="79940"/>
                  </a:cubicBezTo>
                  <a:cubicBezTo>
                    <a:pt x="6220164" y="79940"/>
                    <a:pt x="6229938" y="70368"/>
                    <a:pt x="6246863" y="51968"/>
                  </a:cubicBezTo>
                  <a:cubicBezTo>
                    <a:pt x="6250240" y="48316"/>
                    <a:pt x="6253777" y="44452"/>
                    <a:pt x="6257591" y="40659"/>
                  </a:cubicBezTo>
                  <a:cubicBezTo>
                    <a:pt x="6273880" y="24315"/>
                    <a:pt x="6295256" y="8468"/>
                    <a:pt x="6331093" y="8468"/>
                  </a:cubicBezTo>
                  <a:cubicBezTo>
                    <a:pt x="6366891" y="8468"/>
                    <a:pt x="6388267" y="24315"/>
                    <a:pt x="6404557" y="40659"/>
                  </a:cubicBezTo>
                  <a:cubicBezTo>
                    <a:pt x="6408371" y="44452"/>
                    <a:pt x="6411907" y="48316"/>
                    <a:pt x="6415284" y="51968"/>
                  </a:cubicBezTo>
                  <a:cubicBezTo>
                    <a:pt x="6432209" y="70368"/>
                    <a:pt x="6442023" y="79940"/>
                    <a:pt x="6462683" y="79940"/>
                  </a:cubicBezTo>
                  <a:cubicBezTo>
                    <a:pt x="6483343" y="79940"/>
                    <a:pt x="6493157" y="70368"/>
                    <a:pt x="6510083" y="51968"/>
                  </a:cubicBezTo>
                  <a:cubicBezTo>
                    <a:pt x="6513460" y="48316"/>
                    <a:pt x="6516996" y="44452"/>
                    <a:pt x="6520810" y="40659"/>
                  </a:cubicBezTo>
                  <a:cubicBezTo>
                    <a:pt x="6537100" y="24315"/>
                    <a:pt x="6558475" y="8468"/>
                    <a:pt x="6594313" y="8468"/>
                  </a:cubicBezTo>
                  <a:cubicBezTo>
                    <a:pt x="6630111" y="8468"/>
                    <a:pt x="6651486" y="24315"/>
                    <a:pt x="6667776" y="40659"/>
                  </a:cubicBezTo>
                  <a:cubicBezTo>
                    <a:pt x="6671590" y="44452"/>
                    <a:pt x="6675126" y="48316"/>
                    <a:pt x="6678503" y="51968"/>
                  </a:cubicBezTo>
                  <a:cubicBezTo>
                    <a:pt x="6695429" y="70368"/>
                    <a:pt x="6705203" y="79940"/>
                    <a:pt x="6725903" y="79940"/>
                  </a:cubicBezTo>
                  <a:cubicBezTo>
                    <a:pt x="6746563" y="79940"/>
                    <a:pt x="6756337" y="70368"/>
                    <a:pt x="6773263" y="51968"/>
                  </a:cubicBezTo>
                  <a:cubicBezTo>
                    <a:pt x="6776640" y="48316"/>
                    <a:pt x="6780176" y="44452"/>
                    <a:pt x="6783990" y="40659"/>
                  </a:cubicBezTo>
                  <a:cubicBezTo>
                    <a:pt x="6800280" y="24315"/>
                    <a:pt x="6821655" y="8468"/>
                    <a:pt x="6857493" y="8468"/>
                  </a:cubicBezTo>
                  <a:lnTo>
                    <a:pt x="6864728" y="10105"/>
                  </a:lnTo>
                  <a:lnTo>
                    <a:pt x="6864728" y="593715"/>
                  </a:lnTo>
                  <a:lnTo>
                    <a:pt x="6871" y="593715"/>
                  </a:lnTo>
                  <a:close/>
                </a:path>
              </a:pathLst>
            </a:custGeom>
            <a:solidFill>
              <a:schemeClr val="accent6"/>
            </a:solidFill>
            <a:ln w="39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Arial" panose="020B0604020202020204" pitchFamily="34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C76821F-C2DC-E87F-C11A-F459E1D693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0051" y="2641600"/>
            <a:ext cx="5797549" cy="10666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0051" y="4057738"/>
            <a:ext cx="5797550" cy="154719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100" i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450C8A-58C7-4756-B5DC-11851AB30B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0" y="4057738"/>
            <a:ext cx="3351367" cy="1547194"/>
          </a:xfrm>
        </p:spPr>
        <p:txBody>
          <a:bodyPr/>
          <a:lstStyle>
            <a:lvl1pPr>
              <a:defRPr sz="140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91776B0-BA4A-47C9-BDDC-EC235347EF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2508584"/>
            <a:ext cx="3351367" cy="1396088"/>
          </a:xfrm>
        </p:spPr>
        <p:txBody>
          <a:bodyPr anchor="b">
            <a:spAutoFit/>
          </a:bodyPr>
          <a:lstStyle>
            <a:lvl1pPr marL="0" algn="l" defTabSz="914400" rtl="0" eaLnBrk="1" latinLnBrk="0" hangingPunct="1">
              <a:defRPr lang="en-US" sz="8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6400" y="6364224"/>
            <a:ext cx="4873752" cy="109728"/>
          </a:xfrm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CE62B9-255E-40C2-B27D-0A6CAC295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1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24905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Indi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2F30D42-5939-5783-F0FE-84DEA4A42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0" y="0"/>
            <a:ext cx="12198352" cy="6256512"/>
            <a:chOff x="-6352" y="1"/>
            <a:chExt cx="12198352" cy="6256512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32D1ED-8D3F-741A-B0A1-70276319E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1FFE5B-A8EF-27FB-AE18-C1116F62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11EDAC5-C431-C8C6-E16A-D4698FD11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399" y="862335"/>
            <a:ext cx="10512215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778487F-3BD0-4ACB-AEED-1BDDE923FC8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b="0" i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5399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4287D-3CEB-7225-102F-AF6C1BDF3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6352" y="1"/>
            <a:ext cx="12198352" cy="6256512"/>
            <a:chOff x="-6352" y="1"/>
            <a:chExt cx="12198352" cy="6256512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34DAAD-4858-8389-8A25-F054B6AB4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73C096A-7B71-B334-CA71-7057B5C94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5BF8DFF-635D-A491-B033-43D3C5A92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400" y="862335"/>
            <a:ext cx="10512214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i="0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B92347-B77E-4E14-BCA7-514F86BE7EF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9316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75711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Statement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4287D-3CEB-7225-102F-AF6C1BDF3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6352" y="1"/>
            <a:ext cx="12198352" cy="6256512"/>
            <a:chOff x="-6352" y="1"/>
            <a:chExt cx="12198352" cy="6256512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34DAAD-4858-8389-8A25-F054B6AB4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73C096A-7B71-B334-CA71-7057B5C94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5BF8DFF-635D-A491-B033-43D3C5A92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400" y="862335"/>
            <a:ext cx="10512214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i="0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B92347-B77E-4E14-BCA7-514F86BE7EF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9316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673244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rge Statement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4287D-3CEB-7225-102F-AF6C1BDF3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-6352" y="1"/>
            <a:ext cx="12198352" cy="6256512"/>
            <a:chOff x="-6352" y="1"/>
            <a:chExt cx="12198352" cy="6256512"/>
          </a:xfrm>
          <a:solidFill>
            <a:srgbClr val="0C522C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E34DAAD-4858-8389-8A25-F054B6AB4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73C096A-7B71-B334-CA71-7057B5C94B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rgbClr val="445F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5BF8DFF-635D-A491-B033-43D3C5A92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400" y="862335"/>
            <a:ext cx="10512214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i="0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6B92347-B77E-4E14-BCA7-514F86BE7EFB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9316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854981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Statement Indi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2F30D42-5939-5783-F0FE-84DEA4A42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0" y="0"/>
            <a:ext cx="12198352" cy="6256512"/>
            <a:chOff x="-6352" y="1"/>
            <a:chExt cx="12198352" cy="6256512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32D1ED-8D3F-741A-B0A1-70276319E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1FFE5B-A8EF-27FB-AE18-C1116F62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11EDAC5-C431-C8C6-E16A-D4698FD11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399" y="862335"/>
            <a:ext cx="10512215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778487F-3BD0-4ACB-AEED-1BDDE923FC8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b="0" i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2999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rge Statement Indi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2F30D42-5939-5783-F0FE-84DEA4A42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ltGray">
          <a:xfrm>
            <a:off x="0" y="0"/>
            <a:ext cx="12198352" cy="6256512"/>
            <a:chOff x="-6352" y="1"/>
            <a:chExt cx="12198352" cy="6256512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32D1ED-8D3F-741A-B0A1-70276319E8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1" y="1"/>
              <a:ext cx="12198350" cy="5547812"/>
            </a:xfrm>
            <a:custGeom>
              <a:avLst/>
              <a:gdLst>
                <a:gd name="connsiteX0" fmla="*/ 0 w 12198350"/>
                <a:gd name="connsiteY0" fmla="*/ 0 h 5547812"/>
                <a:gd name="connsiteX1" fmla="*/ 12198350 w 12198350"/>
                <a:gd name="connsiteY1" fmla="*/ 0 h 5547812"/>
                <a:gd name="connsiteX2" fmla="*/ 12198350 w 12198350"/>
                <a:gd name="connsiteY2" fmla="*/ 4118088 h 5547812"/>
                <a:gd name="connsiteX3" fmla="*/ 12174905 w 12198350"/>
                <a:gd name="connsiteY3" fmla="*/ 4145593 h 5547812"/>
                <a:gd name="connsiteX4" fmla="*/ 12115779 w 12198350"/>
                <a:gd name="connsiteY4" fmla="*/ 4220638 h 5547812"/>
                <a:gd name="connsiteX5" fmla="*/ 11786984 w 12198350"/>
                <a:gd name="connsiteY5" fmla="*/ 4523669 h 5547812"/>
                <a:gd name="connsiteX6" fmla="*/ 10390882 w 12198350"/>
                <a:gd name="connsiteY6" fmla="*/ 5268197 h 5547812"/>
                <a:gd name="connsiteX7" fmla="*/ 7900634 w 12198350"/>
                <a:gd name="connsiteY7" fmla="*/ 5521389 h 5547812"/>
                <a:gd name="connsiteX8" fmla="*/ 6011771 w 12198350"/>
                <a:gd name="connsiteY8" fmla="*/ 5151345 h 5547812"/>
                <a:gd name="connsiteX9" fmla="*/ 5394109 w 12198350"/>
                <a:gd name="connsiteY9" fmla="*/ 4949895 h 5547812"/>
                <a:gd name="connsiteX10" fmla="*/ 2917547 w 12198350"/>
                <a:gd name="connsiteY10" fmla="*/ 4398383 h 5547812"/>
                <a:gd name="connsiteX11" fmla="*/ 217491 w 12198350"/>
                <a:gd name="connsiteY11" fmla="*/ 4574306 h 5547812"/>
                <a:gd name="connsiteX12" fmla="*/ 55254 w 12198350"/>
                <a:gd name="connsiteY12" fmla="*/ 4638734 h 5547812"/>
                <a:gd name="connsiteX13" fmla="*/ 0 w 12198350"/>
                <a:gd name="connsiteY13" fmla="*/ 4665148 h 554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98350" h="5547812">
                  <a:moveTo>
                    <a:pt x="0" y="0"/>
                  </a:moveTo>
                  <a:lnTo>
                    <a:pt x="12198350" y="0"/>
                  </a:lnTo>
                  <a:lnTo>
                    <a:pt x="12198350" y="4118088"/>
                  </a:lnTo>
                  <a:lnTo>
                    <a:pt x="12174905" y="4145593"/>
                  </a:lnTo>
                  <a:cubicBezTo>
                    <a:pt x="12148673" y="4177782"/>
                    <a:pt x="12120412" y="4215659"/>
                    <a:pt x="12115779" y="4220638"/>
                  </a:cubicBezTo>
                  <a:cubicBezTo>
                    <a:pt x="12017984" y="4325561"/>
                    <a:pt x="11907234" y="4426686"/>
                    <a:pt x="11786984" y="4523669"/>
                  </a:cubicBezTo>
                  <a:cubicBezTo>
                    <a:pt x="11416667" y="4822255"/>
                    <a:pt x="10947223" y="5084639"/>
                    <a:pt x="10390882" y="5268197"/>
                  </a:cubicBezTo>
                  <a:cubicBezTo>
                    <a:pt x="9635563" y="5517438"/>
                    <a:pt x="8759197" y="5594591"/>
                    <a:pt x="7900634" y="5521389"/>
                  </a:cubicBezTo>
                  <a:cubicBezTo>
                    <a:pt x="7250416" y="5465963"/>
                    <a:pt x="6596036" y="5326667"/>
                    <a:pt x="6011771" y="5151345"/>
                  </a:cubicBezTo>
                  <a:cubicBezTo>
                    <a:pt x="5801715" y="5088314"/>
                    <a:pt x="5603652" y="5013600"/>
                    <a:pt x="5394109" y="4949895"/>
                  </a:cubicBezTo>
                  <a:cubicBezTo>
                    <a:pt x="4612681" y="4712241"/>
                    <a:pt x="3782886" y="4510562"/>
                    <a:pt x="2917547" y="4398383"/>
                  </a:cubicBezTo>
                  <a:cubicBezTo>
                    <a:pt x="2026697" y="4282900"/>
                    <a:pt x="997127" y="4257524"/>
                    <a:pt x="217491" y="4574306"/>
                  </a:cubicBezTo>
                  <a:cubicBezTo>
                    <a:pt x="193176" y="4584183"/>
                    <a:pt x="121175" y="4610528"/>
                    <a:pt x="55254" y="4638734"/>
                  </a:cubicBezTo>
                  <a:lnTo>
                    <a:pt x="0" y="466514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1FFE5B-A8EF-27FB-AE18-C1116F629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ltGray">
            <a:xfrm>
              <a:off x="-6352" y="4118089"/>
              <a:ext cx="12198352" cy="2138424"/>
            </a:xfrm>
            <a:custGeom>
              <a:avLst/>
              <a:gdLst>
                <a:gd name="connsiteX0" fmla="*/ 12198352 w 12198352"/>
                <a:gd name="connsiteY0" fmla="*/ 0 h 2138424"/>
                <a:gd name="connsiteX1" fmla="*/ 12198352 w 12198352"/>
                <a:gd name="connsiteY1" fmla="*/ 1810899 h 2138424"/>
                <a:gd name="connsiteX2" fmla="*/ 12114282 w 12198352"/>
                <a:gd name="connsiteY2" fmla="*/ 1840970 h 2138424"/>
                <a:gd name="connsiteX3" fmla="*/ 10364993 w 12198352"/>
                <a:gd name="connsiteY3" fmla="*/ 2131389 h 2138424"/>
                <a:gd name="connsiteX4" fmla="*/ 7373023 w 12198352"/>
                <a:gd name="connsiteY4" fmla="*/ 1809515 h 2138424"/>
                <a:gd name="connsiteX5" fmla="*/ 6384147 w 12198352"/>
                <a:gd name="connsiteY5" fmla="*/ 1543979 h 2138424"/>
                <a:gd name="connsiteX6" fmla="*/ 5132821 w 12198352"/>
                <a:gd name="connsiteY6" fmla="*/ 1097922 h 2138424"/>
                <a:gd name="connsiteX7" fmla="*/ 4183385 w 12198352"/>
                <a:gd name="connsiteY7" fmla="*/ 752839 h 2138424"/>
                <a:gd name="connsiteX8" fmla="*/ 1068506 w 12198352"/>
                <a:gd name="connsiteY8" fmla="*/ 386899 h 2138424"/>
                <a:gd name="connsiteX9" fmla="*/ 490063 w 12198352"/>
                <a:gd name="connsiteY9" fmla="*/ 488175 h 2138424"/>
                <a:gd name="connsiteX10" fmla="*/ 1433 w 12198352"/>
                <a:gd name="connsiteY10" fmla="*/ 619942 h 2138424"/>
                <a:gd name="connsiteX11" fmla="*/ 0 w 12198352"/>
                <a:gd name="connsiteY11" fmla="*/ 620566 h 2138424"/>
                <a:gd name="connsiteX12" fmla="*/ 0 w 12198352"/>
                <a:gd name="connsiteY12" fmla="*/ 547061 h 2138424"/>
                <a:gd name="connsiteX13" fmla="*/ 55255 w 12198352"/>
                <a:gd name="connsiteY13" fmla="*/ 520646 h 2138424"/>
                <a:gd name="connsiteX14" fmla="*/ 217492 w 12198352"/>
                <a:gd name="connsiteY14" fmla="*/ 456218 h 2138424"/>
                <a:gd name="connsiteX15" fmla="*/ 2917548 w 12198352"/>
                <a:gd name="connsiteY15" fmla="*/ 280295 h 2138424"/>
                <a:gd name="connsiteX16" fmla="*/ 5394111 w 12198352"/>
                <a:gd name="connsiteY16" fmla="*/ 831807 h 2138424"/>
                <a:gd name="connsiteX17" fmla="*/ 6011772 w 12198352"/>
                <a:gd name="connsiteY17" fmla="*/ 1033257 h 2138424"/>
                <a:gd name="connsiteX18" fmla="*/ 7900635 w 12198352"/>
                <a:gd name="connsiteY18" fmla="*/ 1403301 h 2138424"/>
                <a:gd name="connsiteX19" fmla="*/ 10390883 w 12198352"/>
                <a:gd name="connsiteY19" fmla="*/ 1150109 h 2138424"/>
                <a:gd name="connsiteX20" fmla="*/ 11786985 w 12198352"/>
                <a:gd name="connsiteY20" fmla="*/ 405581 h 2138424"/>
                <a:gd name="connsiteX21" fmla="*/ 12115780 w 12198352"/>
                <a:gd name="connsiteY21" fmla="*/ 102550 h 2138424"/>
                <a:gd name="connsiteX22" fmla="*/ 12174906 w 12198352"/>
                <a:gd name="connsiteY22" fmla="*/ 27505 h 2138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198352" h="2138424">
                  <a:moveTo>
                    <a:pt x="12198352" y="0"/>
                  </a:moveTo>
                  <a:lnTo>
                    <a:pt x="12198352" y="1810899"/>
                  </a:lnTo>
                  <a:lnTo>
                    <a:pt x="12114282" y="1840970"/>
                  </a:lnTo>
                  <a:cubicBezTo>
                    <a:pt x="11582133" y="2015450"/>
                    <a:pt x="10974825" y="2106963"/>
                    <a:pt x="10364993" y="2131389"/>
                  </a:cubicBezTo>
                  <a:cubicBezTo>
                    <a:pt x="9340599" y="2172455"/>
                    <a:pt x="8315874" y="2029657"/>
                    <a:pt x="7373023" y="1809515"/>
                  </a:cubicBezTo>
                  <a:cubicBezTo>
                    <a:pt x="7035682" y="1730804"/>
                    <a:pt x="6706123" y="1641342"/>
                    <a:pt x="6384147" y="1543979"/>
                  </a:cubicBezTo>
                  <a:cubicBezTo>
                    <a:pt x="5938127" y="1409083"/>
                    <a:pt x="5537271" y="1269628"/>
                    <a:pt x="5132821" y="1097922"/>
                  </a:cubicBezTo>
                  <a:cubicBezTo>
                    <a:pt x="4831528" y="969979"/>
                    <a:pt x="4513677" y="854760"/>
                    <a:pt x="4183385" y="752839"/>
                  </a:cubicBezTo>
                  <a:cubicBezTo>
                    <a:pt x="3245058" y="463216"/>
                    <a:pt x="2139921" y="263247"/>
                    <a:pt x="1068506" y="386899"/>
                  </a:cubicBezTo>
                  <a:cubicBezTo>
                    <a:pt x="870504" y="409768"/>
                    <a:pt x="676427" y="443615"/>
                    <a:pt x="490063" y="488175"/>
                  </a:cubicBezTo>
                  <a:cubicBezTo>
                    <a:pt x="432848" y="501851"/>
                    <a:pt x="142854" y="567794"/>
                    <a:pt x="1433" y="619942"/>
                  </a:cubicBezTo>
                  <a:lnTo>
                    <a:pt x="0" y="620566"/>
                  </a:lnTo>
                  <a:lnTo>
                    <a:pt x="0" y="547061"/>
                  </a:lnTo>
                  <a:lnTo>
                    <a:pt x="55255" y="520646"/>
                  </a:lnTo>
                  <a:cubicBezTo>
                    <a:pt x="121176" y="492440"/>
                    <a:pt x="193177" y="466095"/>
                    <a:pt x="217492" y="456218"/>
                  </a:cubicBezTo>
                  <a:cubicBezTo>
                    <a:pt x="997128" y="139436"/>
                    <a:pt x="2026698" y="164812"/>
                    <a:pt x="2917548" y="280295"/>
                  </a:cubicBezTo>
                  <a:cubicBezTo>
                    <a:pt x="3782887" y="392474"/>
                    <a:pt x="4612682" y="594153"/>
                    <a:pt x="5394111" y="831807"/>
                  </a:cubicBezTo>
                  <a:cubicBezTo>
                    <a:pt x="5603653" y="895512"/>
                    <a:pt x="5801716" y="970226"/>
                    <a:pt x="6011772" y="1033257"/>
                  </a:cubicBezTo>
                  <a:cubicBezTo>
                    <a:pt x="6596037" y="1208579"/>
                    <a:pt x="7250417" y="1347875"/>
                    <a:pt x="7900635" y="1403301"/>
                  </a:cubicBezTo>
                  <a:cubicBezTo>
                    <a:pt x="8759198" y="1476503"/>
                    <a:pt x="9635564" y="1399350"/>
                    <a:pt x="10390883" y="1150109"/>
                  </a:cubicBezTo>
                  <a:cubicBezTo>
                    <a:pt x="10947224" y="966551"/>
                    <a:pt x="11416668" y="704167"/>
                    <a:pt x="11786985" y="405581"/>
                  </a:cubicBezTo>
                  <a:cubicBezTo>
                    <a:pt x="11907235" y="308598"/>
                    <a:pt x="12017985" y="207473"/>
                    <a:pt x="12115780" y="102550"/>
                  </a:cubicBezTo>
                  <a:cubicBezTo>
                    <a:pt x="12120413" y="97571"/>
                    <a:pt x="12148674" y="59694"/>
                    <a:pt x="12174906" y="27505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11EDAC5-C431-C8C6-E16A-D4698FD117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14399" y="862335"/>
            <a:ext cx="10512215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778487F-3BD0-4ACB-AEED-1BDDE923FC8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914400" y="5132618"/>
            <a:ext cx="3449320" cy="863047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​"/>
              <a:defRPr lang="en-US" sz="1400" b="0" i="0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200" b="1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1B2D5-DFA1-41A6-85A8-75AC5E9C0D9E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4224"/>
            <a:ext cx="6400800" cy="1097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785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In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D410A813-8D52-405A-988D-7C9F6A224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4803608" y="-28050"/>
            <a:ext cx="7397424" cy="1730923"/>
            <a:chOff x="7189154" y="5703043"/>
            <a:chExt cx="5011877" cy="1172729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DF3FA45-0D73-484F-AEB3-4A0013DCC5FC}"/>
                </a:ext>
              </a:extLst>
            </p:cNvPr>
            <p:cNvSpPr/>
            <p:nvPr userDrawn="1"/>
          </p:nvSpPr>
          <p:spPr>
            <a:xfrm rot="10800000" flipH="1">
              <a:off x="7189154" y="5703043"/>
              <a:ext cx="5002845" cy="1172729"/>
            </a:xfrm>
            <a:custGeom>
              <a:avLst/>
              <a:gdLst>
                <a:gd name="connsiteX0" fmla="*/ 0 w 5002845"/>
                <a:gd name="connsiteY0" fmla="*/ 20203 h 1172729"/>
                <a:gd name="connsiteX1" fmla="*/ 9377 w 5002845"/>
                <a:gd name="connsiteY1" fmla="*/ 4178 h 1172729"/>
                <a:gd name="connsiteX2" fmla="*/ 14734 w 5002845"/>
                <a:gd name="connsiteY2" fmla="*/ 53 h 1172729"/>
                <a:gd name="connsiteX3" fmla="*/ 0 w 5002845"/>
                <a:gd name="connsiteY3" fmla="*/ 0 h 1172729"/>
                <a:gd name="connsiteX4" fmla="*/ 0 w 5002845"/>
                <a:gd name="connsiteY4" fmla="*/ 14286 h 1172729"/>
                <a:gd name="connsiteX5" fmla="*/ 0 w 5002845"/>
                <a:gd name="connsiteY5" fmla="*/ 20203 h 1172729"/>
                <a:gd name="connsiteX6" fmla="*/ 4446507 w 5002845"/>
                <a:gd name="connsiteY6" fmla="*/ 1172693 h 1172729"/>
                <a:gd name="connsiteX7" fmla="*/ 4616280 w 5002845"/>
                <a:gd name="connsiteY7" fmla="*/ 1167226 h 1172729"/>
                <a:gd name="connsiteX8" fmla="*/ 4817782 w 5002845"/>
                <a:gd name="connsiteY8" fmla="*/ 1142862 h 1172729"/>
                <a:gd name="connsiteX9" fmla="*/ 5002845 w 5002845"/>
                <a:gd name="connsiteY9" fmla="*/ 1100624 h 1172729"/>
                <a:gd name="connsiteX10" fmla="*/ 5002845 w 5002845"/>
                <a:gd name="connsiteY10" fmla="*/ 17770 h 1172729"/>
                <a:gd name="connsiteX11" fmla="*/ 1721151 w 5002845"/>
                <a:gd name="connsiteY11" fmla="*/ 6114 h 1172729"/>
                <a:gd name="connsiteX12" fmla="*/ 1724440 w 5002845"/>
                <a:gd name="connsiteY12" fmla="*/ 7563 h 1172729"/>
                <a:gd name="connsiteX13" fmla="*/ 1883292 w 5002845"/>
                <a:gd name="connsiteY13" fmla="*/ 88875 h 1172729"/>
                <a:gd name="connsiteX14" fmla="*/ 2303053 w 5002845"/>
                <a:gd name="connsiteY14" fmla="*/ 358812 h 1172729"/>
                <a:gd name="connsiteX15" fmla="*/ 2856285 w 5002845"/>
                <a:gd name="connsiteY15" fmla="*/ 707733 h 1172729"/>
                <a:gd name="connsiteX16" fmla="*/ 3293483 w 5002845"/>
                <a:gd name="connsiteY16" fmla="*/ 915446 h 1172729"/>
                <a:gd name="connsiteX17" fmla="*/ 4446507 w 5002845"/>
                <a:gd name="connsiteY17" fmla="*/ 1172693 h 117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02845" h="1172729">
                  <a:moveTo>
                    <a:pt x="0" y="20203"/>
                  </a:moveTo>
                  <a:cubicBezTo>
                    <a:pt x="0" y="15560"/>
                    <a:pt x="3386" y="10138"/>
                    <a:pt x="9377" y="4178"/>
                  </a:cubicBezTo>
                  <a:lnTo>
                    <a:pt x="14734" y="53"/>
                  </a:lnTo>
                  <a:lnTo>
                    <a:pt x="0" y="0"/>
                  </a:lnTo>
                  <a:lnTo>
                    <a:pt x="0" y="14286"/>
                  </a:lnTo>
                  <a:cubicBezTo>
                    <a:pt x="0" y="18141"/>
                    <a:pt x="0" y="20199"/>
                    <a:pt x="0" y="20203"/>
                  </a:cubicBezTo>
                  <a:close/>
                  <a:moveTo>
                    <a:pt x="4446507" y="1172693"/>
                  </a:moveTo>
                  <a:cubicBezTo>
                    <a:pt x="4503053" y="1173010"/>
                    <a:pt x="4559667" y="1171242"/>
                    <a:pt x="4616280" y="1167226"/>
                  </a:cubicBezTo>
                  <a:cubicBezTo>
                    <a:pt x="4683684" y="1162449"/>
                    <a:pt x="4751019" y="1154393"/>
                    <a:pt x="4817782" y="1142862"/>
                  </a:cubicBezTo>
                  <a:lnTo>
                    <a:pt x="5002845" y="1100624"/>
                  </a:lnTo>
                  <a:lnTo>
                    <a:pt x="5002845" y="17770"/>
                  </a:lnTo>
                  <a:lnTo>
                    <a:pt x="1721151" y="6114"/>
                  </a:lnTo>
                  <a:lnTo>
                    <a:pt x="1724440" y="7563"/>
                  </a:lnTo>
                  <a:cubicBezTo>
                    <a:pt x="1778427" y="33333"/>
                    <a:pt x="1831436" y="60556"/>
                    <a:pt x="1883292" y="88875"/>
                  </a:cubicBezTo>
                  <a:cubicBezTo>
                    <a:pt x="2029319" y="168602"/>
                    <a:pt x="2169847" y="258730"/>
                    <a:pt x="2303053" y="358812"/>
                  </a:cubicBezTo>
                  <a:cubicBezTo>
                    <a:pt x="2481867" y="493127"/>
                    <a:pt x="2659092" y="602213"/>
                    <a:pt x="2856285" y="707733"/>
                  </a:cubicBezTo>
                  <a:cubicBezTo>
                    <a:pt x="2998635" y="783895"/>
                    <a:pt x="3144339" y="853875"/>
                    <a:pt x="3293483" y="915446"/>
                  </a:cubicBezTo>
                  <a:cubicBezTo>
                    <a:pt x="3658226" y="1066123"/>
                    <a:pt x="4050684" y="1170479"/>
                    <a:pt x="4446507" y="117269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814E60A-6D12-476F-9619-DC9D13D3CF06}"/>
                </a:ext>
              </a:extLst>
            </p:cNvPr>
            <p:cNvSpPr/>
            <p:nvPr userDrawn="1"/>
          </p:nvSpPr>
          <p:spPr>
            <a:xfrm rot="5400000">
              <a:off x="10434804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B786EC72-7DD3-4046-8CAF-BEDFA0BBF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ltGray">
          <a:xfrm>
            <a:off x="-9031" y="-2"/>
            <a:ext cx="12210062" cy="50292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5949A94-256B-4CAA-A6AD-E0A2AB935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031" y="3886200"/>
            <a:ext cx="12210062" cy="2971800"/>
          </a:xfrm>
          <a:custGeom>
            <a:avLst/>
            <a:gdLst>
              <a:gd name="connsiteX0" fmla="*/ 7946 w 12192000"/>
              <a:gd name="connsiteY0" fmla="*/ 0 h 2898044"/>
              <a:gd name="connsiteX1" fmla="*/ 81449 w 12192000"/>
              <a:gd name="connsiteY1" fmla="*/ 32191 h 2898044"/>
              <a:gd name="connsiteX2" fmla="*/ 92177 w 12192000"/>
              <a:gd name="connsiteY2" fmla="*/ 43500 h 2898044"/>
              <a:gd name="connsiteX3" fmla="*/ 139536 w 12192000"/>
              <a:gd name="connsiteY3" fmla="*/ 71472 h 2898044"/>
              <a:gd name="connsiteX4" fmla="*/ 186896 w 12192000"/>
              <a:gd name="connsiteY4" fmla="*/ 43500 h 2898044"/>
              <a:gd name="connsiteX5" fmla="*/ 197623 w 12192000"/>
              <a:gd name="connsiteY5" fmla="*/ 32191 h 2898044"/>
              <a:gd name="connsiteX6" fmla="*/ 271126 w 12192000"/>
              <a:gd name="connsiteY6" fmla="*/ 0 h 2898044"/>
              <a:gd name="connsiteX7" fmla="*/ 344589 w 12192000"/>
              <a:gd name="connsiteY7" fmla="*/ 32191 h 2898044"/>
              <a:gd name="connsiteX8" fmla="*/ 355317 w 12192000"/>
              <a:gd name="connsiteY8" fmla="*/ 43500 h 2898044"/>
              <a:gd name="connsiteX9" fmla="*/ 402676 w 12192000"/>
              <a:gd name="connsiteY9" fmla="*/ 71472 h 2898044"/>
              <a:gd name="connsiteX10" fmla="*/ 450076 w 12192000"/>
              <a:gd name="connsiteY10" fmla="*/ 43500 h 2898044"/>
              <a:gd name="connsiteX11" fmla="*/ 460803 w 12192000"/>
              <a:gd name="connsiteY11" fmla="*/ 32191 h 2898044"/>
              <a:gd name="connsiteX12" fmla="*/ 534266 w 12192000"/>
              <a:gd name="connsiteY12" fmla="*/ 0 h 2898044"/>
              <a:gd name="connsiteX13" fmla="*/ 607769 w 12192000"/>
              <a:gd name="connsiteY13" fmla="*/ 32191 h 2898044"/>
              <a:gd name="connsiteX14" fmla="*/ 618496 w 12192000"/>
              <a:gd name="connsiteY14" fmla="*/ 43500 h 2898044"/>
              <a:gd name="connsiteX15" fmla="*/ 665856 w 12192000"/>
              <a:gd name="connsiteY15" fmla="*/ 71472 h 2898044"/>
              <a:gd name="connsiteX16" fmla="*/ 713216 w 12192000"/>
              <a:gd name="connsiteY16" fmla="*/ 43500 h 2898044"/>
              <a:gd name="connsiteX17" fmla="*/ 723943 w 12192000"/>
              <a:gd name="connsiteY17" fmla="*/ 32191 h 2898044"/>
              <a:gd name="connsiteX18" fmla="*/ 797446 w 12192000"/>
              <a:gd name="connsiteY18" fmla="*/ 0 h 2898044"/>
              <a:gd name="connsiteX19" fmla="*/ 870909 w 12192000"/>
              <a:gd name="connsiteY19" fmla="*/ 32191 h 2898044"/>
              <a:gd name="connsiteX20" fmla="*/ 881637 w 12192000"/>
              <a:gd name="connsiteY20" fmla="*/ 43500 h 2898044"/>
              <a:gd name="connsiteX21" fmla="*/ 929036 w 12192000"/>
              <a:gd name="connsiteY21" fmla="*/ 71472 h 2898044"/>
              <a:gd name="connsiteX22" fmla="*/ 976396 w 12192000"/>
              <a:gd name="connsiteY22" fmla="*/ 43500 h 2898044"/>
              <a:gd name="connsiteX23" fmla="*/ 987123 w 12192000"/>
              <a:gd name="connsiteY23" fmla="*/ 32191 h 2898044"/>
              <a:gd name="connsiteX24" fmla="*/ 1060586 w 12192000"/>
              <a:gd name="connsiteY24" fmla="*/ 0 h 2898044"/>
              <a:gd name="connsiteX25" fmla="*/ 1134089 w 12192000"/>
              <a:gd name="connsiteY25" fmla="*/ 32191 h 2898044"/>
              <a:gd name="connsiteX26" fmla="*/ 1144816 w 12192000"/>
              <a:gd name="connsiteY26" fmla="*/ 43500 h 2898044"/>
              <a:gd name="connsiteX27" fmla="*/ 1192176 w 12192000"/>
              <a:gd name="connsiteY27" fmla="*/ 71472 h 2898044"/>
              <a:gd name="connsiteX28" fmla="*/ 1239575 w 12192000"/>
              <a:gd name="connsiteY28" fmla="*/ 43500 h 2898044"/>
              <a:gd name="connsiteX29" fmla="*/ 1250303 w 12192000"/>
              <a:gd name="connsiteY29" fmla="*/ 32191 h 2898044"/>
              <a:gd name="connsiteX30" fmla="*/ 1323766 w 12192000"/>
              <a:gd name="connsiteY30" fmla="*/ 0 h 2898044"/>
              <a:gd name="connsiteX31" fmla="*/ 1397269 w 12192000"/>
              <a:gd name="connsiteY31" fmla="*/ 32191 h 2898044"/>
              <a:gd name="connsiteX32" fmla="*/ 1407996 w 12192000"/>
              <a:gd name="connsiteY32" fmla="*/ 43500 h 2898044"/>
              <a:gd name="connsiteX33" fmla="*/ 1455356 w 12192000"/>
              <a:gd name="connsiteY33" fmla="*/ 71472 h 2898044"/>
              <a:gd name="connsiteX34" fmla="*/ 1502716 w 12192000"/>
              <a:gd name="connsiteY34" fmla="*/ 43500 h 2898044"/>
              <a:gd name="connsiteX35" fmla="*/ 1513443 w 12192000"/>
              <a:gd name="connsiteY35" fmla="*/ 32191 h 2898044"/>
              <a:gd name="connsiteX36" fmla="*/ 1586946 w 12192000"/>
              <a:gd name="connsiteY36" fmla="*/ 0 h 2898044"/>
              <a:gd name="connsiteX37" fmla="*/ 1660449 w 12192000"/>
              <a:gd name="connsiteY37" fmla="*/ 32191 h 2898044"/>
              <a:gd name="connsiteX38" fmla="*/ 1671176 w 12192000"/>
              <a:gd name="connsiteY38" fmla="*/ 43500 h 2898044"/>
              <a:gd name="connsiteX39" fmla="*/ 1718536 w 12192000"/>
              <a:gd name="connsiteY39" fmla="*/ 71472 h 2898044"/>
              <a:gd name="connsiteX40" fmla="*/ 1765895 w 12192000"/>
              <a:gd name="connsiteY40" fmla="*/ 43500 h 2898044"/>
              <a:gd name="connsiteX41" fmla="*/ 1776623 w 12192000"/>
              <a:gd name="connsiteY41" fmla="*/ 32191 h 2898044"/>
              <a:gd name="connsiteX42" fmla="*/ 1850126 w 12192000"/>
              <a:gd name="connsiteY42" fmla="*/ 0 h 2898044"/>
              <a:gd name="connsiteX43" fmla="*/ 1923589 w 12192000"/>
              <a:gd name="connsiteY43" fmla="*/ 32191 h 2898044"/>
              <a:gd name="connsiteX44" fmla="*/ 1934316 w 12192000"/>
              <a:gd name="connsiteY44" fmla="*/ 43500 h 2898044"/>
              <a:gd name="connsiteX45" fmla="*/ 1981716 w 12192000"/>
              <a:gd name="connsiteY45" fmla="*/ 71472 h 2898044"/>
              <a:gd name="connsiteX46" fmla="*/ 2029075 w 12192000"/>
              <a:gd name="connsiteY46" fmla="*/ 43500 h 2898044"/>
              <a:gd name="connsiteX47" fmla="*/ 2039803 w 12192000"/>
              <a:gd name="connsiteY47" fmla="*/ 32191 h 2898044"/>
              <a:gd name="connsiteX48" fmla="*/ 2113306 w 12192000"/>
              <a:gd name="connsiteY48" fmla="*/ 0 h 2898044"/>
              <a:gd name="connsiteX49" fmla="*/ 2186769 w 12192000"/>
              <a:gd name="connsiteY49" fmla="*/ 32191 h 2898044"/>
              <a:gd name="connsiteX50" fmla="*/ 2197496 w 12192000"/>
              <a:gd name="connsiteY50" fmla="*/ 43500 h 2898044"/>
              <a:gd name="connsiteX51" fmla="*/ 2244895 w 12192000"/>
              <a:gd name="connsiteY51" fmla="*/ 71472 h 2898044"/>
              <a:gd name="connsiteX52" fmla="*/ 2292255 w 12192000"/>
              <a:gd name="connsiteY52" fmla="*/ 43500 h 2898044"/>
              <a:gd name="connsiteX53" fmla="*/ 2302983 w 12192000"/>
              <a:gd name="connsiteY53" fmla="*/ 32191 h 2898044"/>
              <a:gd name="connsiteX54" fmla="*/ 2376485 w 12192000"/>
              <a:gd name="connsiteY54" fmla="*/ 0 h 2898044"/>
              <a:gd name="connsiteX55" fmla="*/ 2449948 w 12192000"/>
              <a:gd name="connsiteY55" fmla="*/ 32191 h 2898044"/>
              <a:gd name="connsiteX56" fmla="*/ 2460676 w 12192000"/>
              <a:gd name="connsiteY56" fmla="*/ 43500 h 2898044"/>
              <a:gd name="connsiteX57" fmla="*/ 2508035 w 12192000"/>
              <a:gd name="connsiteY57" fmla="*/ 71472 h 2898044"/>
              <a:gd name="connsiteX58" fmla="*/ 2555435 w 12192000"/>
              <a:gd name="connsiteY58" fmla="*/ 43500 h 2898044"/>
              <a:gd name="connsiteX59" fmla="*/ 2566162 w 12192000"/>
              <a:gd name="connsiteY59" fmla="*/ 32191 h 2898044"/>
              <a:gd name="connsiteX60" fmla="*/ 2639665 w 12192000"/>
              <a:gd name="connsiteY60" fmla="*/ 0 h 2898044"/>
              <a:gd name="connsiteX61" fmla="*/ 2713128 w 12192000"/>
              <a:gd name="connsiteY61" fmla="*/ 32191 h 2898044"/>
              <a:gd name="connsiteX62" fmla="*/ 2723856 w 12192000"/>
              <a:gd name="connsiteY62" fmla="*/ 43500 h 2898044"/>
              <a:gd name="connsiteX63" fmla="*/ 2771215 w 12192000"/>
              <a:gd name="connsiteY63" fmla="*/ 71472 h 2898044"/>
              <a:gd name="connsiteX64" fmla="*/ 2818615 w 12192000"/>
              <a:gd name="connsiteY64" fmla="*/ 43500 h 2898044"/>
              <a:gd name="connsiteX65" fmla="*/ 2829342 w 12192000"/>
              <a:gd name="connsiteY65" fmla="*/ 32191 h 2898044"/>
              <a:gd name="connsiteX66" fmla="*/ 2902805 w 12192000"/>
              <a:gd name="connsiteY66" fmla="*/ 0 h 2898044"/>
              <a:gd name="connsiteX67" fmla="*/ 2976308 w 12192000"/>
              <a:gd name="connsiteY67" fmla="*/ 32191 h 2898044"/>
              <a:gd name="connsiteX68" fmla="*/ 2987035 w 12192000"/>
              <a:gd name="connsiteY68" fmla="*/ 43500 h 2898044"/>
              <a:gd name="connsiteX69" fmla="*/ 3034435 w 12192000"/>
              <a:gd name="connsiteY69" fmla="*/ 71472 h 2898044"/>
              <a:gd name="connsiteX70" fmla="*/ 3081794 w 12192000"/>
              <a:gd name="connsiteY70" fmla="*/ 43500 h 2898044"/>
              <a:gd name="connsiteX71" fmla="*/ 3092522 w 12192000"/>
              <a:gd name="connsiteY71" fmla="*/ 32191 h 2898044"/>
              <a:gd name="connsiteX72" fmla="*/ 3166025 w 12192000"/>
              <a:gd name="connsiteY72" fmla="*/ 0 h 2898044"/>
              <a:gd name="connsiteX73" fmla="*/ 3239488 w 12192000"/>
              <a:gd name="connsiteY73" fmla="*/ 32191 h 2898044"/>
              <a:gd name="connsiteX74" fmla="*/ 3250215 w 12192000"/>
              <a:gd name="connsiteY74" fmla="*/ 43500 h 2898044"/>
              <a:gd name="connsiteX75" fmla="*/ 3297615 w 12192000"/>
              <a:gd name="connsiteY75" fmla="*/ 71472 h 2898044"/>
              <a:gd name="connsiteX76" fmla="*/ 3344974 w 12192000"/>
              <a:gd name="connsiteY76" fmla="*/ 43500 h 2898044"/>
              <a:gd name="connsiteX77" fmla="*/ 3355702 w 12192000"/>
              <a:gd name="connsiteY77" fmla="*/ 32191 h 2898044"/>
              <a:gd name="connsiteX78" fmla="*/ 3429165 w 12192000"/>
              <a:gd name="connsiteY78" fmla="*/ 0 h 2898044"/>
              <a:gd name="connsiteX79" fmla="*/ 3502668 w 12192000"/>
              <a:gd name="connsiteY79" fmla="*/ 32191 h 2898044"/>
              <a:gd name="connsiteX80" fmla="*/ 3513395 w 12192000"/>
              <a:gd name="connsiteY80" fmla="*/ 43500 h 2898044"/>
              <a:gd name="connsiteX81" fmla="*/ 3560794 w 12192000"/>
              <a:gd name="connsiteY81" fmla="*/ 71472 h 2898044"/>
              <a:gd name="connsiteX82" fmla="*/ 3608154 w 12192000"/>
              <a:gd name="connsiteY82" fmla="*/ 43500 h 2898044"/>
              <a:gd name="connsiteX83" fmla="*/ 3618882 w 12192000"/>
              <a:gd name="connsiteY83" fmla="*/ 32191 h 2898044"/>
              <a:gd name="connsiteX84" fmla="*/ 3692385 w 12192000"/>
              <a:gd name="connsiteY84" fmla="*/ 0 h 2898044"/>
              <a:gd name="connsiteX85" fmla="*/ 3765848 w 12192000"/>
              <a:gd name="connsiteY85" fmla="*/ 32191 h 2898044"/>
              <a:gd name="connsiteX86" fmla="*/ 3776575 w 12192000"/>
              <a:gd name="connsiteY86" fmla="*/ 43500 h 2898044"/>
              <a:gd name="connsiteX87" fmla="*/ 3823974 w 12192000"/>
              <a:gd name="connsiteY87" fmla="*/ 71472 h 2898044"/>
              <a:gd name="connsiteX88" fmla="*/ 3871334 w 12192000"/>
              <a:gd name="connsiteY88" fmla="*/ 43500 h 2898044"/>
              <a:gd name="connsiteX89" fmla="*/ 3882061 w 12192000"/>
              <a:gd name="connsiteY89" fmla="*/ 32191 h 2898044"/>
              <a:gd name="connsiteX90" fmla="*/ 3955564 w 12192000"/>
              <a:gd name="connsiteY90" fmla="*/ 0 h 2898044"/>
              <a:gd name="connsiteX91" fmla="*/ 4029067 w 12192000"/>
              <a:gd name="connsiteY91" fmla="*/ 32191 h 2898044"/>
              <a:gd name="connsiteX92" fmla="*/ 4039795 w 12192000"/>
              <a:gd name="connsiteY92" fmla="*/ 43500 h 2898044"/>
              <a:gd name="connsiteX93" fmla="*/ 4087154 w 12192000"/>
              <a:gd name="connsiteY93" fmla="*/ 71472 h 2898044"/>
              <a:gd name="connsiteX94" fmla="*/ 4134554 w 12192000"/>
              <a:gd name="connsiteY94" fmla="*/ 43500 h 2898044"/>
              <a:gd name="connsiteX95" fmla="*/ 4145281 w 12192000"/>
              <a:gd name="connsiteY95" fmla="*/ 32191 h 2898044"/>
              <a:gd name="connsiteX96" fmla="*/ 4218744 w 12192000"/>
              <a:gd name="connsiteY96" fmla="*/ 0 h 2898044"/>
              <a:gd name="connsiteX97" fmla="*/ 4292248 w 12192000"/>
              <a:gd name="connsiteY97" fmla="*/ 32191 h 2898044"/>
              <a:gd name="connsiteX98" fmla="*/ 4302975 w 12192000"/>
              <a:gd name="connsiteY98" fmla="*/ 43500 h 2898044"/>
              <a:gd name="connsiteX99" fmla="*/ 4350334 w 12192000"/>
              <a:gd name="connsiteY99" fmla="*/ 71472 h 2898044"/>
              <a:gd name="connsiteX100" fmla="*/ 4397733 w 12192000"/>
              <a:gd name="connsiteY100" fmla="*/ 43500 h 2898044"/>
              <a:gd name="connsiteX101" fmla="*/ 4408461 w 12192000"/>
              <a:gd name="connsiteY101" fmla="*/ 32191 h 2898044"/>
              <a:gd name="connsiteX102" fmla="*/ 4481924 w 12192000"/>
              <a:gd name="connsiteY102" fmla="*/ 0 h 2898044"/>
              <a:gd name="connsiteX103" fmla="*/ 4555387 w 12192000"/>
              <a:gd name="connsiteY103" fmla="*/ 32191 h 2898044"/>
              <a:gd name="connsiteX104" fmla="*/ 4566115 w 12192000"/>
              <a:gd name="connsiteY104" fmla="*/ 43500 h 2898044"/>
              <a:gd name="connsiteX105" fmla="*/ 4613514 w 12192000"/>
              <a:gd name="connsiteY105" fmla="*/ 71472 h 2898044"/>
              <a:gd name="connsiteX106" fmla="*/ 4660873 w 12192000"/>
              <a:gd name="connsiteY106" fmla="*/ 43500 h 2898044"/>
              <a:gd name="connsiteX107" fmla="*/ 4671601 w 12192000"/>
              <a:gd name="connsiteY107" fmla="*/ 32191 h 2898044"/>
              <a:gd name="connsiteX108" fmla="*/ 4745064 w 12192000"/>
              <a:gd name="connsiteY108" fmla="*/ 0 h 2898044"/>
              <a:gd name="connsiteX109" fmla="*/ 4818568 w 12192000"/>
              <a:gd name="connsiteY109" fmla="*/ 32191 h 2898044"/>
              <a:gd name="connsiteX110" fmla="*/ 4829295 w 12192000"/>
              <a:gd name="connsiteY110" fmla="*/ 43500 h 2898044"/>
              <a:gd name="connsiteX111" fmla="*/ 4876694 w 12192000"/>
              <a:gd name="connsiteY111" fmla="*/ 71472 h 2898044"/>
              <a:gd name="connsiteX112" fmla="*/ 4924053 w 12192000"/>
              <a:gd name="connsiteY112" fmla="*/ 43500 h 2898044"/>
              <a:gd name="connsiteX113" fmla="*/ 4934782 w 12192000"/>
              <a:gd name="connsiteY113" fmla="*/ 32191 h 2898044"/>
              <a:gd name="connsiteX114" fmla="*/ 5008284 w 12192000"/>
              <a:gd name="connsiteY114" fmla="*/ 0 h 2898044"/>
              <a:gd name="connsiteX115" fmla="*/ 5081747 w 12192000"/>
              <a:gd name="connsiteY115" fmla="*/ 32191 h 2898044"/>
              <a:gd name="connsiteX116" fmla="*/ 5092474 w 12192000"/>
              <a:gd name="connsiteY116" fmla="*/ 43500 h 2898044"/>
              <a:gd name="connsiteX117" fmla="*/ 5139834 w 12192000"/>
              <a:gd name="connsiteY117" fmla="*/ 71472 h 2898044"/>
              <a:gd name="connsiteX118" fmla="*/ 5187233 w 12192000"/>
              <a:gd name="connsiteY118" fmla="*/ 43500 h 2898044"/>
              <a:gd name="connsiteX119" fmla="*/ 5197961 w 12192000"/>
              <a:gd name="connsiteY119" fmla="*/ 32191 h 2898044"/>
              <a:gd name="connsiteX120" fmla="*/ 5271424 w 12192000"/>
              <a:gd name="connsiteY120" fmla="*/ 0 h 2898044"/>
              <a:gd name="connsiteX121" fmla="*/ 5344927 w 12192000"/>
              <a:gd name="connsiteY121" fmla="*/ 32191 h 2898044"/>
              <a:gd name="connsiteX122" fmla="*/ 5355654 w 12192000"/>
              <a:gd name="connsiteY122" fmla="*/ 43500 h 2898044"/>
              <a:gd name="connsiteX123" fmla="*/ 5403014 w 12192000"/>
              <a:gd name="connsiteY123" fmla="*/ 71472 h 2898044"/>
              <a:gd name="connsiteX124" fmla="*/ 5450413 w 12192000"/>
              <a:gd name="connsiteY124" fmla="*/ 43500 h 2898044"/>
              <a:gd name="connsiteX125" fmla="*/ 5461141 w 12192000"/>
              <a:gd name="connsiteY125" fmla="*/ 32191 h 2898044"/>
              <a:gd name="connsiteX126" fmla="*/ 5534604 w 12192000"/>
              <a:gd name="connsiteY126" fmla="*/ 0 h 2898044"/>
              <a:gd name="connsiteX127" fmla="*/ 5608107 w 12192000"/>
              <a:gd name="connsiteY127" fmla="*/ 32191 h 2898044"/>
              <a:gd name="connsiteX128" fmla="*/ 5618834 w 12192000"/>
              <a:gd name="connsiteY128" fmla="*/ 43500 h 2898044"/>
              <a:gd name="connsiteX129" fmla="*/ 5666233 w 12192000"/>
              <a:gd name="connsiteY129" fmla="*/ 71472 h 2898044"/>
              <a:gd name="connsiteX130" fmla="*/ 5713593 w 12192000"/>
              <a:gd name="connsiteY130" fmla="*/ 43500 h 2898044"/>
              <a:gd name="connsiteX131" fmla="*/ 5724320 w 12192000"/>
              <a:gd name="connsiteY131" fmla="*/ 32191 h 2898044"/>
              <a:gd name="connsiteX132" fmla="*/ 5797824 w 12192000"/>
              <a:gd name="connsiteY132" fmla="*/ 0 h 2898044"/>
              <a:gd name="connsiteX133" fmla="*/ 5871286 w 12192000"/>
              <a:gd name="connsiteY133" fmla="*/ 32191 h 2898044"/>
              <a:gd name="connsiteX134" fmla="*/ 5882013 w 12192000"/>
              <a:gd name="connsiteY134" fmla="*/ 43500 h 2898044"/>
              <a:gd name="connsiteX135" fmla="*/ 5929413 w 12192000"/>
              <a:gd name="connsiteY135" fmla="*/ 71472 h 2898044"/>
              <a:gd name="connsiteX136" fmla="*/ 5976774 w 12192000"/>
              <a:gd name="connsiteY136" fmla="*/ 43500 h 2898044"/>
              <a:gd name="connsiteX137" fmla="*/ 5987501 w 12192000"/>
              <a:gd name="connsiteY137" fmla="*/ 32191 h 2898044"/>
              <a:gd name="connsiteX138" fmla="*/ 6061003 w 12192000"/>
              <a:gd name="connsiteY138" fmla="*/ 0 h 2898044"/>
              <a:gd name="connsiteX139" fmla="*/ 6134506 w 12192000"/>
              <a:gd name="connsiteY139" fmla="*/ 32191 h 2898044"/>
              <a:gd name="connsiteX140" fmla="*/ 6145233 w 12192000"/>
              <a:gd name="connsiteY140" fmla="*/ 43500 h 2898044"/>
              <a:gd name="connsiteX141" fmla="*/ 6192593 w 12192000"/>
              <a:gd name="connsiteY141" fmla="*/ 71472 h 2898044"/>
              <a:gd name="connsiteX142" fmla="*/ 6239992 w 12192000"/>
              <a:gd name="connsiteY142" fmla="*/ 43500 h 2898044"/>
              <a:gd name="connsiteX143" fmla="*/ 6250720 w 12192000"/>
              <a:gd name="connsiteY143" fmla="*/ 32191 h 2898044"/>
              <a:gd name="connsiteX144" fmla="*/ 6324222 w 12192000"/>
              <a:gd name="connsiteY144" fmla="*/ 0 h 2898044"/>
              <a:gd name="connsiteX145" fmla="*/ 6397686 w 12192000"/>
              <a:gd name="connsiteY145" fmla="*/ 32191 h 2898044"/>
              <a:gd name="connsiteX146" fmla="*/ 6408413 w 12192000"/>
              <a:gd name="connsiteY146" fmla="*/ 43500 h 2898044"/>
              <a:gd name="connsiteX147" fmla="*/ 6455812 w 12192000"/>
              <a:gd name="connsiteY147" fmla="*/ 71472 h 2898044"/>
              <a:gd name="connsiteX148" fmla="*/ 6503212 w 12192000"/>
              <a:gd name="connsiteY148" fmla="*/ 43500 h 2898044"/>
              <a:gd name="connsiteX149" fmla="*/ 6513939 w 12192000"/>
              <a:gd name="connsiteY149" fmla="*/ 32191 h 2898044"/>
              <a:gd name="connsiteX150" fmla="*/ 6587442 w 12192000"/>
              <a:gd name="connsiteY150" fmla="*/ 0 h 2898044"/>
              <a:gd name="connsiteX151" fmla="*/ 6660905 w 12192000"/>
              <a:gd name="connsiteY151" fmla="*/ 32191 h 2898044"/>
              <a:gd name="connsiteX152" fmla="*/ 6671632 w 12192000"/>
              <a:gd name="connsiteY152" fmla="*/ 43500 h 2898044"/>
              <a:gd name="connsiteX153" fmla="*/ 6719032 w 12192000"/>
              <a:gd name="connsiteY153" fmla="*/ 71472 h 2898044"/>
              <a:gd name="connsiteX154" fmla="*/ 6766392 w 12192000"/>
              <a:gd name="connsiteY154" fmla="*/ 43500 h 2898044"/>
              <a:gd name="connsiteX155" fmla="*/ 6777119 w 12192000"/>
              <a:gd name="connsiteY155" fmla="*/ 32191 h 2898044"/>
              <a:gd name="connsiteX156" fmla="*/ 6850622 w 12192000"/>
              <a:gd name="connsiteY156" fmla="*/ 0 h 2898044"/>
              <a:gd name="connsiteX157" fmla="*/ 6924085 w 12192000"/>
              <a:gd name="connsiteY157" fmla="*/ 32191 h 2898044"/>
              <a:gd name="connsiteX158" fmla="*/ 6934813 w 12192000"/>
              <a:gd name="connsiteY158" fmla="*/ 43500 h 2898044"/>
              <a:gd name="connsiteX159" fmla="*/ 6982212 w 12192000"/>
              <a:gd name="connsiteY159" fmla="*/ 71472 h 2898044"/>
              <a:gd name="connsiteX160" fmla="*/ 7029611 w 12192000"/>
              <a:gd name="connsiteY160" fmla="*/ 43500 h 2898044"/>
              <a:gd name="connsiteX161" fmla="*/ 7040339 w 12192000"/>
              <a:gd name="connsiteY161" fmla="*/ 32191 h 2898044"/>
              <a:gd name="connsiteX162" fmla="*/ 7113841 w 12192000"/>
              <a:gd name="connsiteY162" fmla="*/ 0 h 2898044"/>
              <a:gd name="connsiteX163" fmla="*/ 7187344 w 12192000"/>
              <a:gd name="connsiteY163" fmla="*/ 32191 h 2898044"/>
              <a:gd name="connsiteX164" fmla="*/ 7198071 w 12192000"/>
              <a:gd name="connsiteY164" fmla="*/ 43500 h 2898044"/>
              <a:gd name="connsiteX165" fmla="*/ 7245431 w 12192000"/>
              <a:gd name="connsiteY165" fmla="*/ 71472 h 2898044"/>
              <a:gd name="connsiteX166" fmla="*/ 7292831 w 12192000"/>
              <a:gd name="connsiteY166" fmla="*/ 43500 h 2898044"/>
              <a:gd name="connsiteX167" fmla="*/ 7303558 w 12192000"/>
              <a:gd name="connsiteY167" fmla="*/ 32191 h 2898044"/>
              <a:gd name="connsiteX168" fmla="*/ 7377061 w 12192000"/>
              <a:gd name="connsiteY168" fmla="*/ 0 h 2898044"/>
              <a:gd name="connsiteX169" fmla="*/ 7450564 w 12192000"/>
              <a:gd name="connsiteY169" fmla="*/ 32191 h 2898044"/>
              <a:gd name="connsiteX170" fmla="*/ 7461291 w 12192000"/>
              <a:gd name="connsiteY170" fmla="*/ 43500 h 2898044"/>
              <a:gd name="connsiteX171" fmla="*/ 7508691 w 12192000"/>
              <a:gd name="connsiteY171" fmla="*/ 71472 h 2898044"/>
              <a:gd name="connsiteX172" fmla="*/ 7556090 w 12192000"/>
              <a:gd name="connsiteY172" fmla="*/ 43500 h 2898044"/>
              <a:gd name="connsiteX173" fmla="*/ 7566817 w 12192000"/>
              <a:gd name="connsiteY173" fmla="*/ 32191 h 2898044"/>
              <a:gd name="connsiteX174" fmla="*/ 7596238 w 12192000"/>
              <a:gd name="connsiteY174" fmla="*/ 9967 h 2898044"/>
              <a:gd name="connsiteX175" fmla="*/ 7633026 w 12192000"/>
              <a:gd name="connsiteY175" fmla="*/ 1649 h 2898044"/>
              <a:gd name="connsiteX176" fmla="*/ 7633026 w 12192000"/>
              <a:gd name="connsiteY176" fmla="*/ 1 h 2898044"/>
              <a:gd name="connsiteX177" fmla="*/ 7636670 w 12192000"/>
              <a:gd name="connsiteY177" fmla="*/ 825 h 2898044"/>
              <a:gd name="connsiteX178" fmla="*/ 7640320 w 12192000"/>
              <a:gd name="connsiteY178" fmla="*/ 0 h 2898044"/>
              <a:gd name="connsiteX179" fmla="*/ 7640320 w 12192000"/>
              <a:gd name="connsiteY179" fmla="*/ 1651 h 2898044"/>
              <a:gd name="connsiteX180" fmla="*/ 7677094 w 12192000"/>
              <a:gd name="connsiteY180" fmla="*/ 9968 h 2898044"/>
              <a:gd name="connsiteX181" fmla="*/ 7706529 w 12192000"/>
              <a:gd name="connsiteY181" fmla="*/ 32192 h 2898044"/>
              <a:gd name="connsiteX182" fmla="*/ 7717257 w 12192000"/>
              <a:gd name="connsiteY182" fmla="*/ 43501 h 2898044"/>
              <a:gd name="connsiteX183" fmla="*/ 7764616 w 12192000"/>
              <a:gd name="connsiteY183" fmla="*/ 71473 h 2898044"/>
              <a:gd name="connsiteX184" fmla="*/ 7811976 w 12192000"/>
              <a:gd name="connsiteY184" fmla="*/ 43501 h 2898044"/>
              <a:gd name="connsiteX185" fmla="*/ 7822703 w 12192000"/>
              <a:gd name="connsiteY185" fmla="*/ 32192 h 2898044"/>
              <a:gd name="connsiteX186" fmla="*/ 7896206 w 12192000"/>
              <a:gd name="connsiteY186" fmla="*/ 1 h 2898044"/>
              <a:gd name="connsiteX187" fmla="*/ 7969669 w 12192000"/>
              <a:gd name="connsiteY187" fmla="*/ 32192 h 2898044"/>
              <a:gd name="connsiteX188" fmla="*/ 7980397 w 12192000"/>
              <a:gd name="connsiteY188" fmla="*/ 43501 h 2898044"/>
              <a:gd name="connsiteX189" fmla="*/ 8027756 w 12192000"/>
              <a:gd name="connsiteY189" fmla="*/ 71473 h 2898044"/>
              <a:gd name="connsiteX190" fmla="*/ 8075156 w 12192000"/>
              <a:gd name="connsiteY190" fmla="*/ 43501 h 2898044"/>
              <a:gd name="connsiteX191" fmla="*/ 8085883 w 12192000"/>
              <a:gd name="connsiteY191" fmla="*/ 32192 h 2898044"/>
              <a:gd name="connsiteX192" fmla="*/ 8159346 w 12192000"/>
              <a:gd name="connsiteY192" fmla="*/ 1 h 2898044"/>
              <a:gd name="connsiteX193" fmla="*/ 8232849 w 12192000"/>
              <a:gd name="connsiteY193" fmla="*/ 32192 h 2898044"/>
              <a:gd name="connsiteX194" fmla="*/ 8243576 w 12192000"/>
              <a:gd name="connsiteY194" fmla="*/ 43501 h 2898044"/>
              <a:gd name="connsiteX195" fmla="*/ 8290936 w 12192000"/>
              <a:gd name="connsiteY195" fmla="*/ 71473 h 2898044"/>
              <a:gd name="connsiteX196" fmla="*/ 8338296 w 12192000"/>
              <a:gd name="connsiteY196" fmla="*/ 43501 h 2898044"/>
              <a:gd name="connsiteX197" fmla="*/ 8349023 w 12192000"/>
              <a:gd name="connsiteY197" fmla="*/ 32192 h 2898044"/>
              <a:gd name="connsiteX198" fmla="*/ 8422526 w 12192000"/>
              <a:gd name="connsiteY198" fmla="*/ 1 h 2898044"/>
              <a:gd name="connsiteX199" fmla="*/ 8495989 w 12192000"/>
              <a:gd name="connsiteY199" fmla="*/ 32192 h 2898044"/>
              <a:gd name="connsiteX200" fmla="*/ 8506717 w 12192000"/>
              <a:gd name="connsiteY200" fmla="*/ 43501 h 2898044"/>
              <a:gd name="connsiteX201" fmla="*/ 8554116 w 12192000"/>
              <a:gd name="connsiteY201" fmla="*/ 71473 h 2898044"/>
              <a:gd name="connsiteX202" fmla="*/ 8601476 w 12192000"/>
              <a:gd name="connsiteY202" fmla="*/ 43501 h 2898044"/>
              <a:gd name="connsiteX203" fmla="*/ 8612203 w 12192000"/>
              <a:gd name="connsiteY203" fmla="*/ 32192 h 2898044"/>
              <a:gd name="connsiteX204" fmla="*/ 8685666 w 12192000"/>
              <a:gd name="connsiteY204" fmla="*/ 1 h 2898044"/>
              <a:gd name="connsiteX205" fmla="*/ 8759169 w 12192000"/>
              <a:gd name="connsiteY205" fmla="*/ 32192 h 2898044"/>
              <a:gd name="connsiteX206" fmla="*/ 8769896 w 12192000"/>
              <a:gd name="connsiteY206" fmla="*/ 43501 h 2898044"/>
              <a:gd name="connsiteX207" fmla="*/ 8817256 w 12192000"/>
              <a:gd name="connsiteY207" fmla="*/ 71473 h 2898044"/>
              <a:gd name="connsiteX208" fmla="*/ 8864655 w 12192000"/>
              <a:gd name="connsiteY208" fmla="*/ 43501 h 2898044"/>
              <a:gd name="connsiteX209" fmla="*/ 8875383 w 12192000"/>
              <a:gd name="connsiteY209" fmla="*/ 32192 h 2898044"/>
              <a:gd name="connsiteX210" fmla="*/ 8948846 w 12192000"/>
              <a:gd name="connsiteY210" fmla="*/ 1 h 2898044"/>
              <a:gd name="connsiteX211" fmla="*/ 9022349 w 12192000"/>
              <a:gd name="connsiteY211" fmla="*/ 32192 h 2898044"/>
              <a:gd name="connsiteX212" fmla="*/ 9033076 w 12192000"/>
              <a:gd name="connsiteY212" fmla="*/ 43501 h 2898044"/>
              <a:gd name="connsiteX213" fmla="*/ 9080436 w 12192000"/>
              <a:gd name="connsiteY213" fmla="*/ 71473 h 2898044"/>
              <a:gd name="connsiteX214" fmla="*/ 9127796 w 12192000"/>
              <a:gd name="connsiteY214" fmla="*/ 43501 h 2898044"/>
              <a:gd name="connsiteX215" fmla="*/ 9138523 w 12192000"/>
              <a:gd name="connsiteY215" fmla="*/ 32192 h 2898044"/>
              <a:gd name="connsiteX216" fmla="*/ 9212026 w 12192000"/>
              <a:gd name="connsiteY216" fmla="*/ 1 h 2898044"/>
              <a:gd name="connsiteX217" fmla="*/ 9285529 w 12192000"/>
              <a:gd name="connsiteY217" fmla="*/ 32192 h 2898044"/>
              <a:gd name="connsiteX218" fmla="*/ 9296256 w 12192000"/>
              <a:gd name="connsiteY218" fmla="*/ 43501 h 2898044"/>
              <a:gd name="connsiteX219" fmla="*/ 9343616 w 12192000"/>
              <a:gd name="connsiteY219" fmla="*/ 71473 h 2898044"/>
              <a:gd name="connsiteX220" fmla="*/ 9390975 w 12192000"/>
              <a:gd name="connsiteY220" fmla="*/ 43501 h 2898044"/>
              <a:gd name="connsiteX221" fmla="*/ 9401703 w 12192000"/>
              <a:gd name="connsiteY221" fmla="*/ 32192 h 2898044"/>
              <a:gd name="connsiteX222" fmla="*/ 9475206 w 12192000"/>
              <a:gd name="connsiteY222" fmla="*/ 1 h 2898044"/>
              <a:gd name="connsiteX223" fmla="*/ 9548669 w 12192000"/>
              <a:gd name="connsiteY223" fmla="*/ 32192 h 2898044"/>
              <a:gd name="connsiteX224" fmla="*/ 9559396 w 12192000"/>
              <a:gd name="connsiteY224" fmla="*/ 43501 h 2898044"/>
              <a:gd name="connsiteX225" fmla="*/ 9606796 w 12192000"/>
              <a:gd name="connsiteY225" fmla="*/ 71473 h 2898044"/>
              <a:gd name="connsiteX226" fmla="*/ 9654155 w 12192000"/>
              <a:gd name="connsiteY226" fmla="*/ 43501 h 2898044"/>
              <a:gd name="connsiteX227" fmla="*/ 9664883 w 12192000"/>
              <a:gd name="connsiteY227" fmla="*/ 32192 h 2898044"/>
              <a:gd name="connsiteX228" fmla="*/ 9738386 w 12192000"/>
              <a:gd name="connsiteY228" fmla="*/ 1 h 2898044"/>
              <a:gd name="connsiteX229" fmla="*/ 9811849 w 12192000"/>
              <a:gd name="connsiteY229" fmla="*/ 32192 h 2898044"/>
              <a:gd name="connsiteX230" fmla="*/ 9822576 w 12192000"/>
              <a:gd name="connsiteY230" fmla="*/ 43501 h 2898044"/>
              <a:gd name="connsiteX231" fmla="*/ 9869975 w 12192000"/>
              <a:gd name="connsiteY231" fmla="*/ 71473 h 2898044"/>
              <a:gd name="connsiteX232" fmla="*/ 9917335 w 12192000"/>
              <a:gd name="connsiteY232" fmla="*/ 43501 h 2898044"/>
              <a:gd name="connsiteX233" fmla="*/ 9928063 w 12192000"/>
              <a:gd name="connsiteY233" fmla="*/ 32192 h 2898044"/>
              <a:gd name="connsiteX234" fmla="*/ 10001565 w 12192000"/>
              <a:gd name="connsiteY234" fmla="*/ 1 h 2898044"/>
              <a:gd name="connsiteX235" fmla="*/ 10075028 w 12192000"/>
              <a:gd name="connsiteY235" fmla="*/ 32192 h 2898044"/>
              <a:gd name="connsiteX236" fmla="*/ 10085756 w 12192000"/>
              <a:gd name="connsiteY236" fmla="*/ 43501 h 2898044"/>
              <a:gd name="connsiteX237" fmla="*/ 10133115 w 12192000"/>
              <a:gd name="connsiteY237" fmla="*/ 71473 h 2898044"/>
              <a:gd name="connsiteX238" fmla="*/ 10180515 w 12192000"/>
              <a:gd name="connsiteY238" fmla="*/ 43501 h 2898044"/>
              <a:gd name="connsiteX239" fmla="*/ 10191242 w 12192000"/>
              <a:gd name="connsiteY239" fmla="*/ 32192 h 2898044"/>
              <a:gd name="connsiteX240" fmla="*/ 10264745 w 12192000"/>
              <a:gd name="connsiteY240" fmla="*/ 1 h 2898044"/>
              <a:gd name="connsiteX241" fmla="*/ 10338208 w 12192000"/>
              <a:gd name="connsiteY241" fmla="*/ 32192 h 2898044"/>
              <a:gd name="connsiteX242" fmla="*/ 10348936 w 12192000"/>
              <a:gd name="connsiteY242" fmla="*/ 43501 h 2898044"/>
              <a:gd name="connsiteX243" fmla="*/ 10396295 w 12192000"/>
              <a:gd name="connsiteY243" fmla="*/ 71473 h 2898044"/>
              <a:gd name="connsiteX244" fmla="*/ 10443695 w 12192000"/>
              <a:gd name="connsiteY244" fmla="*/ 43501 h 2898044"/>
              <a:gd name="connsiteX245" fmla="*/ 10454422 w 12192000"/>
              <a:gd name="connsiteY245" fmla="*/ 32192 h 2898044"/>
              <a:gd name="connsiteX246" fmla="*/ 10527885 w 12192000"/>
              <a:gd name="connsiteY246" fmla="*/ 1 h 2898044"/>
              <a:gd name="connsiteX247" fmla="*/ 10601388 w 12192000"/>
              <a:gd name="connsiteY247" fmla="*/ 32192 h 2898044"/>
              <a:gd name="connsiteX248" fmla="*/ 10612115 w 12192000"/>
              <a:gd name="connsiteY248" fmla="*/ 43501 h 2898044"/>
              <a:gd name="connsiteX249" fmla="*/ 10659515 w 12192000"/>
              <a:gd name="connsiteY249" fmla="*/ 71473 h 2898044"/>
              <a:gd name="connsiteX250" fmla="*/ 10706874 w 12192000"/>
              <a:gd name="connsiteY250" fmla="*/ 43501 h 2898044"/>
              <a:gd name="connsiteX251" fmla="*/ 10717602 w 12192000"/>
              <a:gd name="connsiteY251" fmla="*/ 32192 h 2898044"/>
              <a:gd name="connsiteX252" fmla="*/ 10791105 w 12192000"/>
              <a:gd name="connsiteY252" fmla="*/ 1 h 2898044"/>
              <a:gd name="connsiteX253" fmla="*/ 10864568 w 12192000"/>
              <a:gd name="connsiteY253" fmla="*/ 32192 h 2898044"/>
              <a:gd name="connsiteX254" fmla="*/ 10875295 w 12192000"/>
              <a:gd name="connsiteY254" fmla="*/ 43501 h 2898044"/>
              <a:gd name="connsiteX255" fmla="*/ 10922695 w 12192000"/>
              <a:gd name="connsiteY255" fmla="*/ 71473 h 2898044"/>
              <a:gd name="connsiteX256" fmla="*/ 10970054 w 12192000"/>
              <a:gd name="connsiteY256" fmla="*/ 43501 h 2898044"/>
              <a:gd name="connsiteX257" fmla="*/ 10980782 w 12192000"/>
              <a:gd name="connsiteY257" fmla="*/ 32192 h 2898044"/>
              <a:gd name="connsiteX258" fmla="*/ 11054245 w 12192000"/>
              <a:gd name="connsiteY258" fmla="*/ 1 h 2898044"/>
              <a:gd name="connsiteX259" fmla="*/ 11127748 w 12192000"/>
              <a:gd name="connsiteY259" fmla="*/ 32192 h 2898044"/>
              <a:gd name="connsiteX260" fmla="*/ 11138475 w 12192000"/>
              <a:gd name="connsiteY260" fmla="*/ 43501 h 2898044"/>
              <a:gd name="connsiteX261" fmla="*/ 11185874 w 12192000"/>
              <a:gd name="connsiteY261" fmla="*/ 71473 h 2898044"/>
              <a:gd name="connsiteX262" fmla="*/ 11233234 w 12192000"/>
              <a:gd name="connsiteY262" fmla="*/ 43501 h 2898044"/>
              <a:gd name="connsiteX263" fmla="*/ 11243962 w 12192000"/>
              <a:gd name="connsiteY263" fmla="*/ 32192 h 2898044"/>
              <a:gd name="connsiteX264" fmla="*/ 11317465 w 12192000"/>
              <a:gd name="connsiteY264" fmla="*/ 1 h 2898044"/>
              <a:gd name="connsiteX265" fmla="*/ 11390928 w 12192000"/>
              <a:gd name="connsiteY265" fmla="*/ 32192 h 2898044"/>
              <a:gd name="connsiteX266" fmla="*/ 11401655 w 12192000"/>
              <a:gd name="connsiteY266" fmla="*/ 43501 h 2898044"/>
              <a:gd name="connsiteX267" fmla="*/ 11449054 w 12192000"/>
              <a:gd name="connsiteY267" fmla="*/ 71473 h 2898044"/>
              <a:gd name="connsiteX268" fmla="*/ 11496414 w 12192000"/>
              <a:gd name="connsiteY268" fmla="*/ 43501 h 2898044"/>
              <a:gd name="connsiteX269" fmla="*/ 11507141 w 12192000"/>
              <a:gd name="connsiteY269" fmla="*/ 32192 h 2898044"/>
              <a:gd name="connsiteX270" fmla="*/ 11580644 w 12192000"/>
              <a:gd name="connsiteY270" fmla="*/ 1 h 2898044"/>
              <a:gd name="connsiteX271" fmla="*/ 11654147 w 12192000"/>
              <a:gd name="connsiteY271" fmla="*/ 32192 h 2898044"/>
              <a:gd name="connsiteX272" fmla="*/ 11664875 w 12192000"/>
              <a:gd name="connsiteY272" fmla="*/ 43501 h 2898044"/>
              <a:gd name="connsiteX273" fmla="*/ 11712234 w 12192000"/>
              <a:gd name="connsiteY273" fmla="*/ 71473 h 2898044"/>
              <a:gd name="connsiteX274" fmla="*/ 11759634 w 12192000"/>
              <a:gd name="connsiteY274" fmla="*/ 43501 h 2898044"/>
              <a:gd name="connsiteX275" fmla="*/ 11770361 w 12192000"/>
              <a:gd name="connsiteY275" fmla="*/ 32192 h 2898044"/>
              <a:gd name="connsiteX276" fmla="*/ 11843824 w 12192000"/>
              <a:gd name="connsiteY276" fmla="*/ 1 h 2898044"/>
              <a:gd name="connsiteX277" fmla="*/ 11917327 w 12192000"/>
              <a:gd name="connsiteY277" fmla="*/ 32192 h 2898044"/>
              <a:gd name="connsiteX278" fmla="*/ 11928055 w 12192000"/>
              <a:gd name="connsiteY278" fmla="*/ 43501 h 2898044"/>
              <a:gd name="connsiteX279" fmla="*/ 11975414 w 12192000"/>
              <a:gd name="connsiteY279" fmla="*/ 71473 h 2898044"/>
              <a:gd name="connsiteX280" fmla="*/ 12022813 w 12192000"/>
              <a:gd name="connsiteY280" fmla="*/ 43501 h 2898044"/>
              <a:gd name="connsiteX281" fmla="*/ 12033541 w 12192000"/>
              <a:gd name="connsiteY281" fmla="*/ 32192 h 2898044"/>
              <a:gd name="connsiteX282" fmla="*/ 12107004 w 12192000"/>
              <a:gd name="connsiteY282" fmla="*/ 1 h 2898044"/>
              <a:gd name="connsiteX283" fmla="*/ 12180467 w 12192000"/>
              <a:gd name="connsiteY283" fmla="*/ 32192 h 2898044"/>
              <a:gd name="connsiteX284" fmla="*/ 12191195 w 12192000"/>
              <a:gd name="connsiteY284" fmla="*/ 43501 h 2898044"/>
              <a:gd name="connsiteX285" fmla="*/ 12192000 w 12192000"/>
              <a:gd name="connsiteY285" fmla="*/ 44255 h 2898044"/>
              <a:gd name="connsiteX286" fmla="*/ 12192000 w 12192000"/>
              <a:gd name="connsiteY286" fmla="*/ 400377 h 2898044"/>
              <a:gd name="connsiteX287" fmla="*/ 12192000 w 12192000"/>
              <a:gd name="connsiteY287" fmla="*/ 585248 h 2898044"/>
              <a:gd name="connsiteX288" fmla="*/ 12192000 w 12192000"/>
              <a:gd name="connsiteY288" fmla="*/ 2898044 h 2898044"/>
              <a:gd name="connsiteX289" fmla="*/ 0 w 12192000"/>
              <a:gd name="connsiteY289" fmla="*/ 2898044 h 2898044"/>
              <a:gd name="connsiteX290" fmla="*/ 0 w 12192000"/>
              <a:gd name="connsiteY290" fmla="*/ 585247 h 2898044"/>
              <a:gd name="connsiteX291" fmla="*/ 0 w 12192000"/>
              <a:gd name="connsiteY291" fmla="*/ 400377 h 2898044"/>
              <a:gd name="connsiteX292" fmla="*/ 0 w 12192000"/>
              <a:gd name="connsiteY292" fmla="*/ 32191 h 2898044"/>
              <a:gd name="connsiteX293" fmla="*/ 7946 w 12192000"/>
              <a:gd name="connsiteY293" fmla="*/ 32191 h 2898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</a:cxnLst>
            <a:rect l="l" t="t" r="r" b="b"/>
            <a:pathLst>
              <a:path w="12192000" h="2898044">
                <a:moveTo>
                  <a:pt x="7946" y="0"/>
                </a:moveTo>
                <a:cubicBezTo>
                  <a:pt x="43784" y="0"/>
                  <a:pt x="65120" y="15847"/>
                  <a:pt x="81449" y="32191"/>
                </a:cubicBezTo>
                <a:cubicBezTo>
                  <a:pt x="85263" y="35984"/>
                  <a:pt x="88799" y="39848"/>
                  <a:pt x="92177" y="43500"/>
                </a:cubicBezTo>
                <a:cubicBezTo>
                  <a:pt x="109062" y="61900"/>
                  <a:pt x="118876" y="71472"/>
                  <a:pt x="139536" y="71472"/>
                </a:cubicBezTo>
                <a:cubicBezTo>
                  <a:pt x="160196" y="71472"/>
                  <a:pt x="169970" y="61900"/>
                  <a:pt x="186896" y="43500"/>
                </a:cubicBezTo>
                <a:cubicBezTo>
                  <a:pt x="190273" y="39848"/>
                  <a:pt x="193809" y="35984"/>
                  <a:pt x="197623" y="32191"/>
                </a:cubicBezTo>
                <a:cubicBezTo>
                  <a:pt x="213913" y="15847"/>
                  <a:pt x="235288" y="0"/>
                  <a:pt x="271126" y="0"/>
                </a:cubicBezTo>
                <a:cubicBezTo>
                  <a:pt x="306924" y="0"/>
                  <a:pt x="328299" y="15847"/>
                  <a:pt x="344589" y="32191"/>
                </a:cubicBezTo>
                <a:cubicBezTo>
                  <a:pt x="348403" y="35984"/>
                  <a:pt x="351939" y="39848"/>
                  <a:pt x="355317" y="43500"/>
                </a:cubicBezTo>
                <a:cubicBezTo>
                  <a:pt x="372242" y="61900"/>
                  <a:pt x="382016" y="71472"/>
                  <a:pt x="402676" y="71472"/>
                </a:cubicBezTo>
                <a:cubicBezTo>
                  <a:pt x="423337" y="71472"/>
                  <a:pt x="433150" y="61900"/>
                  <a:pt x="450076" y="43500"/>
                </a:cubicBezTo>
                <a:cubicBezTo>
                  <a:pt x="453453" y="39848"/>
                  <a:pt x="456989" y="35984"/>
                  <a:pt x="460803" y="32191"/>
                </a:cubicBezTo>
                <a:cubicBezTo>
                  <a:pt x="477093" y="15847"/>
                  <a:pt x="498468" y="0"/>
                  <a:pt x="534266" y="0"/>
                </a:cubicBezTo>
                <a:cubicBezTo>
                  <a:pt x="570104" y="0"/>
                  <a:pt x="591479" y="15847"/>
                  <a:pt x="607769" y="32191"/>
                </a:cubicBezTo>
                <a:cubicBezTo>
                  <a:pt x="611583" y="35984"/>
                  <a:pt x="615119" y="39848"/>
                  <a:pt x="618496" y="43500"/>
                </a:cubicBezTo>
                <a:cubicBezTo>
                  <a:pt x="635422" y="61900"/>
                  <a:pt x="645196" y="71472"/>
                  <a:pt x="665856" y="71472"/>
                </a:cubicBezTo>
                <a:cubicBezTo>
                  <a:pt x="686516" y="71472"/>
                  <a:pt x="696290" y="61900"/>
                  <a:pt x="713216" y="43500"/>
                </a:cubicBezTo>
                <a:cubicBezTo>
                  <a:pt x="716593" y="39848"/>
                  <a:pt x="720129" y="35984"/>
                  <a:pt x="723943" y="32191"/>
                </a:cubicBezTo>
                <a:cubicBezTo>
                  <a:pt x="740233" y="15847"/>
                  <a:pt x="761608" y="0"/>
                  <a:pt x="797446" y="0"/>
                </a:cubicBezTo>
                <a:cubicBezTo>
                  <a:pt x="833244" y="0"/>
                  <a:pt x="854619" y="15847"/>
                  <a:pt x="870909" y="32191"/>
                </a:cubicBezTo>
                <a:cubicBezTo>
                  <a:pt x="874723" y="35984"/>
                  <a:pt x="878259" y="39848"/>
                  <a:pt x="881637" y="43500"/>
                </a:cubicBezTo>
                <a:cubicBezTo>
                  <a:pt x="898562" y="61900"/>
                  <a:pt x="908376" y="71472"/>
                  <a:pt x="929036" y="71472"/>
                </a:cubicBezTo>
                <a:cubicBezTo>
                  <a:pt x="949696" y="71472"/>
                  <a:pt x="959470" y="61900"/>
                  <a:pt x="976396" y="43500"/>
                </a:cubicBezTo>
                <a:cubicBezTo>
                  <a:pt x="979773" y="39848"/>
                  <a:pt x="983309" y="35984"/>
                  <a:pt x="987123" y="32191"/>
                </a:cubicBezTo>
                <a:cubicBezTo>
                  <a:pt x="1003413" y="15847"/>
                  <a:pt x="1024788" y="0"/>
                  <a:pt x="1060586" y="0"/>
                </a:cubicBezTo>
                <a:cubicBezTo>
                  <a:pt x="1096424" y="0"/>
                  <a:pt x="1117799" y="15847"/>
                  <a:pt x="1134089" y="32191"/>
                </a:cubicBezTo>
                <a:cubicBezTo>
                  <a:pt x="1137903" y="35984"/>
                  <a:pt x="1141439" y="39848"/>
                  <a:pt x="1144816" y="43500"/>
                </a:cubicBezTo>
                <a:cubicBezTo>
                  <a:pt x="1161742" y="61900"/>
                  <a:pt x="1171516" y="71472"/>
                  <a:pt x="1192176" y="71472"/>
                </a:cubicBezTo>
                <a:cubicBezTo>
                  <a:pt x="1212876" y="71472"/>
                  <a:pt x="1222650" y="61900"/>
                  <a:pt x="1239575" y="43500"/>
                </a:cubicBezTo>
                <a:cubicBezTo>
                  <a:pt x="1242953" y="39848"/>
                  <a:pt x="1246489" y="35984"/>
                  <a:pt x="1250303" y="32191"/>
                </a:cubicBezTo>
                <a:cubicBezTo>
                  <a:pt x="1266593" y="15847"/>
                  <a:pt x="1287968" y="0"/>
                  <a:pt x="1323766" y="0"/>
                </a:cubicBezTo>
                <a:cubicBezTo>
                  <a:pt x="1359604" y="0"/>
                  <a:pt x="1380979" y="15847"/>
                  <a:pt x="1397269" y="32191"/>
                </a:cubicBezTo>
                <a:cubicBezTo>
                  <a:pt x="1401083" y="35984"/>
                  <a:pt x="1404619" y="39848"/>
                  <a:pt x="1407996" y="43500"/>
                </a:cubicBezTo>
                <a:cubicBezTo>
                  <a:pt x="1424922" y="61900"/>
                  <a:pt x="1434696" y="71472"/>
                  <a:pt x="1455356" y="71472"/>
                </a:cubicBezTo>
                <a:cubicBezTo>
                  <a:pt x="1476016" y="71472"/>
                  <a:pt x="1485830" y="61900"/>
                  <a:pt x="1502716" y="43500"/>
                </a:cubicBezTo>
                <a:cubicBezTo>
                  <a:pt x="1506093" y="39848"/>
                  <a:pt x="1509629" y="35984"/>
                  <a:pt x="1513443" y="32191"/>
                </a:cubicBezTo>
                <a:cubicBezTo>
                  <a:pt x="1529733" y="15847"/>
                  <a:pt x="1551108" y="0"/>
                  <a:pt x="1586946" y="0"/>
                </a:cubicBezTo>
                <a:cubicBezTo>
                  <a:pt x="1622783" y="0"/>
                  <a:pt x="1644119" y="15847"/>
                  <a:pt x="1660449" y="32191"/>
                </a:cubicBezTo>
                <a:cubicBezTo>
                  <a:pt x="1664263" y="35984"/>
                  <a:pt x="1667799" y="39848"/>
                  <a:pt x="1671176" y="43500"/>
                </a:cubicBezTo>
                <a:cubicBezTo>
                  <a:pt x="1688062" y="61900"/>
                  <a:pt x="1697875" y="71472"/>
                  <a:pt x="1718536" y="71472"/>
                </a:cubicBezTo>
                <a:cubicBezTo>
                  <a:pt x="1739196" y="71472"/>
                  <a:pt x="1748970" y="61900"/>
                  <a:pt x="1765895" y="43500"/>
                </a:cubicBezTo>
                <a:cubicBezTo>
                  <a:pt x="1769272" y="39848"/>
                  <a:pt x="1772809" y="35984"/>
                  <a:pt x="1776623" y="32191"/>
                </a:cubicBezTo>
                <a:cubicBezTo>
                  <a:pt x="1792913" y="15847"/>
                  <a:pt x="1814288" y="0"/>
                  <a:pt x="1850126" y="0"/>
                </a:cubicBezTo>
                <a:cubicBezTo>
                  <a:pt x="1885924" y="0"/>
                  <a:pt x="1907299" y="15847"/>
                  <a:pt x="1923589" y="32191"/>
                </a:cubicBezTo>
                <a:cubicBezTo>
                  <a:pt x="1927403" y="35984"/>
                  <a:pt x="1930939" y="39848"/>
                  <a:pt x="1934316" y="43500"/>
                </a:cubicBezTo>
                <a:cubicBezTo>
                  <a:pt x="1951242" y="61900"/>
                  <a:pt x="1961055" y="71472"/>
                  <a:pt x="1981716" y="71472"/>
                </a:cubicBezTo>
                <a:cubicBezTo>
                  <a:pt x="2002376" y="71472"/>
                  <a:pt x="2012150" y="61900"/>
                  <a:pt x="2029075" y="43500"/>
                </a:cubicBezTo>
                <a:cubicBezTo>
                  <a:pt x="2032452" y="39848"/>
                  <a:pt x="2035988" y="35984"/>
                  <a:pt x="2039803" y="32191"/>
                </a:cubicBezTo>
                <a:cubicBezTo>
                  <a:pt x="2056092" y="15847"/>
                  <a:pt x="2077468" y="0"/>
                  <a:pt x="2113306" y="0"/>
                </a:cubicBezTo>
                <a:cubicBezTo>
                  <a:pt x="2149103" y="0"/>
                  <a:pt x="2170479" y="15847"/>
                  <a:pt x="2186769" y="32191"/>
                </a:cubicBezTo>
                <a:cubicBezTo>
                  <a:pt x="2190583" y="35984"/>
                  <a:pt x="2194119" y="39848"/>
                  <a:pt x="2197496" y="43500"/>
                </a:cubicBezTo>
                <a:cubicBezTo>
                  <a:pt x="2214421" y="61900"/>
                  <a:pt x="2224235" y="71472"/>
                  <a:pt x="2244895" y="71472"/>
                </a:cubicBezTo>
                <a:cubicBezTo>
                  <a:pt x="2265556" y="71472"/>
                  <a:pt x="2275330" y="61900"/>
                  <a:pt x="2292255" y="43500"/>
                </a:cubicBezTo>
                <a:cubicBezTo>
                  <a:pt x="2295632" y="39848"/>
                  <a:pt x="2299168" y="35984"/>
                  <a:pt x="2302983" y="32191"/>
                </a:cubicBezTo>
                <a:cubicBezTo>
                  <a:pt x="2319272" y="15847"/>
                  <a:pt x="2340648" y="0"/>
                  <a:pt x="2376485" y="0"/>
                </a:cubicBezTo>
                <a:cubicBezTo>
                  <a:pt x="2412283" y="0"/>
                  <a:pt x="2433659" y="15847"/>
                  <a:pt x="2449948" y="32191"/>
                </a:cubicBezTo>
                <a:cubicBezTo>
                  <a:pt x="2453763" y="35984"/>
                  <a:pt x="2457299" y="39848"/>
                  <a:pt x="2460676" y="43500"/>
                </a:cubicBezTo>
                <a:cubicBezTo>
                  <a:pt x="2477601" y="61900"/>
                  <a:pt x="2487375" y="71472"/>
                  <a:pt x="2508035" y="71472"/>
                </a:cubicBezTo>
                <a:cubicBezTo>
                  <a:pt x="2528736" y="71472"/>
                  <a:pt x="2538509" y="61900"/>
                  <a:pt x="2555435" y="43500"/>
                </a:cubicBezTo>
                <a:cubicBezTo>
                  <a:pt x="2558812" y="39848"/>
                  <a:pt x="2562348" y="35984"/>
                  <a:pt x="2566162" y="32191"/>
                </a:cubicBezTo>
                <a:cubicBezTo>
                  <a:pt x="2582452" y="15847"/>
                  <a:pt x="2603827" y="0"/>
                  <a:pt x="2639665" y="0"/>
                </a:cubicBezTo>
                <a:cubicBezTo>
                  <a:pt x="2675463" y="0"/>
                  <a:pt x="2696838" y="15847"/>
                  <a:pt x="2713128" y="32191"/>
                </a:cubicBezTo>
                <a:cubicBezTo>
                  <a:pt x="2716942" y="35984"/>
                  <a:pt x="2720478" y="39848"/>
                  <a:pt x="2723856" y="43500"/>
                </a:cubicBezTo>
                <a:cubicBezTo>
                  <a:pt x="2740781" y="61900"/>
                  <a:pt x="2750555" y="71472"/>
                  <a:pt x="2771215" y="71472"/>
                </a:cubicBezTo>
                <a:cubicBezTo>
                  <a:pt x="2791915" y="71472"/>
                  <a:pt x="2801689" y="61900"/>
                  <a:pt x="2818615" y="43500"/>
                </a:cubicBezTo>
                <a:cubicBezTo>
                  <a:pt x="2821992" y="39848"/>
                  <a:pt x="2825528" y="35984"/>
                  <a:pt x="2829342" y="32191"/>
                </a:cubicBezTo>
                <a:cubicBezTo>
                  <a:pt x="2845632" y="15847"/>
                  <a:pt x="2867007" y="0"/>
                  <a:pt x="2902805" y="0"/>
                </a:cubicBezTo>
                <a:cubicBezTo>
                  <a:pt x="2938643" y="0"/>
                  <a:pt x="2960018" y="15847"/>
                  <a:pt x="2976308" y="32191"/>
                </a:cubicBezTo>
                <a:cubicBezTo>
                  <a:pt x="2980122" y="35984"/>
                  <a:pt x="2983658" y="39848"/>
                  <a:pt x="2987035" y="43500"/>
                </a:cubicBezTo>
                <a:cubicBezTo>
                  <a:pt x="3003961" y="61900"/>
                  <a:pt x="3013735" y="71472"/>
                  <a:pt x="3034435" y="71472"/>
                </a:cubicBezTo>
                <a:cubicBezTo>
                  <a:pt x="3055095" y="71472"/>
                  <a:pt x="3064869" y="61900"/>
                  <a:pt x="3081794" y="43500"/>
                </a:cubicBezTo>
                <a:cubicBezTo>
                  <a:pt x="3085172" y="39848"/>
                  <a:pt x="3088708" y="35984"/>
                  <a:pt x="3092522" y="32191"/>
                </a:cubicBezTo>
                <a:cubicBezTo>
                  <a:pt x="3108812" y="15847"/>
                  <a:pt x="3130187" y="0"/>
                  <a:pt x="3166025" y="0"/>
                </a:cubicBezTo>
                <a:cubicBezTo>
                  <a:pt x="3201823" y="0"/>
                  <a:pt x="3223198" y="15847"/>
                  <a:pt x="3239488" y="32191"/>
                </a:cubicBezTo>
                <a:cubicBezTo>
                  <a:pt x="3243302" y="35984"/>
                  <a:pt x="3246838" y="39848"/>
                  <a:pt x="3250215" y="43500"/>
                </a:cubicBezTo>
                <a:cubicBezTo>
                  <a:pt x="3267141" y="61900"/>
                  <a:pt x="3276915" y="71472"/>
                  <a:pt x="3297615" y="71472"/>
                </a:cubicBezTo>
                <a:cubicBezTo>
                  <a:pt x="3318275" y="71472"/>
                  <a:pt x="3328049" y="61900"/>
                  <a:pt x="3344974" y="43500"/>
                </a:cubicBezTo>
                <a:cubicBezTo>
                  <a:pt x="3348351" y="39848"/>
                  <a:pt x="3351888" y="35984"/>
                  <a:pt x="3355702" y="32191"/>
                </a:cubicBezTo>
                <a:cubicBezTo>
                  <a:pt x="3371992" y="15847"/>
                  <a:pt x="3393367" y="0"/>
                  <a:pt x="3429165" y="0"/>
                </a:cubicBezTo>
                <a:cubicBezTo>
                  <a:pt x="3465002" y="0"/>
                  <a:pt x="3486378" y="15847"/>
                  <a:pt x="3502668" y="32191"/>
                </a:cubicBezTo>
                <a:cubicBezTo>
                  <a:pt x="3506482" y="35984"/>
                  <a:pt x="3510018" y="39848"/>
                  <a:pt x="3513395" y="43500"/>
                </a:cubicBezTo>
                <a:cubicBezTo>
                  <a:pt x="3530321" y="61900"/>
                  <a:pt x="3540095" y="71472"/>
                  <a:pt x="3560794" y="71472"/>
                </a:cubicBezTo>
                <a:cubicBezTo>
                  <a:pt x="3581455" y="71472"/>
                  <a:pt x="3591229" y="61900"/>
                  <a:pt x="3608154" y="43500"/>
                </a:cubicBezTo>
                <a:cubicBezTo>
                  <a:pt x="3611531" y="39848"/>
                  <a:pt x="3615067" y="35984"/>
                  <a:pt x="3618882" y="32191"/>
                </a:cubicBezTo>
                <a:cubicBezTo>
                  <a:pt x="3635171" y="15847"/>
                  <a:pt x="3656547" y="0"/>
                  <a:pt x="3692385" y="0"/>
                </a:cubicBezTo>
                <a:cubicBezTo>
                  <a:pt x="3728182" y="0"/>
                  <a:pt x="3749558" y="15847"/>
                  <a:pt x="3765848" y="32191"/>
                </a:cubicBezTo>
                <a:cubicBezTo>
                  <a:pt x="3769662" y="35984"/>
                  <a:pt x="3773198" y="39848"/>
                  <a:pt x="3776575" y="43500"/>
                </a:cubicBezTo>
                <a:cubicBezTo>
                  <a:pt x="3793500" y="61900"/>
                  <a:pt x="3803314" y="71472"/>
                  <a:pt x="3823974" y="71472"/>
                </a:cubicBezTo>
                <a:cubicBezTo>
                  <a:pt x="3844634" y="71472"/>
                  <a:pt x="3854408" y="61900"/>
                  <a:pt x="3871334" y="43500"/>
                </a:cubicBezTo>
                <a:cubicBezTo>
                  <a:pt x="3874711" y="39848"/>
                  <a:pt x="3878247" y="35984"/>
                  <a:pt x="3882061" y="32191"/>
                </a:cubicBezTo>
                <a:cubicBezTo>
                  <a:pt x="3898351" y="15847"/>
                  <a:pt x="3919727" y="0"/>
                  <a:pt x="3955564" y="0"/>
                </a:cubicBezTo>
                <a:cubicBezTo>
                  <a:pt x="3991402" y="0"/>
                  <a:pt x="4012777" y="15847"/>
                  <a:pt x="4029067" y="32191"/>
                </a:cubicBezTo>
                <a:cubicBezTo>
                  <a:pt x="4032881" y="35984"/>
                  <a:pt x="4036417" y="39848"/>
                  <a:pt x="4039795" y="43500"/>
                </a:cubicBezTo>
                <a:cubicBezTo>
                  <a:pt x="4056720" y="61900"/>
                  <a:pt x="4066494" y="71472"/>
                  <a:pt x="4087154" y="71472"/>
                </a:cubicBezTo>
                <a:cubicBezTo>
                  <a:pt x="4107814" y="71472"/>
                  <a:pt x="4117628" y="61900"/>
                  <a:pt x="4134554" y="43500"/>
                </a:cubicBezTo>
                <a:cubicBezTo>
                  <a:pt x="4137931" y="39848"/>
                  <a:pt x="4141467" y="35984"/>
                  <a:pt x="4145281" y="32191"/>
                </a:cubicBezTo>
                <a:cubicBezTo>
                  <a:pt x="4161571" y="15847"/>
                  <a:pt x="4182946" y="0"/>
                  <a:pt x="4218744" y="0"/>
                </a:cubicBezTo>
                <a:cubicBezTo>
                  <a:pt x="4254582" y="0"/>
                  <a:pt x="4275957" y="15847"/>
                  <a:pt x="4292248" y="32191"/>
                </a:cubicBezTo>
                <a:cubicBezTo>
                  <a:pt x="4296061" y="35984"/>
                  <a:pt x="4299597" y="39848"/>
                  <a:pt x="4302975" y="43500"/>
                </a:cubicBezTo>
                <a:cubicBezTo>
                  <a:pt x="4319900" y="61900"/>
                  <a:pt x="4329674" y="71472"/>
                  <a:pt x="4350334" y="71472"/>
                </a:cubicBezTo>
                <a:cubicBezTo>
                  <a:pt x="4370994" y="71472"/>
                  <a:pt x="4380808" y="61900"/>
                  <a:pt x="4397733" y="43500"/>
                </a:cubicBezTo>
                <a:cubicBezTo>
                  <a:pt x="4401112" y="39848"/>
                  <a:pt x="4404647" y="35984"/>
                  <a:pt x="4408461" y="32191"/>
                </a:cubicBezTo>
                <a:cubicBezTo>
                  <a:pt x="4424751" y="15847"/>
                  <a:pt x="4446126" y="0"/>
                  <a:pt x="4481924" y="0"/>
                </a:cubicBezTo>
                <a:cubicBezTo>
                  <a:pt x="4517761" y="0"/>
                  <a:pt x="4539097" y="15847"/>
                  <a:pt x="4555387" y="32191"/>
                </a:cubicBezTo>
                <a:cubicBezTo>
                  <a:pt x="4559201" y="35984"/>
                  <a:pt x="4562737" y="39848"/>
                  <a:pt x="4566115" y="43500"/>
                </a:cubicBezTo>
                <a:cubicBezTo>
                  <a:pt x="4583040" y="61900"/>
                  <a:pt x="4592854" y="71472"/>
                  <a:pt x="4613514" y="71472"/>
                </a:cubicBezTo>
                <a:cubicBezTo>
                  <a:pt x="4634175" y="71472"/>
                  <a:pt x="4643948" y="61900"/>
                  <a:pt x="4660873" y="43500"/>
                </a:cubicBezTo>
                <a:cubicBezTo>
                  <a:pt x="4664251" y="39848"/>
                  <a:pt x="4667787" y="35984"/>
                  <a:pt x="4671601" y="32191"/>
                </a:cubicBezTo>
                <a:cubicBezTo>
                  <a:pt x="4687891" y="15847"/>
                  <a:pt x="4709266" y="0"/>
                  <a:pt x="4745064" y="0"/>
                </a:cubicBezTo>
                <a:cubicBezTo>
                  <a:pt x="4780902" y="0"/>
                  <a:pt x="4802277" y="15847"/>
                  <a:pt x="4818568" y="32191"/>
                </a:cubicBezTo>
                <a:cubicBezTo>
                  <a:pt x="4822381" y="35984"/>
                  <a:pt x="4825917" y="39848"/>
                  <a:pt x="4829295" y="43500"/>
                </a:cubicBezTo>
                <a:cubicBezTo>
                  <a:pt x="4846220" y="61900"/>
                  <a:pt x="4855994" y="71472"/>
                  <a:pt x="4876694" y="71472"/>
                </a:cubicBezTo>
                <a:cubicBezTo>
                  <a:pt x="4897354" y="71472"/>
                  <a:pt x="4907128" y="61900"/>
                  <a:pt x="4924053" y="43500"/>
                </a:cubicBezTo>
                <a:cubicBezTo>
                  <a:pt x="4927430" y="39848"/>
                  <a:pt x="4930966" y="35984"/>
                  <a:pt x="4934782" y="32191"/>
                </a:cubicBezTo>
                <a:cubicBezTo>
                  <a:pt x="4951071" y="15847"/>
                  <a:pt x="4972446" y="0"/>
                  <a:pt x="5008284" y="0"/>
                </a:cubicBezTo>
                <a:cubicBezTo>
                  <a:pt x="5044082" y="0"/>
                  <a:pt x="5065457" y="15847"/>
                  <a:pt x="5081747" y="32191"/>
                </a:cubicBezTo>
                <a:cubicBezTo>
                  <a:pt x="5085561" y="35984"/>
                  <a:pt x="5089098" y="39848"/>
                  <a:pt x="5092474" y="43500"/>
                </a:cubicBezTo>
                <a:cubicBezTo>
                  <a:pt x="5109400" y="61900"/>
                  <a:pt x="5119173" y="71472"/>
                  <a:pt x="5139834" y="71472"/>
                </a:cubicBezTo>
                <a:cubicBezTo>
                  <a:pt x="5160534" y="71472"/>
                  <a:pt x="5170307" y="61900"/>
                  <a:pt x="5187233" y="43500"/>
                </a:cubicBezTo>
                <a:cubicBezTo>
                  <a:pt x="5190611" y="39848"/>
                  <a:pt x="5194147" y="35984"/>
                  <a:pt x="5197961" y="32191"/>
                </a:cubicBezTo>
                <a:cubicBezTo>
                  <a:pt x="5214250" y="15847"/>
                  <a:pt x="5235626" y="0"/>
                  <a:pt x="5271424" y="0"/>
                </a:cubicBezTo>
                <a:cubicBezTo>
                  <a:pt x="5307262" y="0"/>
                  <a:pt x="5328637" y="15847"/>
                  <a:pt x="5344927" y="32191"/>
                </a:cubicBezTo>
                <a:cubicBezTo>
                  <a:pt x="5348741" y="35984"/>
                  <a:pt x="5352277" y="39848"/>
                  <a:pt x="5355654" y="43500"/>
                </a:cubicBezTo>
                <a:cubicBezTo>
                  <a:pt x="5372579" y="61900"/>
                  <a:pt x="5382353" y="71472"/>
                  <a:pt x="5403014" y="71472"/>
                </a:cubicBezTo>
                <a:cubicBezTo>
                  <a:pt x="5423674" y="71472"/>
                  <a:pt x="5433488" y="61900"/>
                  <a:pt x="5450413" y="43500"/>
                </a:cubicBezTo>
                <a:cubicBezTo>
                  <a:pt x="5453790" y="39848"/>
                  <a:pt x="5457327" y="35984"/>
                  <a:pt x="5461141" y="32191"/>
                </a:cubicBezTo>
                <a:cubicBezTo>
                  <a:pt x="5477430" y="15847"/>
                  <a:pt x="5498807" y="0"/>
                  <a:pt x="5534604" y="0"/>
                </a:cubicBezTo>
                <a:cubicBezTo>
                  <a:pt x="5570441" y="0"/>
                  <a:pt x="5591817" y="15847"/>
                  <a:pt x="5608107" y="32191"/>
                </a:cubicBezTo>
                <a:cubicBezTo>
                  <a:pt x="5611920" y="35984"/>
                  <a:pt x="5615457" y="39848"/>
                  <a:pt x="5618834" y="43500"/>
                </a:cubicBezTo>
                <a:cubicBezTo>
                  <a:pt x="5635759" y="61900"/>
                  <a:pt x="5645533" y="71472"/>
                  <a:pt x="5666233" y="71472"/>
                </a:cubicBezTo>
                <a:cubicBezTo>
                  <a:pt x="5686893" y="71472"/>
                  <a:pt x="5696669" y="61900"/>
                  <a:pt x="5713593" y="43500"/>
                </a:cubicBezTo>
                <a:cubicBezTo>
                  <a:pt x="5716971" y="39848"/>
                  <a:pt x="5720506" y="35984"/>
                  <a:pt x="5724320" y="32191"/>
                </a:cubicBezTo>
                <a:cubicBezTo>
                  <a:pt x="5740610" y="15847"/>
                  <a:pt x="5761985" y="0"/>
                  <a:pt x="5797824" y="0"/>
                </a:cubicBezTo>
                <a:cubicBezTo>
                  <a:pt x="5833621" y="0"/>
                  <a:pt x="5854996" y="15847"/>
                  <a:pt x="5871286" y="32191"/>
                </a:cubicBezTo>
                <a:cubicBezTo>
                  <a:pt x="5875100" y="35984"/>
                  <a:pt x="5878637" y="39848"/>
                  <a:pt x="5882013" y="43500"/>
                </a:cubicBezTo>
                <a:cubicBezTo>
                  <a:pt x="5898939" y="61900"/>
                  <a:pt x="5908754" y="71472"/>
                  <a:pt x="5929413" y="71472"/>
                </a:cubicBezTo>
                <a:cubicBezTo>
                  <a:pt x="5950073" y="71472"/>
                  <a:pt x="5959887" y="61900"/>
                  <a:pt x="5976774" y="43500"/>
                </a:cubicBezTo>
                <a:cubicBezTo>
                  <a:pt x="5980150" y="39848"/>
                  <a:pt x="5983686" y="35984"/>
                  <a:pt x="5987501" y="32191"/>
                </a:cubicBezTo>
                <a:cubicBezTo>
                  <a:pt x="6003790" y="15847"/>
                  <a:pt x="6025165" y="0"/>
                  <a:pt x="6061003" y="0"/>
                </a:cubicBezTo>
                <a:cubicBezTo>
                  <a:pt x="6096841" y="0"/>
                  <a:pt x="6118216" y="15847"/>
                  <a:pt x="6134506" y="32191"/>
                </a:cubicBezTo>
                <a:cubicBezTo>
                  <a:pt x="6138320" y="35984"/>
                  <a:pt x="6141856" y="39848"/>
                  <a:pt x="6145233" y="43500"/>
                </a:cubicBezTo>
                <a:cubicBezTo>
                  <a:pt x="6162159" y="61900"/>
                  <a:pt x="6171933" y="71472"/>
                  <a:pt x="6192593" y="71472"/>
                </a:cubicBezTo>
                <a:cubicBezTo>
                  <a:pt x="6213293" y="71472"/>
                  <a:pt x="6223067" y="61900"/>
                  <a:pt x="6239992" y="43500"/>
                </a:cubicBezTo>
                <a:cubicBezTo>
                  <a:pt x="6243369" y="39848"/>
                  <a:pt x="6246906" y="35984"/>
                  <a:pt x="6250720" y="32191"/>
                </a:cubicBezTo>
                <a:cubicBezTo>
                  <a:pt x="6267009" y="15847"/>
                  <a:pt x="6288385" y="0"/>
                  <a:pt x="6324222" y="0"/>
                </a:cubicBezTo>
                <a:cubicBezTo>
                  <a:pt x="6360020" y="0"/>
                  <a:pt x="6381396" y="15847"/>
                  <a:pt x="6397686" y="32191"/>
                </a:cubicBezTo>
                <a:cubicBezTo>
                  <a:pt x="6401500" y="35984"/>
                  <a:pt x="6405036" y="39848"/>
                  <a:pt x="6408413" y="43500"/>
                </a:cubicBezTo>
                <a:cubicBezTo>
                  <a:pt x="6425338" y="61900"/>
                  <a:pt x="6435152" y="71472"/>
                  <a:pt x="6455812" y="71472"/>
                </a:cubicBezTo>
                <a:cubicBezTo>
                  <a:pt x="6476472" y="71472"/>
                  <a:pt x="6486286" y="61900"/>
                  <a:pt x="6503212" y="43500"/>
                </a:cubicBezTo>
                <a:cubicBezTo>
                  <a:pt x="6506589" y="39848"/>
                  <a:pt x="6510125" y="35984"/>
                  <a:pt x="6513939" y="32191"/>
                </a:cubicBezTo>
                <a:cubicBezTo>
                  <a:pt x="6530229" y="15847"/>
                  <a:pt x="6551604" y="0"/>
                  <a:pt x="6587442" y="0"/>
                </a:cubicBezTo>
                <a:cubicBezTo>
                  <a:pt x="6623240" y="0"/>
                  <a:pt x="6644615" y="15847"/>
                  <a:pt x="6660905" y="32191"/>
                </a:cubicBezTo>
                <a:cubicBezTo>
                  <a:pt x="6664719" y="35984"/>
                  <a:pt x="6668255" y="39848"/>
                  <a:pt x="6671632" y="43500"/>
                </a:cubicBezTo>
                <a:cubicBezTo>
                  <a:pt x="6688558" y="61900"/>
                  <a:pt x="6698332" y="71472"/>
                  <a:pt x="6719032" y="71472"/>
                </a:cubicBezTo>
                <a:cubicBezTo>
                  <a:pt x="6739692" y="71472"/>
                  <a:pt x="6749466" y="61900"/>
                  <a:pt x="6766392" y="43500"/>
                </a:cubicBezTo>
                <a:cubicBezTo>
                  <a:pt x="6769769" y="39848"/>
                  <a:pt x="6773305" y="35984"/>
                  <a:pt x="6777119" y="32191"/>
                </a:cubicBezTo>
                <a:cubicBezTo>
                  <a:pt x="6793409" y="15847"/>
                  <a:pt x="6814784" y="0"/>
                  <a:pt x="6850622" y="0"/>
                </a:cubicBezTo>
                <a:cubicBezTo>
                  <a:pt x="6886420" y="0"/>
                  <a:pt x="6907795" y="15847"/>
                  <a:pt x="6924085" y="32191"/>
                </a:cubicBezTo>
                <a:cubicBezTo>
                  <a:pt x="6927899" y="35984"/>
                  <a:pt x="6931435" y="39848"/>
                  <a:pt x="6934813" y="43500"/>
                </a:cubicBezTo>
                <a:cubicBezTo>
                  <a:pt x="6951738" y="61900"/>
                  <a:pt x="6961552" y="71472"/>
                  <a:pt x="6982212" y="71472"/>
                </a:cubicBezTo>
                <a:cubicBezTo>
                  <a:pt x="7002872" y="71472"/>
                  <a:pt x="7012686" y="61900"/>
                  <a:pt x="7029611" y="43500"/>
                </a:cubicBezTo>
                <a:cubicBezTo>
                  <a:pt x="7032988" y="39848"/>
                  <a:pt x="7036525" y="35984"/>
                  <a:pt x="7040339" y="32191"/>
                </a:cubicBezTo>
                <a:cubicBezTo>
                  <a:pt x="7056628" y="15847"/>
                  <a:pt x="7078004" y="0"/>
                  <a:pt x="7113841" y="0"/>
                </a:cubicBezTo>
                <a:cubicBezTo>
                  <a:pt x="7149639" y="0"/>
                  <a:pt x="7171015" y="15847"/>
                  <a:pt x="7187344" y="32191"/>
                </a:cubicBezTo>
                <a:cubicBezTo>
                  <a:pt x="7191158" y="35984"/>
                  <a:pt x="7194694" y="39848"/>
                  <a:pt x="7198071" y="43500"/>
                </a:cubicBezTo>
                <a:cubicBezTo>
                  <a:pt x="7214957" y="61900"/>
                  <a:pt x="7224771" y="71472"/>
                  <a:pt x="7245431" y="71472"/>
                </a:cubicBezTo>
                <a:cubicBezTo>
                  <a:pt x="7266131" y="71472"/>
                  <a:pt x="7275905" y="61900"/>
                  <a:pt x="7292831" y="43500"/>
                </a:cubicBezTo>
                <a:cubicBezTo>
                  <a:pt x="7296208" y="39848"/>
                  <a:pt x="7299744" y="35984"/>
                  <a:pt x="7303558" y="32191"/>
                </a:cubicBezTo>
                <a:cubicBezTo>
                  <a:pt x="7319848" y="15847"/>
                  <a:pt x="7341223" y="0"/>
                  <a:pt x="7377061" y="0"/>
                </a:cubicBezTo>
                <a:cubicBezTo>
                  <a:pt x="7412899" y="0"/>
                  <a:pt x="7434274" y="15847"/>
                  <a:pt x="7450564" y="32191"/>
                </a:cubicBezTo>
                <a:cubicBezTo>
                  <a:pt x="7454378" y="35984"/>
                  <a:pt x="7457914" y="39848"/>
                  <a:pt x="7461291" y="43500"/>
                </a:cubicBezTo>
                <a:cubicBezTo>
                  <a:pt x="7478217" y="61900"/>
                  <a:pt x="7488031" y="71472"/>
                  <a:pt x="7508691" y="71472"/>
                </a:cubicBezTo>
                <a:cubicBezTo>
                  <a:pt x="7529351" y="71472"/>
                  <a:pt x="7539165" y="61900"/>
                  <a:pt x="7556090" y="43500"/>
                </a:cubicBezTo>
                <a:cubicBezTo>
                  <a:pt x="7559467" y="39848"/>
                  <a:pt x="7563003" y="35984"/>
                  <a:pt x="7566817" y="32191"/>
                </a:cubicBezTo>
                <a:cubicBezTo>
                  <a:pt x="7574962" y="24019"/>
                  <a:pt x="7584378" y="15971"/>
                  <a:pt x="7596238" y="9967"/>
                </a:cubicBezTo>
                <a:lnTo>
                  <a:pt x="7633026" y="1649"/>
                </a:lnTo>
                <a:lnTo>
                  <a:pt x="7633026" y="1"/>
                </a:lnTo>
                <a:lnTo>
                  <a:pt x="7636670" y="825"/>
                </a:lnTo>
                <a:lnTo>
                  <a:pt x="7640320" y="0"/>
                </a:lnTo>
                <a:lnTo>
                  <a:pt x="7640320" y="1651"/>
                </a:lnTo>
                <a:lnTo>
                  <a:pt x="7677094" y="9968"/>
                </a:lnTo>
                <a:cubicBezTo>
                  <a:pt x="7688948" y="15972"/>
                  <a:pt x="7698365" y="24020"/>
                  <a:pt x="7706529" y="32192"/>
                </a:cubicBezTo>
                <a:cubicBezTo>
                  <a:pt x="7710343" y="35985"/>
                  <a:pt x="7713879" y="39849"/>
                  <a:pt x="7717257" y="43501"/>
                </a:cubicBezTo>
                <a:cubicBezTo>
                  <a:pt x="7734142" y="61901"/>
                  <a:pt x="7743956" y="71473"/>
                  <a:pt x="7764616" y="71473"/>
                </a:cubicBezTo>
                <a:cubicBezTo>
                  <a:pt x="7785276" y="71473"/>
                  <a:pt x="7795050" y="61901"/>
                  <a:pt x="7811976" y="43501"/>
                </a:cubicBezTo>
                <a:cubicBezTo>
                  <a:pt x="7815353" y="39849"/>
                  <a:pt x="7818889" y="35985"/>
                  <a:pt x="7822703" y="32192"/>
                </a:cubicBezTo>
                <a:cubicBezTo>
                  <a:pt x="7838993" y="15848"/>
                  <a:pt x="7860368" y="1"/>
                  <a:pt x="7896206" y="1"/>
                </a:cubicBezTo>
                <a:cubicBezTo>
                  <a:pt x="7932004" y="1"/>
                  <a:pt x="7953379" y="15848"/>
                  <a:pt x="7969669" y="32192"/>
                </a:cubicBezTo>
                <a:cubicBezTo>
                  <a:pt x="7973483" y="35985"/>
                  <a:pt x="7977019" y="39849"/>
                  <a:pt x="7980397" y="43501"/>
                </a:cubicBezTo>
                <a:cubicBezTo>
                  <a:pt x="7997322" y="61901"/>
                  <a:pt x="8007096" y="71473"/>
                  <a:pt x="8027756" y="71473"/>
                </a:cubicBezTo>
                <a:cubicBezTo>
                  <a:pt x="8048417" y="71473"/>
                  <a:pt x="8058230" y="61901"/>
                  <a:pt x="8075156" y="43501"/>
                </a:cubicBezTo>
                <a:cubicBezTo>
                  <a:pt x="8078533" y="39849"/>
                  <a:pt x="8082069" y="35985"/>
                  <a:pt x="8085883" y="32192"/>
                </a:cubicBezTo>
                <a:cubicBezTo>
                  <a:pt x="8102173" y="15848"/>
                  <a:pt x="8123548" y="1"/>
                  <a:pt x="8159346" y="1"/>
                </a:cubicBezTo>
                <a:cubicBezTo>
                  <a:pt x="8195184" y="1"/>
                  <a:pt x="8216559" y="15848"/>
                  <a:pt x="8232849" y="32192"/>
                </a:cubicBezTo>
                <a:cubicBezTo>
                  <a:pt x="8236663" y="35985"/>
                  <a:pt x="8240199" y="39849"/>
                  <a:pt x="8243576" y="43501"/>
                </a:cubicBezTo>
                <a:cubicBezTo>
                  <a:pt x="8260502" y="61901"/>
                  <a:pt x="8270276" y="71473"/>
                  <a:pt x="8290936" y="71473"/>
                </a:cubicBezTo>
                <a:cubicBezTo>
                  <a:pt x="8311596" y="71473"/>
                  <a:pt x="8321370" y="61901"/>
                  <a:pt x="8338296" y="43501"/>
                </a:cubicBezTo>
                <a:cubicBezTo>
                  <a:pt x="8341673" y="39849"/>
                  <a:pt x="8345209" y="35985"/>
                  <a:pt x="8349023" y="32192"/>
                </a:cubicBezTo>
                <a:cubicBezTo>
                  <a:pt x="8365313" y="15848"/>
                  <a:pt x="8386688" y="1"/>
                  <a:pt x="8422526" y="1"/>
                </a:cubicBezTo>
                <a:cubicBezTo>
                  <a:pt x="8458324" y="1"/>
                  <a:pt x="8479699" y="15848"/>
                  <a:pt x="8495989" y="32192"/>
                </a:cubicBezTo>
                <a:cubicBezTo>
                  <a:pt x="8499803" y="35985"/>
                  <a:pt x="8503339" y="39849"/>
                  <a:pt x="8506717" y="43501"/>
                </a:cubicBezTo>
                <a:cubicBezTo>
                  <a:pt x="8523642" y="61901"/>
                  <a:pt x="8533456" y="71473"/>
                  <a:pt x="8554116" y="71473"/>
                </a:cubicBezTo>
                <a:cubicBezTo>
                  <a:pt x="8574776" y="71473"/>
                  <a:pt x="8584550" y="61901"/>
                  <a:pt x="8601476" y="43501"/>
                </a:cubicBezTo>
                <a:cubicBezTo>
                  <a:pt x="8604853" y="39849"/>
                  <a:pt x="8608389" y="35985"/>
                  <a:pt x="8612203" y="32192"/>
                </a:cubicBezTo>
                <a:cubicBezTo>
                  <a:pt x="8628493" y="15848"/>
                  <a:pt x="8649868" y="1"/>
                  <a:pt x="8685666" y="1"/>
                </a:cubicBezTo>
                <a:cubicBezTo>
                  <a:pt x="8721504" y="1"/>
                  <a:pt x="8742879" y="15848"/>
                  <a:pt x="8759169" y="32192"/>
                </a:cubicBezTo>
                <a:cubicBezTo>
                  <a:pt x="8762983" y="35985"/>
                  <a:pt x="8766519" y="39849"/>
                  <a:pt x="8769896" y="43501"/>
                </a:cubicBezTo>
                <a:cubicBezTo>
                  <a:pt x="8786822" y="61901"/>
                  <a:pt x="8796596" y="71473"/>
                  <a:pt x="8817256" y="71473"/>
                </a:cubicBezTo>
                <a:cubicBezTo>
                  <a:pt x="8837956" y="71473"/>
                  <a:pt x="8847730" y="61901"/>
                  <a:pt x="8864655" y="43501"/>
                </a:cubicBezTo>
                <a:cubicBezTo>
                  <a:pt x="8868033" y="39849"/>
                  <a:pt x="8871569" y="35985"/>
                  <a:pt x="8875383" y="32192"/>
                </a:cubicBezTo>
                <a:cubicBezTo>
                  <a:pt x="8891673" y="15848"/>
                  <a:pt x="8913048" y="1"/>
                  <a:pt x="8948846" y="1"/>
                </a:cubicBezTo>
                <a:cubicBezTo>
                  <a:pt x="8984684" y="1"/>
                  <a:pt x="9006059" y="15848"/>
                  <a:pt x="9022349" y="32192"/>
                </a:cubicBezTo>
                <a:cubicBezTo>
                  <a:pt x="9026163" y="35985"/>
                  <a:pt x="9029699" y="39849"/>
                  <a:pt x="9033076" y="43501"/>
                </a:cubicBezTo>
                <a:cubicBezTo>
                  <a:pt x="9050002" y="61901"/>
                  <a:pt x="9059776" y="71473"/>
                  <a:pt x="9080436" y="71473"/>
                </a:cubicBezTo>
                <a:cubicBezTo>
                  <a:pt x="9101096" y="71473"/>
                  <a:pt x="9110910" y="61901"/>
                  <a:pt x="9127796" y="43501"/>
                </a:cubicBezTo>
                <a:cubicBezTo>
                  <a:pt x="9131173" y="39849"/>
                  <a:pt x="9134709" y="35985"/>
                  <a:pt x="9138523" y="32192"/>
                </a:cubicBezTo>
                <a:cubicBezTo>
                  <a:pt x="9154813" y="15848"/>
                  <a:pt x="9176188" y="1"/>
                  <a:pt x="9212026" y="1"/>
                </a:cubicBezTo>
                <a:cubicBezTo>
                  <a:pt x="9247863" y="1"/>
                  <a:pt x="9269199" y="15848"/>
                  <a:pt x="9285529" y="32192"/>
                </a:cubicBezTo>
                <a:cubicBezTo>
                  <a:pt x="9289343" y="35985"/>
                  <a:pt x="9292879" y="39849"/>
                  <a:pt x="9296256" y="43501"/>
                </a:cubicBezTo>
                <a:cubicBezTo>
                  <a:pt x="9313142" y="61901"/>
                  <a:pt x="9322955" y="71473"/>
                  <a:pt x="9343616" y="71473"/>
                </a:cubicBezTo>
                <a:cubicBezTo>
                  <a:pt x="9364276" y="71473"/>
                  <a:pt x="9374050" y="61901"/>
                  <a:pt x="9390975" y="43501"/>
                </a:cubicBezTo>
                <a:cubicBezTo>
                  <a:pt x="9394352" y="39849"/>
                  <a:pt x="9397889" y="35985"/>
                  <a:pt x="9401703" y="32192"/>
                </a:cubicBezTo>
                <a:cubicBezTo>
                  <a:pt x="9417993" y="15848"/>
                  <a:pt x="9439368" y="1"/>
                  <a:pt x="9475206" y="1"/>
                </a:cubicBezTo>
                <a:cubicBezTo>
                  <a:pt x="9511004" y="1"/>
                  <a:pt x="9532379" y="15848"/>
                  <a:pt x="9548669" y="32192"/>
                </a:cubicBezTo>
                <a:cubicBezTo>
                  <a:pt x="9552483" y="35985"/>
                  <a:pt x="9556019" y="39849"/>
                  <a:pt x="9559396" y="43501"/>
                </a:cubicBezTo>
                <a:cubicBezTo>
                  <a:pt x="9576322" y="61901"/>
                  <a:pt x="9586135" y="71473"/>
                  <a:pt x="9606796" y="71473"/>
                </a:cubicBezTo>
                <a:cubicBezTo>
                  <a:pt x="9627456" y="71473"/>
                  <a:pt x="9637230" y="61901"/>
                  <a:pt x="9654155" y="43501"/>
                </a:cubicBezTo>
                <a:cubicBezTo>
                  <a:pt x="9657532" y="39849"/>
                  <a:pt x="9661068" y="35985"/>
                  <a:pt x="9664883" y="32192"/>
                </a:cubicBezTo>
                <a:cubicBezTo>
                  <a:pt x="9681172" y="15848"/>
                  <a:pt x="9702548" y="1"/>
                  <a:pt x="9738386" y="1"/>
                </a:cubicBezTo>
                <a:cubicBezTo>
                  <a:pt x="9774183" y="1"/>
                  <a:pt x="9795559" y="15848"/>
                  <a:pt x="9811849" y="32192"/>
                </a:cubicBezTo>
                <a:cubicBezTo>
                  <a:pt x="9815663" y="35985"/>
                  <a:pt x="9819199" y="39849"/>
                  <a:pt x="9822576" y="43501"/>
                </a:cubicBezTo>
                <a:cubicBezTo>
                  <a:pt x="9839501" y="61901"/>
                  <a:pt x="9849315" y="71473"/>
                  <a:pt x="9869975" y="71473"/>
                </a:cubicBezTo>
                <a:cubicBezTo>
                  <a:pt x="9890636" y="71473"/>
                  <a:pt x="9900410" y="61901"/>
                  <a:pt x="9917335" y="43501"/>
                </a:cubicBezTo>
                <a:cubicBezTo>
                  <a:pt x="9920712" y="39849"/>
                  <a:pt x="9924248" y="35985"/>
                  <a:pt x="9928063" y="32192"/>
                </a:cubicBezTo>
                <a:cubicBezTo>
                  <a:pt x="9944352" y="15848"/>
                  <a:pt x="9965728" y="1"/>
                  <a:pt x="10001565" y="1"/>
                </a:cubicBezTo>
                <a:cubicBezTo>
                  <a:pt x="10037363" y="1"/>
                  <a:pt x="10058739" y="15848"/>
                  <a:pt x="10075028" y="32192"/>
                </a:cubicBezTo>
                <a:cubicBezTo>
                  <a:pt x="10078843" y="35985"/>
                  <a:pt x="10082379" y="39849"/>
                  <a:pt x="10085756" y="43501"/>
                </a:cubicBezTo>
                <a:cubicBezTo>
                  <a:pt x="10102681" y="61901"/>
                  <a:pt x="10112455" y="71473"/>
                  <a:pt x="10133115" y="71473"/>
                </a:cubicBezTo>
                <a:cubicBezTo>
                  <a:pt x="10153816" y="71473"/>
                  <a:pt x="10163589" y="61901"/>
                  <a:pt x="10180515" y="43501"/>
                </a:cubicBezTo>
                <a:cubicBezTo>
                  <a:pt x="10183892" y="39849"/>
                  <a:pt x="10187428" y="35985"/>
                  <a:pt x="10191242" y="32192"/>
                </a:cubicBezTo>
                <a:cubicBezTo>
                  <a:pt x="10207532" y="15848"/>
                  <a:pt x="10228907" y="1"/>
                  <a:pt x="10264745" y="1"/>
                </a:cubicBezTo>
                <a:cubicBezTo>
                  <a:pt x="10300543" y="1"/>
                  <a:pt x="10321918" y="15848"/>
                  <a:pt x="10338208" y="32192"/>
                </a:cubicBezTo>
                <a:cubicBezTo>
                  <a:pt x="10342022" y="35985"/>
                  <a:pt x="10345558" y="39849"/>
                  <a:pt x="10348936" y="43501"/>
                </a:cubicBezTo>
                <a:cubicBezTo>
                  <a:pt x="10365861" y="61901"/>
                  <a:pt x="10375635" y="71473"/>
                  <a:pt x="10396295" y="71473"/>
                </a:cubicBezTo>
                <a:cubicBezTo>
                  <a:pt x="10416995" y="71473"/>
                  <a:pt x="10426769" y="61901"/>
                  <a:pt x="10443695" y="43501"/>
                </a:cubicBezTo>
                <a:cubicBezTo>
                  <a:pt x="10447072" y="39849"/>
                  <a:pt x="10450608" y="35985"/>
                  <a:pt x="10454422" y="32192"/>
                </a:cubicBezTo>
                <a:cubicBezTo>
                  <a:pt x="10470712" y="15848"/>
                  <a:pt x="10492087" y="1"/>
                  <a:pt x="10527885" y="1"/>
                </a:cubicBezTo>
                <a:cubicBezTo>
                  <a:pt x="10563723" y="1"/>
                  <a:pt x="10585098" y="15848"/>
                  <a:pt x="10601388" y="32192"/>
                </a:cubicBezTo>
                <a:cubicBezTo>
                  <a:pt x="10605202" y="35985"/>
                  <a:pt x="10608738" y="39849"/>
                  <a:pt x="10612115" y="43501"/>
                </a:cubicBezTo>
                <a:cubicBezTo>
                  <a:pt x="10629041" y="61901"/>
                  <a:pt x="10638815" y="71473"/>
                  <a:pt x="10659515" y="71473"/>
                </a:cubicBezTo>
                <a:cubicBezTo>
                  <a:pt x="10680175" y="71473"/>
                  <a:pt x="10689949" y="61901"/>
                  <a:pt x="10706874" y="43501"/>
                </a:cubicBezTo>
                <a:cubicBezTo>
                  <a:pt x="10710252" y="39849"/>
                  <a:pt x="10713788" y="35985"/>
                  <a:pt x="10717602" y="32192"/>
                </a:cubicBezTo>
                <a:cubicBezTo>
                  <a:pt x="10733892" y="15848"/>
                  <a:pt x="10755267" y="1"/>
                  <a:pt x="10791105" y="1"/>
                </a:cubicBezTo>
                <a:cubicBezTo>
                  <a:pt x="10826903" y="1"/>
                  <a:pt x="10848278" y="15848"/>
                  <a:pt x="10864568" y="32192"/>
                </a:cubicBezTo>
                <a:cubicBezTo>
                  <a:pt x="10868382" y="35985"/>
                  <a:pt x="10871918" y="39849"/>
                  <a:pt x="10875295" y="43501"/>
                </a:cubicBezTo>
                <a:cubicBezTo>
                  <a:pt x="10892221" y="61901"/>
                  <a:pt x="10901995" y="71473"/>
                  <a:pt x="10922695" y="71473"/>
                </a:cubicBezTo>
                <a:cubicBezTo>
                  <a:pt x="10943355" y="71473"/>
                  <a:pt x="10953129" y="61901"/>
                  <a:pt x="10970054" y="43501"/>
                </a:cubicBezTo>
                <a:cubicBezTo>
                  <a:pt x="10973431" y="39849"/>
                  <a:pt x="10976968" y="35985"/>
                  <a:pt x="10980782" y="32192"/>
                </a:cubicBezTo>
                <a:cubicBezTo>
                  <a:pt x="10997072" y="15848"/>
                  <a:pt x="11018447" y="1"/>
                  <a:pt x="11054245" y="1"/>
                </a:cubicBezTo>
                <a:cubicBezTo>
                  <a:pt x="11090082" y="1"/>
                  <a:pt x="11111458" y="15848"/>
                  <a:pt x="11127748" y="32192"/>
                </a:cubicBezTo>
                <a:cubicBezTo>
                  <a:pt x="11131562" y="35985"/>
                  <a:pt x="11135098" y="39849"/>
                  <a:pt x="11138475" y="43501"/>
                </a:cubicBezTo>
                <a:cubicBezTo>
                  <a:pt x="11155401" y="61901"/>
                  <a:pt x="11165175" y="71473"/>
                  <a:pt x="11185874" y="71473"/>
                </a:cubicBezTo>
                <a:cubicBezTo>
                  <a:pt x="11206535" y="71473"/>
                  <a:pt x="11216309" y="61901"/>
                  <a:pt x="11233234" y="43501"/>
                </a:cubicBezTo>
                <a:cubicBezTo>
                  <a:pt x="11236611" y="39849"/>
                  <a:pt x="11240147" y="35985"/>
                  <a:pt x="11243962" y="32192"/>
                </a:cubicBezTo>
                <a:cubicBezTo>
                  <a:pt x="11260251" y="15848"/>
                  <a:pt x="11281627" y="1"/>
                  <a:pt x="11317465" y="1"/>
                </a:cubicBezTo>
                <a:cubicBezTo>
                  <a:pt x="11353262" y="1"/>
                  <a:pt x="11374638" y="15848"/>
                  <a:pt x="11390928" y="32192"/>
                </a:cubicBezTo>
                <a:cubicBezTo>
                  <a:pt x="11394742" y="35985"/>
                  <a:pt x="11398278" y="39849"/>
                  <a:pt x="11401655" y="43501"/>
                </a:cubicBezTo>
                <a:cubicBezTo>
                  <a:pt x="11418580" y="61901"/>
                  <a:pt x="11428394" y="71473"/>
                  <a:pt x="11449054" y="71473"/>
                </a:cubicBezTo>
                <a:cubicBezTo>
                  <a:pt x="11469714" y="71473"/>
                  <a:pt x="11479488" y="61901"/>
                  <a:pt x="11496414" y="43501"/>
                </a:cubicBezTo>
                <a:cubicBezTo>
                  <a:pt x="11499791" y="39849"/>
                  <a:pt x="11503327" y="35985"/>
                  <a:pt x="11507141" y="32192"/>
                </a:cubicBezTo>
                <a:cubicBezTo>
                  <a:pt x="11523431" y="15848"/>
                  <a:pt x="11544807" y="1"/>
                  <a:pt x="11580644" y="1"/>
                </a:cubicBezTo>
                <a:cubicBezTo>
                  <a:pt x="11616482" y="1"/>
                  <a:pt x="11637857" y="15848"/>
                  <a:pt x="11654147" y="32192"/>
                </a:cubicBezTo>
                <a:cubicBezTo>
                  <a:pt x="11657961" y="35985"/>
                  <a:pt x="11661497" y="39849"/>
                  <a:pt x="11664875" y="43501"/>
                </a:cubicBezTo>
                <a:cubicBezTo>
                  <a:pt x="11681800" y="61901"/>
                  <a:pt x="11691574" y="71473"/>
                  <a:pt x="11712234" y="71473"/>
                </a:cubicBezTo>
                <a:cubicBezTo>
                  <a:pt x="11732894" y="71473"/>
                  <a:pt x="11742708" y="61901"/>
                  <a:pt x="11759634" y="43501"/>
                </a:cubicBezTo>
                <a:cubicBezTo>
                  <a:pt x="11763011" y="39849"/>
                  <a:pt x="11766547" y="35985"/>
                  <a:pt x="11770361" y="32192"/>
                </a:cubicBezTo>
                <a:cubicBezTo>
                  <a:pt x="11786651" y="15848"/>
                  <a:pt x="11808026" y="1"/>
                  <a:pt x="11843824" y="1"/>
                </a:cubicBezTo>
                <a:cubicBezTo>
                  <a:pt x="11879662" y="1"/>
                  <a:pt x="11901037" y="15848"/>
                  <a:pt x="11917327" y="32192"/>
                </a:cubicBezTo>
                <a:cubicBezTo>
                  <a:pt x="11921141" y="35985"/>
                  <a:pt x="11924677" y="39849"/>
                  <a:pt x="11928055" y="43501"/>
                </a:cubicBezTo>
                <a:cubicBezTo>
                  <a:pt x="11944980" y="61901"/>
                  <a:pt x="11954754" y="71473"/>
                  <a:pt x="11975414" y="71473"/>
                </a:cubicBezTo>
                <a:cubicBezTo>
                  <a:pt x="11996074" y="71473"/>
                  <a:pt x="12005888" y="61901"/>
                  <a:pt x="12022813" y="43501"/>
                </a:cubicBezTo>
                <a:cubicBezTo>
                  <a:pt x="12026191" y="39849"/>
                  <a:pt x="12029727" y="35985"/>
                  <a:pt x="12033541" y="32192"/>
                </a:cubicBezTo>
                <a:cubicBezTo>
                  <a:pt x="12049831" y="15848"/>
                  <a:pt x="12071206" y="1"/>
                  <a:pt x="12107004" y="1"/>
                </a:cubicBezTo>
                <a:cubicBezTo>
                  <a:pt x="12142841" y="1"/>
                  <a:pt x="12164177" y="15848"/>
                  <a:pt x="12180467" y="32192"/>
                </a:cubicBezTo>
                <a:cubicBezTo>
                  <a:pt x="12184281" y="35985"/>
                  <a:pt x="12187817" y="39849"/>
                  <a:pt x="12191195" y="43501"/>
                </a:cubicBezTo>
                <a:lnTo>
                  <a:pt x="12192000" y="44255"/>
                </a:lnTo>
                <a:lnTo>
                  <a:pt x="12192000" y="400377"/>
                </a:lnTo>
                <a:lnTo>
                  <a:pt x="12192000" y="585248"/>
                </a:lnTo>
                <a:lnTo>
                  <a:pt x="12192000" y="2898044"/>
                </a:lnTo>
                <a:lnTo>
                  <a:pt x="0" y="2898044"/>
                </a:lnTo>
                <a:lnTo>
                  <a:pt x="0" y="585247"/>
                </a:lnTo>
                <a:lnTo>
                  <a:pt x="0" y="400377"/>
                </a:lnTo>
                <a:lnTo>
                  <a:pt x="0" y="32191"/>
                </a:lnTo>
                <a:lnTo>
                  <a:pt x="7946" y="321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0EFDE-236B-43FD-8060-420A757AB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8992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F1F6340F-A53D-4671-942D-472B22127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8060" y="316693"/>
            <a:ext cx="1226846" cy="1226846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530351" y="609055"/>
            <a:ext cx="9131298" cy="1571111"/>
          </a:xfrm>
        </p:spPr>
        <p:txBody>
          <a:bodyPr anchor="t"/>
          <a:lstStyle>
            <a:lvl1pPr marL="0" indent="0" algn="ctr" defTabSz="914400" rtl="0" eaLnBrk="1" latinLnBrk="0" hangingPunct="1">
              <a:lnSpc>
                <a:spcPct val="100000"/>
              </a:lnSpc>
              <a:buSzPct val="110000"/>
              <a:buFontTx/>
              <a:buNone/>
              <a:defRPr lang="en-US" sz="2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B6156B-0C00-495C-87C3-E8E326761A0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814445" y="4493252"/>
            <a:ext cx="4563110" cy="253787"/>
          </a:xfrm>
        </p:spPr>
        <p:txBody>
          <a:bodyPr>
            <a:sp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US" sz="1600" b="1" kern="1200" dirty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100" b="0" i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>
              <a:buNone/>
              <a:defRPr/>
            </a:lvl3pPr>
          </a:lstStyle>
          <a:p>
            <a:r>
              <a:rPr lang="en-US"/>
              <a:t>Click to edit source name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34C1FBCF-A37B-4145-8EB2-F129C104B7D4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914400" y="6365784"/>
            <a:ext cx="6710680" cy="111056"/>
          </a:xfrm>
        </p:spPr>
        <p:txBody>
          <a:bodyPr anchor="t">
            <a:spAutoFit/>
          </a:bodyPr>
          <a:lstStyle>
            <a:lvl1pPr>
              <a:defRPr sz="700"/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CC99A74-1D69-03A4-629A-07A59A26C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</p:spTree>
    <p:extLst>
      <p:ext uri="{BB962C8B-B14F-4D97-AF65-F5344CB8AC3E}">
        <p14:creationId xmlns:p14="http://schemas.microsoft.com/office/powerpoint/2010/main" val="89959860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10363200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992134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10363200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702092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Match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F70C88-5EE9-457F-A47F-79CD005034C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9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73EDD8-2FD7-CFE0-1DC2-90CC408BC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659563"/>
            <a:ext cx="12220260" cy="2258993"/>
            <a:chOff x="6411" y="4659563"/>
            <a:chExt cx="12185590" cy="225899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B83B6-EE3E-D569-3B6B-980F45BF06B8}"/>
                </a:ext>
              </a:extLst>
            </p:cNvPr>
            <p:cNvSpPr/>
            <p:nvPr/>
          </p:nvSpPr>
          <p:spPr>
            <a:xfrm flipV="1">
              <a:off x="6411" y="4659563"/>
              <a:ext cx="12185589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B0159B6-E8DD-2AFA-6540-D7C919405857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4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509807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z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CAD7FDB6-7640-4390-9097-157574DC33B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78877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14EC9F-E454-C394-B955-FF92FF6D0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32370" cy="2258992"/>
            <a:chOff x="6412" y="4659564"/>
            <a:chExt cx="12185589" cy="225899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5A0E6C-D87D-988F-BA49-FA997D74E30E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9A7FFEB-4D70-2464-D8BA-41C76A2F694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767601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Copp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3CC9F-B036-4D7D-BFCA-931FFE78EED0}"/>
              </a:ext>
            </a:extLst>
          </p:cNvPr>
          <p:cNvSpPr>
            <a:spLocks noGrp="1"/>
          </p:cNvSpPr>
          <p:nvPr userDrawn="1"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1095467"/>
            <a:ext cx="4890698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130ED-6BDC-1E9D-C462-7E342722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6314" cy="2258992"/>
            <a:chOff x="6412" y="4659564"/>
            <a:chExt cx="12185589" cy="225899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2C9A37-E7AA-194A-4C37-000BDCBA8702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48EAE5-D7A8-165D-6543-104EEF860DC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12812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Copp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3CC9F-B036-4D7D-BFCA-931FFE78EED0}"/>
              </a:ext>
            </a:extLst>
          </p:cNvPr>
          <p:cNvSpPr>
            <a:spLocks noGrp="1"/>
          </p:cNvSpPr>
          <p:nvPr userDrawn="1"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1095467"/>
            <a:ext cx="4890698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130ED-6BDC-1E9D-C462-7E342722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6314" cy="2258992"/>
            <a:chOff x="6412" y="4659564"/>
            <a:chExt cx="12185589" cy="225899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2C9A37-E7AA-194A-4C37-000BDCBA8702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48EAE5-D7A8-165D-6543-104EEF860DC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523222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Copp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3CC9F-B036-4D7D-BFCA-931FFE78EED0}"/>
              </a:ext>
            </a:extLst>
          </p:cNvPr>
          <p:cNvSpPr>
            <a:spLocks noGrp="1"/>
          </p:cNvSpPr>
          <p:nvPr userDrawn="1"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1095467"/>
            <a:ext cx="4890698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53A669-7AC5-15E3-3CC3-7CBB33B0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33D8C26-287A-C71C-E334-90FA91BBCD46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1B39088-FC91-50C7-586E-B72462D937ED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41703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etail Te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F4DBFCD-266B-4AD6-CB22-4D943F1B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44BDF1-463B-86C3-15F5-211DC7779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B7841D-E6DF-51CE-987F-F16D16C69A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82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etail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F4DBFCD-266B-4AD6-CB22-4D943F1B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44BDF1-463B-86C3-15F5-211DC7779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B7841D-E6DF-51CE-987F-F16D16C69A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01009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Detail Tea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E76813-F547-42A0-BB51-870EE6FDF37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83763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6A7A29-65AE-6EB2-E9BB-13AC2100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0259" cy="2258992"/>
            <a:chOff x="6412" y="4659564"/>
            <a:chExt cx="12185589" cy="22589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B02FE04-02C6-7FD8-FA0D-130F1654B1A5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6C2505A-C6D5-738F-A320-F63EBA0AA02F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F4DBFCD-266B-4AD6-CB22-4D943F1B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44BDF1-463B-86C3-15F5-211DC7779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B7841D-E6DF-51CE-987F-F16D16C69A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6312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etail Match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F573EDD8-2FD7-CFE0-1DC2-90CC408BC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6314" cy="2258992"/>
            <a:chOff x="6412" y="4659564"/>
            <a:chExt cx="12185589" cy="2258992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F2B83B6-EE3E-D569-3B6B-980F45BF06B8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B0159B6-E8DD-2AFA-6540-D7C919405857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AF70C88-5EE9-457F-A47F-79CD005034C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9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2A9C09-9E20-FBCE-24AB-2E7AA92D8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82B6A11-2F9D-3C03-8B49-379661C7A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>
                <a:solidFill>
                  <a:schemeClr val="accent4">
                    <a:lumMod val="75000"/>
                  </a:schemeClr>
                </a:solidFill>
              </a:defRPr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8B250-91F7-D0F5-99AF-EE0D51265D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7091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etail Azu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C14EC9F-E454-C394-B955-FF92FF6D0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26314" cy="2258992"/>
            <a:chOff x="6412" y="4659564"/>
            <a:chExt cx="12185589" cy="225899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5A0E6C-D87D-988F-BA49-FA997D74E30E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9A7FFEB-4D70-2464-D8BA-41C76A2F694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CAD7FDB6-7640-4390-9097-157574DC33B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1095467"/>
            <a:ext cx="4890698" cy="3378877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61047B-701A-9F6D-723C-38462FE19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BEC6FD29-EF94-375D-01F1-FBB054A4BE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2C24FE7-89E9-0F19-C040-7CFCB3045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776213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etail Copp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251130ED-6BDC-1E9D-C462-7E342722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4659564"/>
            <a:ext cx="12232370" cy="2258992"/>
            <a:chOff x="6412" y="4659564"/>
            <a:chExt cx="12185589" cy="225899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2C9A37-E7AA-194A-4C37-000BDCBA8702}"/>
                </a:ext>
              </a:extLst>
            </p:cNvPr>
            <p:cNvSpPr/>
            <p:nvPr/>
          </p:nvSpPr>
          <p:spPr>
            <a:xfrm flipV="1">
              <a:off x="6412" y="4659564"/>
              <a:ext cx="12181652" cy="2198397"/>
            </a:xfrm>
            <a:custGeom>
              <a:avLst/>
              <a:gdLst>
                <a:gd name="connsiteX0" fmla="*/ 12145563 w 12151894"/>
                <a:gd name="connsiteY0" fmla="*/ 2678546 h 3576873"/>
                <a:gd name="connsiteX1" fmla="*/ 12013342 w 12151894"/>
                <a:gd name="connsiteY1" fmla="*/ 2800698 h 3576873"/>
                <a:gd name="connsiteX2" fmla="*/ 11606611 w 12151894"/>
                <a:gd name="connsiteY2" fmla="*/ 3081034 h 3576873"/>
                <a:gd name="connsiteX3" fmla="*/ 9941124 w 12151894"/>
                <a:gd name="connsiteY3" fmla="*/ 3565147 h 3576873"/>
                <a:gd name="connsiteX4" fmla="*/ 7092490 w 12151894"/>
                <a:gd name="connsiteY4" fmla="*/ 3028602 h 3576873"/>
                <a:gd name="connsiteX5" fmla="*/ 6150987 w 12151894"/>
                <a:gd name="connsiteY5" fmla="*/ 2585966 h 3576873"/>
                <a:gd name="connsiteX6" fmla="*/ 4959607 w 12151894"/>
                <a:gd name="connsiteY6" fmla="*/ 1842415 h 3576873"/>
                <a:gd name="connsiteX7" fmla="*/ 4055655 w 12151894"/>
                <a:gd name="connsiteY7" fmla="*/ 1267179 h 3576873"/>
                <a:gd name="connsiteX8" fmla="*/ 1089998 w 12151894"/>
                <a:gd name="connsiteY8" fmla="*/ 657178 h 3576873"/>
                <a:gd name="connsiteX9" fmla="*/ 539268 w 12151894"/>
                <a:gd name="connsiteY9" fmla="*/ 826000 h 3576873"/>
                <a:gd name="connsiteX10" fmla="*/ 0 w 12151894"/>
                <a:gd name="connsiteY10" fmla="*/ 1120837 h 3576873"/>
                <a:gd name="connsiteX11" fmla="*/ 0 w 12151894"/>
                <a:gd name="connsiteY11" fmla="*/ 0 h 3576873"/>
                <a:gd name="connsiteX12" fmla="*/ 12151895 w 12151894"/>
                <a:gd name="connsiteY12" fmla="*/ 0 h 3576873"/>
                <a:gd name="connsiteX13" fmla="*/ 12145563 w 12151894"/>
                <a:gd name="connsiteY13" fmla="*/ 2678166 h 3576873"/>
                <a:gd name="connsiteX14" fmla="*/ 12145563 w 12151894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5216154 w 12151895"/>
                <a:gd name="connsiteY6" fmla="*/ 1981894 h 3576873"/>
                <a:gd name="connsiteX7" fmla="*/ 4055655 w 12151895"/>
                <a:gd name="connsiteY7" fmla="*/ 1267179 h 3576873"/>
                <a:gd name="connsiteX8" fmla="*/ 1089998 w 12151895"/>
                <a:gd name="connsiteY8" fmla="*/ 657178 h 3576873"/>
                <a:gd name="connsiteX9" fmla="*/ 539268 w 12151895"/>
                <a:gd name="connsiteY9" fmla="*/ 826000 h 3576873"/>
                <a:gd name="connsiteX10" fmla="*/ 0 w 12151895"/>
                <a:gd name="connsiteY10" fmla="*/ 1120837 h 3576873"/>
                <a:gd name="connsiteX11" fmla="*/ 0 w 12151895"/>
                <a:gd name="connsiteY11" fmla="*/ 0 h 3576873"/>
                <a:gd name="connsiteX12" fmla="*/ 12151895 w 12151895"/>
                <a:gd name="connsiteY12" fmla="*/ 0 h 3576873"/>
                <a:gd name="connsiteX13" fmla="*/ 12145563 w 12151895"/>
                <a:gd name="connsiteY13" fmla="*/ 2678166 h 3576873"/>
                <a:gd name="connsiteX14" fmla="*/ 12145563 w 12151895"/>
                <a:gd name="connsiteY14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  <a:gd name="connsiteX0" fmla="*/ 12145563 w 12151895"/>
                <a:gd name="connsiteY0" fmla="*/ 2678546 h 3576873"/>
                <a:gd name="connsiteX1" fmla="*/ 12013342 w 12151895"/>
                <a:gd name="connsiteY1" fmla="*/ 2800698 h 3576873"/>
                <a:gd name="connsiteX2" fmla="*/ 11606611 w 12151895"/>
                <a:gd name="connsiteY2" fmla="*/ 3081034 h 3576873"/>
                <a:gd name="connsiteX3" fmla="*/ 9941124 w 12151895"/>
                <a:gd name="connsiteY3" fmla="*/ 3565147 h 3576873"/>
                <a:gd name="connsiteX4" fmla="*/ 7092490 w 12151895"/>
                <a:gd name="connsiteY4" fmla="*/ 3028602 h 3576873"/>
                <a:gd name="connsiteX5" fmla="*/ 6150987 w 12151895"/>
                <a:gd name="connsiteY5" fmla="*/ 2585966 h 3576873"/>
                <a:gd name="connsiteX6" fmla="*/ 4055655 w 12151895"/>
                <a:gd name="connsiteY6" fmla="*/ 1267179 h 3576873"/>
                <a:gd name="connsiteX7" fmla="*/ 1089998 w 12151895"/>
                <a:gd name="connsiteY7" fmla="*/ 657178 h 3576873"/>
                <a:gd name="connsiteX8" fmla="*/ 539268 w 12151895"/>
                <a:gd name="connsiteY8" fmla="*/ 826000 h 3576873"/>
                <a:gd name="connsiteX9" fmla="*/ 0 w 12151895"/>
                <a:gd name="connsiteY9" fmla="*/ 1120837 h 3576873"/>
                <a:gd name="connsiteX10" fmla="*/ 0 w 12151895"/>
                <a:gd name="connsiteY10" fmla="*/ 0 h 3576873"/>
                <a:gd name="connsiteX11" fmla="*/ 12151895 w 12151895"/>
                <a:gd name="connsiteY11" fmla="*/ 0 h 3576873"/>
                <a:gd name="connsiteX12" fmla="*/ 12145563 w 12151895"/>
                <a:gd name="connsiteY12" fmla="*/ 2678166 h 3576873"/>
                <a:gd name="connsiteX13" fmla="*/ 12145563 w 12151895"/>
                <a:gd name="connsiteY13" fmla="*/ 2678546 h 3576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51895" h="3576873">
                  <a:moveTo>
                    <a:pt x="12145563" y="2678546"/>
                  </a:moveTo>
                  <a:cubicBezTo>
                    <a:pt x="12144486" y="2709068"/>
                    <a:pt x="12033226" y="2784044"/>
                    <a:pt x="12013342" y="2800698"/>
                  </a:cubicBezTo>
                  <a:cubicBezTo>
                    <a:pt x="11887073" y="2906513"/>
                    <a:pt x="11749407" y="2999030"/>
                    <a:pt x="11606611" y="3081034"/>
                  </a:cubicBezTo>
                  <a:cubicBezTo>
                    <a:pt x="11099955" y="3371882"/>
                    <a:pt x="10521742" y="3524430"/>
                    <a:pt x="9941124" y="3565147"/>
                  </a:cubicBezTo>
                  <a:cubicBezTo>
                    <a:pt x="8965806" y="3633600"/>
                    <a:pt x="7990171" y="3395565"/>
                    <a:pt x="7092490" y="3028602"/>
                  </a:cubicBezTo>
                  <a:cubicBezTo>
                    <a:pt x="6771309" y="2897394"/>
                    <a:pt x="6657126" y="2879536"/>
                    <a:pt x="6150987" y="2585966"/>
                  </a:cubicBezTo>
                  <a:cubicBezTo>
                    <a:pt x="5644848" y="2292396"/>
                    <a:pt x="4927658" y="1666131"/>
                    <a:pt x="4055655" y="1267179"/>
                  </a:cubicBezTo>
                  <a:cubicBezTo>
                    <a:pt x="3234807" y="891631"/>
                    <a:pt x="2110086" y="451058"/>
                    <a:pt x="1089998" y="657178"/>
                  </a:cubicBezTo>
                  <a:cubicBezTo>
                    <a:pt x="901482" y="695299"/>
                    <a:pt x="716702" y="751720"/>
                    <a:pt x="539268" y="826000"/>
                  </a:cubicBezTo>
                  <a:cubicBezTo>
                    <a:pt x="466635" y="856395"/>
                    <a:pt x="0" y="1041681"/>
                    <a:pt x="0" y="1120837"/>
                  </a:cubicBezTo>
                  <a:lnTo>
                    <a:pt x="0" y="0"/>
                  </a:lnTo>
                  <a:lnTo>
                    <a:pt x="12151895" y="0"/>
                  </a:lnTo>
                  <a:cubicBezTo>
                    <a:pt x="12151895" y="0"/>
                    <a:pt x="12145689" y="2638082"/>
                    <a:pt x="12145563" y="2678166"/>
                  </a:cubicBezTo>
                  <a:lnTo>
                    <a:pt x="12145563" y="267854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48EAE5-D7A8-165D-6543-104EEF860DCC}"/>
                </a:ext>
              </a:extLst>
            </p:cNvPr>
            <p:cNvSpPr/>
            <p:nvPr/>
          </p:nvSpPr>
          <p:spPr>
            <a:xfrm flipV="1">
              <a:off x="6412" y="5387276"/>
              <a:ext cx="12185589" cy="1531280"/>
            </a:xfrm>
            <a:custGeom>
              <a:avLst/>
              <a:gdLst>
                <a:gd name="connsiteX0" fmla="*/ 7890291 w 12185589"/>
                <a:gd name="connsiteY0" fmla="*/ 1530485 h 1531280"/>
                <a:gd name="connsiteX1" fmla="*/ 10095409 w 12185589"/>
                <a:gd name="connsiteY1" fmla="*/ 1360374 h 1531280"/>
                <a:gd name="connsiteX2" fmla="*/ 12078479 w 12185589"/>
                <a:gd name="connsiteY2" fmla="*/ 828486 h 1531280"/>
                <a:gd name="connsiteX3" fmla="*/ 12185589 w 12185589"/>
                <a:gd name="connsiteY3" fmla="*/ 785198 h 1531280"/>
                <a:gd name="connsiteX4" fmla="*/ 12185589 w 12185589"/>
                <a:gd name="connsiteY4" fmla="*/ 15701 h 1531280"/>
                <a:gd name="connsiteX5" fmla="*/ 11485993 w 12185589"/>
                <a:gd name="connsiteY5" fmla="*/ 17239 h 1531280"/>
                <a:gd name="connsiteX6" fmla="*/ 394364 w 12185589"/>
                <a:gd name="connsiteY6" fmla="*/ 42615 h 1531280"/>
                <a:gd name="connsiteX7" fmla="*/ 0 w 12185589"/>
                <a:gd name="connsiteY7" fmla="*/ 60269 h 1531280"/>
                <a:gd name="connsiteX8" fmla="*/ 0 w 12185589"/>
                <a:gd name="connsiteY8" fmla="*/ 688879 h 1531280"/>
                <a:gd name="connsiteX9" fmla="*/ 30053 w 12185589"/>
                <a:gd name="connsiteY9" fmla="*/ 660407 h 1531280"/>
                <a:gd name="connsiteX10" fmla="*/ 268772 w 12185589"/>
                <a:gd name="connsiteY10" fmla="*/ 551492 h 1531280"/>
                <a:gd name="connsiteX11" fmla="*/ 2848629 w 12185589"/>
                <a:gd name="connsiteY11" fmla="*/ 371254 h 1531280"/>
                <a:gd name="connsiteX12" fmla="*/ 5214942 w 12185589"/>
                <a:gd name="connsiteY12" fmla="*/ 936293 h 1531280"/>
                <a:gd name="connsiteX13" fmla="*/ 5805108 w 12185589"/>
                <a:gd name="connsiteY13" fmla="*/ 1142685 h 1531280"/>
                <a:gd name="connsiteX14" fmla="*/ 7609884 w 12185589"/>
                <a:gd name="connsiteY14" fmla="*/ 1521803 h 1531280"/>
                <a:gd name="connsiteX15" fmla="*/ 7890291 w 12185589"/>
                <a:gd name="connsiteY15" fmla="*/ 1530485 h 153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185589" h="1531280">
                  <a:moveTo>
                    <a:pt x="7890291" y="1530485"/>
                  </a:moveTo>
                  <a:cubicBezTo>
                    <a:pt x="8570872" y="1539489"/>
                    <a:pt x="9419339" y="1471343"/>
                    <a:pt x="10095409" y="1360374"/>
                  </a:cubicBezTo>
                  <a:cubicBezTo>
                    <a:pt x="10771478" y="1249404"/>
                    <a:pt x="11626538" y="999127"/>
                    <a:pt x="12078479" y="828486"/>
                  </a:cubicBezTo>
                  <a:lnTo>
                    <a:pt x="12185589" y="785198"/>
                  </a:lnTo>
                  <a:lnTo>
                    <a:pt x="12185589" y="15701"/>
                  </a:lnTo>
                  <a:lnTo>
                    <a:pt x="11485993" y="17239"/>
                  </a:lnTo>
                  <a:cubicBezTo>
                    <a:pt x="7683774" y="20659"/>
                    <a:pt x="2596722" y="-37570"/>
                    <a:pt x="394364" y="42615"/>
                  </a:cubicBezTo>
                  <a:lnTo>
                    <a:pt x="0" y="60269"/>
                  </a:lnTo>
                  <a:lnTo>
                    <a:pt x="0" y="688879"/>
                  </a:lnTo>
                  <a:lnTo>
                    <a:pt x="30053" y="660407"/>
                  </a:lnTo>
                  <a:cubicBezTo>
                    <a:pt x="96558" y="619811"/>
                    <a:pt x="233923" y="566671"/>
                    <a:pt x="268772" y="551492"/>
                  </a:cubicBezTo>
                  <a:cubicBezTo>
                    <a:pt x="1013700" y="226939"/>
                    <a:pt x="1997437" y="252937"/>
                    <a:pt x="2848629" y="371254"/>
                  </a:cubicBezTo>
                  <a:cubicBezTo>
                    <a:pt x="3675445" y="486184"/>
                    <a:pt x="4468300" y="692810"/>
                    <a:pt x="5214942" y="936293"/>
                  </a:cubicBezTo>
                  <a:cubicBezTo>
                    <a:pt x="5415156" y="1001561"/>
                    <a:pt x="5610481" y="1071461"/>
                    <a:pt x="5805108" y="1142685"/>
                  </a:cubicBezTo>
                  <a:cubicBezTo>
                    <a:pt x="6346395" y="1340749"/>
                    <a:pt x="6894834" y="1485522"/>
                    <a:pt x="7609884" y="1521803"/>
                  </a:cubicBezTo>
                  <a:cubicBezTo>
                    <a:pt x="7699265" y="1526338"/>
                    <a:pt x="7793065" y="1529199"/>
                    <a:pt x="7890291" y="153048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 kern="1200">
                <a:solidFill>
                  <a:schemeClr val="lt1"/>
                </a:solidFill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3CC9F-B036-4D7D-BFCA-931FFE78EED0}"/>
              </a:ext>
            </a:extLst>
          </p:cNvPr>
          <p:cNvSpPr>
            <a:spLocks noGrp="1"/>
          </p:cNvSpPr>
          <p:nvPr userDrawn="1">
            <p:ph type="body" idx="14" hasCustomPrompt="1"/>
          </p:nvPr>
        </p:nvSpPr>
        <p:spPr>
          <a:xfrm>
            <a:off x="914400" y="696172"/>
            <a:ext cx="4890698" cy="223468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##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29002D-2BA8-2F7E-BB99-A2CB477F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9938" y="696173"/>
            <a:ext cx="6092062" cy="5476028"/>
          </a:xfrm>
          <a:prstGeom prst="rect">
            <a:avLst/>
          </a:prstGeom>
          <a:solidFill>
            <a:schemeClr val="bg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EF4E1E-2825-45FB-8D80-115D1EA0E254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1095467"/>
            <a:ext cx="4890698" cy="3364992"/>
          </a:xfrm>
        </p:spPr>
        <p:txBody>
          <a:bodyPr anchor="t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85458945-F12A-3FA4-93B9-FAA385EB6E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711696" y="5897713"/>
            <a:ext cx="4896482" cy="1110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8754D0-B07E-CDB9-1585-FF375305C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696" y="1380363"/>
            <a:ext cx="4572000" cy="3941064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lnSpc>
                <a:spcPct val="110000"/>
              </a:lnSpc>
              <a:defRPr lang="en-US" dirty="0"/>
            </a:lvl3pPr>
            <a:lvl4pPr>
              <a:defRPr lang="en-US" dirty="0">
                <a:solidFill>
                  <a:schemeClr val="accent5"/>
                </a:solidFill>
              </a:defRPr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136788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3">
            <a:extLst>
              <a:ext uri="{FF2B5EF4-FFF2-40B4-BE49-F238E27FC236}">
                <a16:creationId xmlns:a16="http://schemas.microsoft.com/office/drawing/2014/main" id="{C2C69E43-CF03-4919-B7B0-46366680F5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72281"/>
            <a:ext cx="3044952" cy="959384"/>
          </a:xfrm>
        </p:spPr>
        <p:txBody>
          <a:bodyPr anchor="t"/>
          <a:lstStyle>
            <a:lvl1pPr>
              <a:lnSpc>
                <a:spcPct val="85000"/>
              </a:lnSpc>
              <a:defRPr/>
            </a:lvl1pPr>
          </a:lstStyle>
          <a:p>
            <a:r>
              <a:rPr lang="en-US"/>
              <a:t>Click to edit two-line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A4A8503-1301-4163-95A7-D7B8A394580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4400" y="1701830"/>
            <a:ext cx="3044952" cy="265176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3E306A-A32F-454F-B022-3A2D387EE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1652741" y="4199633"/>
            <a:ext cx="2637060" cy="22421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1CD632-B279-45DB-BE81-6BFE090E4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hidden">
          <a:xfrm>
            <a:off x="4296161" y="4199633"/>
            <a:ext cx="2637060" cy="22421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668E6A-33B2-45DB-8B63-B30ABB4C1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1652595" y="1957461"/>
            <a:ext cx="2637060" cy="22421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EA6CE9-F605-433E-876D-90FDC4E4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4296161" y="1957461"/>
            <a:ext cx="2620765" cy="22421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1A5BF7-4C21-44C5-A192-B9B650C9C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6915595" y="1957461"/>
            <a:ext cx="2637060" cy="22421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1DD2E6-BA78-451B-B839-512549049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6917071" y="4199633"/>
            <a:ext cx="2650403" cy="22421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966762" y="210670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54CFA69-B50D-4C4B-95D1-3366EE3AB39B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4604113" y="208711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1098CFDF-1734-4175-8BCB-7A03A234114F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4583666" y="3093164"/>
            <a:ext cx="2062049" cy="88797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5DE89D7B-2D27-40FF-9192-CA51C254EA72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172796" y="210670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709D8105-CC51-4F73-95B7-E3B89DBADB1C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83864" y="3093164"/>
            <a:ext cx="2062049" cy="887979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64" name="Text Placeholder 17">
            <a:extLst>
              <a:ext uri="{FF2B5EF4-FFF2-40B4-BE49-F238E27FC236}">
                <a16:creationId xmlns:a16="http://schemas.microsoft.com/office/drawing/2014/main" id="{F30A02C9-1947-4E7A-AC78-02B9AFA52D8E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1956665" y="5329646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65" name="Text Placeholder 13">
            <a:extLst>
              <a:ext uri="{FF2B5EF4-FFF2-40B4-BE49-F238E27FC236}">
                <a16:creationId xmlns:a16="http://schemas.microsoft.com/office/drawing/2014/main" id="{B5284EF2-CC4D-4AB2-858D-9891F5B5049C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1966762" y="4367882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74CA1272-2CBE-4148-91AA-11E8B2C2FFDF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4574022" y="5329646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67" name="Text Placeholder 13">
            <a:extLst>
              <a:ext uri="{FF2B5EF4-FFF2-40B4-BE49-F238E27FC236}">
                <a16:creationId xmlns:a16="http://schemas.microsoft.com/office/drawing/2014/main" id="{6A89BBD7-A665-4A31-A2E5-BE0ECD782E06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4578131" y="438326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8" name="Text Placeholder 17">
            <a:extLst>
              <a:ext uri="{FF2B5EF4-FFF2-40B4-BE49-F238E27FC236}">
                <a16:creationId xmlns:a16="http://schemas.microsoft.com/office/drawing/2014/main" id="{06842DA3-C2CB-4E88-887B-D16065910DFE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194932" y="5329646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E0286B-ED80-337C-7781-810C81C6B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9551324" y="4199633"/>
            <a:ext cx="2637060" cy="22421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l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86FEB891-868F-50BB-CC75-E7864233CC0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72795" y="4361691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773F083E-3E89-7310-A714-53440B9BE65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867019" y="5329646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8ACBB89-2B3F-FD19-15FA-B33709AEB82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6762" y="3093164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E25F1-DA05-A07E-889A-98BEF239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hidden">
          <a:xfrm>
            <a:off x="9554940" y="1957461"/>
            <a:ext cx="2637060" cy="22421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4ECF62F0-85E3-0C5B-F039-6DC8421CD2D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61484" y="211519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ECF9150-6233-A925-9891-72BE6AB8013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80900" y="3113832"/>
            <a:ext cx="2062049" cy="880673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lang="en-US" sz="14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Char char="​"/>
              <a:defRPr sz="1500"/>
            </a:lvl2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/>
              <a:t>Click to edit text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9D4DC22D-5E27-5429-7546-77C849B1948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880900" y="4383260"/>
            <a:ext cx="2073117" cy="793514"/>
          </a:xfrm>
        </p:spPr>
        <p:txBody>
          <a:bodyPr/>
          <a:lstStyle>
            <a:lvl1pPr marL="0" algn="l" defTabSz="914400" rtl="0" eaLnBrk="1" latinLnBrk="0" hangingPunct="1">
              <a:defRPr lang="en-US" sz="3600" b="1" kern="1200" dirty="0">
                <a:solidFill>
                  <a:schemeClr val="accent6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73560749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1F26B0B-81FD-44DC-BB3B-E3FE44997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327" y="-2012"/>
            <a:ext cx="12194326" cy="3201488"/>
          </a:xfrm>
          <a:custGeom>
            <a:avLst/>
            <a:gdLst>
              <a:gd name="connsiteX0" fmla="*/ 1662846 w 12194326"/>
              <a:gd name="connsiteY0" fmla="*/ 0 h 3201488"/>
              <a:gd name="connsiteX1" fmla="*/ 1872135 w 12194326"/>
              <a:gd name="connsiteY1" fmla="*/ 0 h 3201488"/>
              <a:gd name="connsiteX2" fmla="*/ 1899280 w 12194326"/>
              <a:gd name="connsiteY2" fmla="*/ 1724 h 3201488"/>
              <a:gd name="connsiteX3" fmla="*/ 11553037 w 12194326"/>
              <a:gd name="connsiteY3" fmla="*/ 1724 h 3201488"/>
              <a:gd name="connsiteX4" fmla="*/ 11554036 w 12194326"/>
              <a:gd name="connsiteY4" fmla="*/ 0 h 3201488"/>
              <a:gd name="connsiteX5" fmla="*/ 12194326 w 12194326"/>
              <a:gd name="connsiteY5" fmla="*/ 0 h 3201488"/>
              <a:gd name="connsiteX6" fmla="*/ 12194238 w 12194326"/>
              <a:gd name="connsiteY6" fmla="*/ 37442 h 3201488"/>
              <a:gd name="connsiteX7" fmla="*/ 12188859 w 12194326"/>
              <a:gd name="connsiteY7" fmla="*/ 2302781 h 3201488"/>
              <a:gd name="connsiteX8" fmla="*/ 12188859 w 12194326"/>
              <a:gd name="connsiteY8" fmla="*/ 2303161 h 3201488"/>
              <a:gd name="connsiteX9" fmla="*/ 12056165 w 12194326"/>
              <a:gd name="connsiteY9" fmla="*/ 2425313 h 3201488"/>
              <a:gd name="connsiteX10" fmla="*/ 11647985 w 12194326"/>
              <a:gd name="connsiteY10" fmla="*/ 2705649 h 3201488"/>
              <a:gd name="connsiteX11" fmla="*/ 9976561 w 12194326"/>
              <a:gd name="connsiteY11" fmla="*/ 3189762 h 3201488"/>
              <a:gd name="connsiteX12" fmla="*/ 7117772 w 12194326"/>
              <a:gd name="connsiteY12" fmla="*/ 2653217 h 3201488"/>
              <a:gd name="connsiteX13" fmla="*/ 6172914 w 12194326"/>
              <a:gd name="connsiteY13" fmla="*/ 2210581 h 3201488"/>
              <a:gd name="connsiteX14" fmla="*/ 4977287 w 12194326"/>
              <a:gd name="connsiteY14" fmla="*/ 1467030 h 3201488"/>
              <a:gd name="connsiteX15" fmla="*/ 4070113 w 12194326"/>
              <a:gd name="connsiteY15" fmla="*/ 891794 h 3201488"/>
              <a:gd name="connsiteX16" fmla="*/ 1093884 w 12194326"/>
              <a:gd name="connsiteY16" fmla="*/ 281793 h 3201488"/>
              <a:gd name="connsiteX17" fmla="*/ 541190 w 12194326"/>
              <a:gd name="connsiteY17" fmla="*/ 450615 h 3201488"/>
              <a:gd name="connsiteX18" fmla="*/ 0 w 12194326"/>
              <a:gd name="connsiteY18" fmla="*/ 745452 h 3201488"/>
              <a:gd name="connsiteX19" fmla="*/ 0 w 12194326"/>
              <a:gd name="connsiteY19" fmla="*/ 641968 h 3201488"/>
              <a:gd name="connsiteX20" fmla="*/ 0 w 12194326"/>
              <a:gd name="connsiteY20" fmla="*/ 640408 h 3201488"/>
              <a:gd name="connsiteX21" fmla="*/ 1 w 12194326"/>
              <a:gd name="connsiteY21" fmla="*/ 640405 h 3201488"/>
              <a:gd name="connsiteX22" fmla="*/ 1 w 12194326"/>
              <a:gd name="connsiteY22" fmla="*/ 571992 h 3201488"/>
              <a:gd name="connsiteX23" fmla="*/ 1 w 12194326"/>
              <a:gd name="connsiteY23" fmla="*/ 186710 h 3201488"/>
              <a:gd name="connsiteX24" fmla="*/ 1 w 12194326"/>
              <a:gd name="connsiteY24" fmla="*/ 1724 h 3201488"/>
              <a:gd name="connsiteX25" fmla="*/ 1625009 w 12194326"/>
              <a:gd name="connsiteY25" fmla="*/ 1724 h 320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4326" h="3201488">
                <a:moveTo>
                  <a:pt x="1662846" y="0"/>
                </a:moveTo>
                <a:lnTo>
                  <a:pt x="1872135" y="0"/>
                </a:lnTo>
                <a:lnTo>
                  <a:pt x="1899280" y="1724"/>
                </a:lnTo>
                <a:lnTo>
                  <a:pt x="11553037" y="1724"/>
                </a:lnTo>
                <a:lnTo>
                  <a:pt x="11554036" y="0"/>
                </a:lnTo>
                <a:lnTo>
                  <a:pt x="12194326" y="0"/>
                </a:lnTo>
                <a:lnTo>
                  <a:pt x="12194238" y="37442"/>
                </a:lnTo>
                <a:cubicBezTo>
                  <a:pt x="12192479" y="781281"/>
                  <a:pt x="12188951" y="2272718"/>
                  <a:pt x="12188859" y="2302781"/>
                </a:cubicBezTo>
                <a:cubicBezTo>
                  <a:pt x="12188859" y="2302908"/>
                  <a:pt x="12188859" y="2303035"/>
                  <a:pt x="12188859" y="2303161"/>
                </a:cubicBezTo>
                <a:cubicBezTo>
                  <a:pt x="12187777" y="2333683"/>
                  <a:pt x="12076120" y="2408659"/>
                  <a:pt x="12056165" y="2425313"/>
                </a:cubicBezTo>
                <a:cubicBezTo>
                  <a:pt x="11929445" y="2531128"/>
                  <a:pt x="11791290" y="2623645"/>
                  <a:pt x="11647985" y="2705649"/>
                </a:cubicBezTo>
                <a:cubicBezTo>
                  <a:pt x="11139523" y="2996497"/>
                  <a:pt x="10559248" y="3149045"/>
                  <a:pt x="9976561" y="3189762"/>
                </a:cubicBezTo>
                <a:cubicBezTo>
                  <a:pt x="8997766" y="3258215"/>
                  <a:pt x="8018654" y="3020180"/>
                  <a:pt x="7117772" y="2653217"/>
                </a:cubicBezTo>
                <a:cubicBezTo>
                  <a:pt x="6795446" y="2522009"/>
                  <a:pt x="6480557" y="2372881"/>
                  <a:pt x="6172914" y="2210581"/>
                </a:cubicBezTo>
                <a:cubicBezTo>
                  <a:pt x="5746749" y="1985717"/>
                  <a:pt x="5363732" y="1753255"/>
                  <a:pt x="4977287" y="1467030"/>
                </a:cubicBezTo>
                <a:cubicBezTo>
                  <a:pt x="4689405" y="1253754"/>
                  <a:pt x="4385702" y="1061692"/>
                  <a:pt x="4070113" y="891794"/>
                </a:cubicBezTo>
                <a:cubicBezTo>
                  <a:pt x="3173553" y="409011"/>
                  <a:pt x="2117608" y="75673"/>
                  <a:pt x="1093884" y="281793"/>
                </a:cubicBezTo>
                <a:cubicBezTo>
                  <a:pt x="904696" y="319914"/>
                  <a:pt x="719257" y="376335"/>
                  <a:pt x="541190" y="450615"/>
                </a:cubicBezTo>
                <a:cubicBezTo>
                  <a:pt x="468299" y="481010"/>
                  <a:pt x="0" y="666296"/>
                  <a:pt x="0" y="745452"/>
                </a:cubicBezTo>
                <a:cubicBezTo>
                  <a:pt x="0" y="745428"/>
                  <a:pt x="0" y="706009"/>
                  <a:pt x="0" y="641968"/>
                </a:cubicBezTo>
                <a:lnTo>
                  <a:pt x="0" y="640408"/>
                </a:lnTo>
                <a:lnTo>
                  <a:pt x="1" y="640405"/>
                </a:lnTo>
                <a:lnTo>
                  <a:pt x="1" y="571992"/>
                </a:lnTo>
                <a:cubicBezTo>
                  <a:pt x="1" y="466907"/>
                  <a:pt x="1" y="326807"/>
                  <a:pt x="1" y="186710"/>
                </a:cubicBezTo>
                <a:lnTo>
                  <a:pt x="1" y="1724"/>
                </a:lnTo>
                <a:lnTo>
                  <a:pt x="1625009" y="172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88D1D84-A05A-4C6B-AD36-18DE406CD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5870" y="5927852"/>
            <a:ext cx="956130" cy="930148"/>
          </a:xfrm>
          <a:custGeom>
            <a:avLst/>
            <a:gdLst>
              <a:gd name="connsiteX0" fmla="*/ 909692 w 913698"/>
              <a:gd name="connsiteY0" fmla="*/ 0 h 930148"/>
              <a:gd name="connsiteX1" fmla="*/ 912174 w 913698"/>
              <a:gd name="connsiteY1" fmla="*/ 4765 h 930148"/>
              <a:gd name="connsiteX2" fmla="*/ 913698 w 913698"/>
              <a:gd name="connsiteY2" fmla="*/ 14199 h 930148"/>
              <a:gd name="connsiteX3" fmla="*/ 913698 w 913698"/>
              <a:gd name="connsiteY3" fmla="*/ 930148 h 930148"/>
              <a:gd name="connsiteX4" fmla="*/ 0 w 913698"/>
              <a:gd name="connsiteY4" fmla="*/ 930148 h 930148"/>
              <a:gd name="connsiteX5" fmla="*/ 159574 w 913698"/>
              <a:gd name="connsiteY5" fmla="*/ 823312 h 930148"/>
              <a:gd name="connsiteX6" fmla="*/ 501632 w 913698"/>
              <a:gd name="connsiteY6" fmla="*/ 535279 h 930148"/>
              <a:gd name="connsiteX7" fmla="*/ 818568 w 913698"/>
              <a:gd name="connsiteY7" fmla="*/ 156094 h 930148"/>
              <a:gd name="connsiteX8" fmla="*/ 909692 w 913698"/>
              <a:gd name="connsiteY8" fmla="*/ 0 h 93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3698" h="930148">
                <a:moveTo>
                  <a:pt x="909692" y="0"/>
                </a:moveTo>
                <a:cubicBezTo>
                  <a:pt x="910560" y="2"/>
                  <a:pt x="911388" y="1624"/>
                  <a:pt x="912174" y="4765"/>
                </a:cubicBezTo>
                <a:lnTo>
                  <a:pt x="913698" y="14199"/>
                </a:lnTo>
                <a:lnTo>
                  <a:pt x="913698" y="930148"/>
                </a:lnTo>
                <a:lnTo>
                  <a:pt x="0" y="930148"/>
                </a:lnTo>
                <a:lnTo>
                  <a:pt x="159574" y="823312"/>
                </a:lnTo>
                <a:cubicBezTo>
                  <a:pt x="280354" y="736147"/>
                  <a:pt x="394916" y="640286"/>
                  <a:pt x="501632" y="535279"/>
                </a:cubicBezTo>
                <a:cubicBezTo>
                  <a:pt x="619036" y="419776"/>
                  <a:pt x="727508" y="293571"/>
                  <a:pt x="818568" y="156094"/>
                </a:cubicBezTo>
                <a:cubicBezTo>
                  <a:pt x="826422" y="144253"/>
                  <a:pt x="899560" y="0"/>
                  <a:pt x="90969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latin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AB1F629-99B0-4E11-954F-8EE0C9A08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25" y="1724"/>
            <a:ext cx="11554036" cy="2046103"/>
            <a:chOff x="14243849" y="0"/>
            <a:chExt cx="11512996" cy="2046103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064078C-4E4A-4FC1-9FF5-07AE52690BA4}"/>
                </a:ext>
              </a:extLst>
            </p:cNvPr>
            <p:cNvSpPr/>
            <p:nvPr userDrawn="1"/>
          </p:nvSpPr>
          <p:spPr>
            <a:xfrm>
              <a:off x="14243849" y="0"/>
              <a:ext cx="1656939" cy="640408"/>
            </a:xfrm>
            <a:custGeom>
              <a:avLst/>
              <a:gdLst>
                <a:gd name="connsiteX0" fmla="*/ 0 w 1656939"/>
                <a:gd name="connsiteY0" fmla="*/ 0 h 640408"/>
                <a:gd name="connsiteX1" fmla="*/ 1656939 w 1656939"/>
                <a:gd name="connsiteY1" fmla="*/ 0 h 640408"/>
                <a:gd name="connsiteX2" fmla="*/ 1515141 w 1656939"/>
                <a:gd name="connsiteY2" fmla="*/ 6484 h 640408"/>
                <a:gd name="connsiteX3" fmla="*/ 268115 w 1656939"/>
                <a:gd name="connsiteY3" fmla="*/ 423322 h 640408"/>
                <a:gd name="connsiteX4" fmla="*/ 3499 w 1656939"/>
                <a:gd name="connsiteY4" fmla="*/ 631475 h 640408"/>
                <a:gd name="connsiteX5" fmla="*/ 0 w 1656939"/>
                <a:gd name="connsiteY5" fmla="*/ 640408 h 640408"/>
                <a:gd name="connsiteX6" fmla="*/ 0 w 1656939"/>
                <a:gd name="connsiteY6" fmla="*/ 570268 h 640408"/>
                <a:gd name="connsiteX7" fmla="*/ 0 w 1656939"/>
                <a:gd name="connsiteY7" fmla="*/ 184986 h 640408"/>
                <a:gd name="connsiteX8" fmla="*/ 0 w 1656939"/>
                <a:gd name="connsiteY8" fmla="*/ 0 h 64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6939" h="640408">
                  <a:moveTo>
                    <a:pt x="0" y="0"/>
                  </a:moveTo>
                  <a:lnTo>
                    <a:pt x="1656939" y="0"/>
                  </a:lnTo>
                  <a:lnTo>
                    <a:pt x="1515141" y="6484"/>
                  </a:lnTo>
                  <a:cubicBezTo>
                    <a:pt x="1070780" y="37853"/>
                    <a:pt x="639669" y="159293"/>
                    <a:pt x="268115" y="423322"/>
                  </a:cubicBezTo>
                  <a:cubicBezTo>
                    <a:pt x="227556" y="452135"/>
                    <a:pt x="47804" y="565016"/>
                    <a:pt x="3499" y="631475"/>
                  </a:cubicBezTo>
                  <a:lnTo>
                    <a:pt x="0" y="640408"/>
                  </a:lnTo>
                  <a:lnTo>
                    <a:pt x="0" y="570268"/>
                  </a:lnTo>
                  <a:cubicBezTo>
                    <a:pt x="0" y="465183"/>
                    <a:pt x="0" y="325083"/>
                    <a:pt x="0" y="1849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D8CDCC6-C151-4985-8FD8-279FAAA15EEA}"/>
                </a:ext>
              </a:extLst>
            </p:cNvPr>
            <p:cNvSpPr/>
            <p:nvPr userDrawn="1"/>
          </p:nvSpPr>
          <p:spPr>
            <a:xfrm>
              <a:off x="16109334" y="0"/>
              <a:ext cx="9647511" cy="2046103"/>
            </a:xfrm>
            <a:custGeom>
              <a:avLst/>
              <a:gdLst>
                <a:gd name="connsiteX0" fmla="*/ 0 w 9647511"/>
                <a:gd name="connsiteY0" fmla="*/ 0 h 2046103"/>
                <a:gd name="connsiteX1" fmla="*/ 9647511 w 9647511"/>
                <a:gd name="connsiteY1" fmla="*/ 0 h 2046103"/>
                <a:gd name="connsiteX2" fmla="*/ 9594799 w 9647511"/>
                <a:gd name="connsiteY2" fmla="*/ 91306 h 2046103"/>
                <a:gd name="connsiteX3" fmla="*/ 9430079 w 9647511"/>
                <a:gd name="connsiteY3" fmla="*/ 338911 h 2046103"/>
                <a:gd name="connsiteX4" fmla="*/ 8099387 w 9647511"/>
                <a:gd name="connsiteY4" fmla="*/ 1580000 h 2046103"/>
                <a:gd name="connsiteX5" fmla="*/ 5725809 w 9647511"/>
                <a:gd name="connsiteY5" fmla="*/ 2002055 h 2046103"/>
                <a:gd name="connsiteX6" fmla="*/ 3925443 w 9647511"/>
                <a:gd name="connsiteY6" fmla="*/ 1385215 h 2046103"/>
                <a:gd name="connsiteX7" fmla="*/ 3336717 w 9647511"/>
                <a:gd name="connsiteY7" fmla="*/ 1049408 h 2046103"/>
                <a:gd name="connsiteX8" fmla="*/ 976185 w 9647511"/>
                <a:gd name="connsiteY8" fmla="*/ 130068 h 2046103"/>
                <a:gd name="connsiteX9" fmla="*/ 320347 w 9647511"/>
                <a:gd name="connsiteY9" fmla="*/ 20418 h 2046103"/>
                <a:gd name="connsiteX10" fmla="*/ 0 w 9647511"/>
                <a:gd name="connsiteY10" fmla="*/ 0 h 204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47511" h="2046103">
                  <a:moveTo>
                    <a:pt x="0" y="0"/>
                  </a:moveTo>
                  <a:lnTo>
                    <a:pt x="9647511" y="0"/>
                  </a:lnTo>
                  <a:lnTo>
                    <a:pt x="9594799" y="91306"/>
                  </a:lnTo>
                  <a:cubicBezTo>
                    <a:pt x="9542431" y="175519"/>
                    <a:pt x="9487387" y="258078"/>
                    <a:pt x="9430079" y="338911"/>
                  </a:cubicBezTo>
                  <a:cubicBezTo>
                    <a:pt x="9077111" y="836639"/>
                    <a:pt x="8629663" y="1274018"/>
                    <a:pt x="8099387" y="1580000"/>
                  </a:cubicBezTo>
                  <a:cubicBezTo>
                    <a:pt x="7379455" y="1995470"/>
                    <a:pt x="6544147" y="2124081"/>
                    <a:pt x="5725809" y="2002055"/>
                  </a:cubicBezTo>
                  <a:cubicBezTo>
                    <a:pt x="5106055" y="1909666"/>
                    <a:pt x="4465407" y="1707472"/>
                    <a:pt x="3925443" y="1385215"/>
                  </a:cubicBezTo>
                  <a:cubicBezTo>
                    <a:pt x="3731291" y="1269332"/>
                    <a:pt x="3536443" y="1155602"/>
                    <a:pt x="3336717" y="1049408"/>
                  </a:cubicBezTo>
                  <a:cubicBezTo>
                    <a:pt x="2591899" y="653252"/>
                    <a:pt x="1800981" y="317064"/>
                    <a:pt x="976185" y="130068"/>
                  </a:cubicBezTo>
                  <a:cubicBezTo>
                    <a:pt x="763907" y="81942"/>
                    <a:pt x="543365" y="43203"/>
                    <a:pt x="320347" y="204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39D4B55-8F08-49F6-B88D-E2F791399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hidden">
          <a:xfrm rot="10800000" flipV="1">
            <a:off x="-2326" y="5137560"/>
            <a:ext cx="7397424" cy="1730923"/>
            <a:chOff x="7189154" y="5703043"/>
            <a:chExt cx="5011877" cy="117272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7929BB2-A3F1-448F-B606-B68C84151701}"/>
                </a:ext>
              </a:extLst>
            </p:cNvPr>
            <p:cNvSpPr/>
            <p:nvPr userDrawn="1"/>
          </p:nvSpPr>
          <p:spPr bwMode="hidden">
            <a:xfrm rot="10800000" flipH="1">
              <a:off x="7189154" y="5703043"/>
              <a:ext cx="5002845" cy="1172729"/>
            </a:xfrm>
            <a:custGeom>
              <a:avLst/>
              <a:gdLst>
                <a:gd name="connsiteX0" fmla="*/ 0 w 5002845"/>
                <a:gd name="connsiteY0" fmla="*/ 20203 h 1172729"/>
                <a:gd name="connsiteX1" fmla="*/ 9377 w 5002845"/>
                <a:gd name="connsiteY1" fmla="*/ 4178 h 1172729"/>
                <a:gd name="connsiteX2" fmla="*/ 14734 w 5002845"/>
                <a:gd name="connsiteY2" fmla="*/ 53 h 1172729"/>
                <a:gd name="connsiteX3" fmla="*/ 0 w 5002845"/>
                <a:gd name="connsiteY3" fmla="*/ 0 h 1172729"/>
                <a:gd name="connsiteX4" fmla="*/ 0 w 5002845"/>
                <a:gd name="connsiteY4" fmla="*/ 14286 h 1172729"/>
                <a:gd name="connsiteX5" fmla="*/ 0 w 5002845"/>
                <a:gd name="connsiteY5" fmla="*/ 20203 h 1172729"/>
                <a:gd name="connsiteX6" fmla="*/ 4446507 w 5002845"/>
                <a:gd name="connsiteY6" fmla="*/ 1172693 h 1172729"/>
                <a:gd name="connsiteX7" fmla="*/ 4616280 w 5002845"/>
                <a:gd name="connsiteY7" fmla="*/ 1167226 h 1172729"/>
                <a:gd name="connsiteX8" fmla="*/ 4817782 w 5002845"/>
                <a:gd name="connsiteY8" fmla="*/ 1142862 h 1172729"/>
                <a:gd name="connsiteX9" fmla="*/ 5002845 w 5002845"/>
                <a:gd name="connsiteY9" fmla="*/ 1100624 h 1172729"/>
                <a:gd name="connsiteX10" fmla="*/ 5002845 w 5002845"/>
                <a:gd name="connsiteY10" fmla="*/ 17770 h 1172729"/>
                <a:gd name="connsiteX11" fmla="*/ 1721151 w 5002845"/>
                <a:gd name="connsiteY11" fmla="*/ 6114 h 1172729"/>
                <a:gd name="connsiteX12" fmla="*/ 1724440 w 5002845"/>
                <a:gd name="connsiteY12" fmla="*/ 7563 h 1172729"/>
                <a:gd name="connsiteX13" fmla="*/ 1883292 w 5002845"/>
                <a:gd name="connsiteY13" fmla="*/ 88875 h 1172729"/>
                <a:gd name="connsiteX14" fmla="*/ 2303053 w 5002845"/>
                <a:gd name="connsiteY14" fmla="*/ 358812 h 1172729"/>
                <a:gd name="connsiteX15" fmla="*/ 2856285 w 5002845"/>
                <a:gd name="connsiteY15" fmla="*/ 707733 h 1172729"/>
                <a:gd name="connsiteX16" fmla="*/ 3293483 w 5002845"/>
                <a:gd name="connsiteY16" fmla="*/ 915446 h 1172729"/>
                <a:gd name="connsiteX17" fmla="*/ 4446507 w 5002845"/>
                <a:gd name="connsiteY17" fmla="*/ 1172693 h 117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02845" h="1172729">
                  <a:moveTo>
                    <a:pt x="0" y="20203"/>
                  </a:moveTo>
                  <a:cubicBezTo>
                    <a:pt x="0" y="15560"/>
                    <a:pt x="3386" y="10138"/>
                    <a:pt x="9377" y="4178"/>
                  </a:cubicBezTo>
                  <a:lnTo>
                    <a:pt x="14734" y="53"/>
                  </a:lnTo>
                  <a:lnTo>
                    <a:pt x="0" y="0"/>
                  </a:lnTo>
                  <a:lnTo>
                    <a:pt x="0" y="14286"/>
                  </a:lnTo>
                  <a:cubicBezTo>
                    <a:pt x="0" y="18141"/>
                    <a:pt x="0" y="20199"/>
                    <a:pt x="0" y="20203"/>
                  </a:cubicBezTo>
                  <a:close/>
                  <a:moveTo>
                    <a:pt x="4446507" y="1172693"/>
                  </a:moveTo>
                  <a:cubicBezTo>
                    <a:pt x="4503053" y="1173010"/>
                    <a:pt x="4559667" y="1171242"/>
                    <a:pt x="4616280" y="1167226"/>
                  </a:cubicBezTo>
                  <a:cubicBezTo>
                    <a:pt x="4683684" y="1162449"/>
                    <a:pt x="4751019" y="1154393"/>
                    <a:pt x="4817782" y="1142862"/>
                  </a:cubicBezTo>
                  <a:lnTo>
                    <a:pt x="5002845" y="1100624"/>
                  </a:lnTo>
                  <a:lnTo>
                    <a:pt x="5002845" y="17770"/>
                  </a:lnTo>
                  <a:lnTo>
                    <a:pt x="1721151" y="6114"/>
                  </a:lnTo>
                  <a:lnTo>
                    <a:pt x="1724440" y="7563"/>
                  </a:lnTo>
                  <a:cubicBezTo>
                    <a:pt x="1778427" y="33333"/>
                    <a:pt x="1831436" y="60556"/>
                    <a:pt x="1883292" y="88875"/>
                  </a:cubicBezTo>
                  <a:cubicBezTo>
                    <a:pt x="2029319" y="168602"/>
                    <a:pt x="2169847" y="258730"/>
                    <a:pt x="2303053" y="358812"/>
                  </a:cubicBezTo>
                  <a:cubicBezTo>
                    <a:pt x="2481867" y="493127"/>
                    <a:pt x="2659092" y="602213"/>
                    <a:pt x="2856285" y="707733"/>
                  </a:cubicBezTo>
                  <a:cubicBezTo>
                    <a:pt x="2998635" y="783895"/>
                    <a:pt x="3144339" y="853875"/>
                    <a:pt x="3293483" y="915446"/>
                  </a:cubicBezTo>
                  <a:cubicBezTo>
                    <a:pt x="3658226" y="1066123"/>
                    <a:pt x="4050684" y="1170479"/>
                    <a:pt x="4446507" y="117269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CE1CDEE-0FC5-4622-970D-F3071080EA25}"/>
                </a:ext>
              </a:extLst>
            </p:cNvPr>
            <p:cNvSpPr/>
            <p:nvPr userDrawn="1"/>
          </p:nvSpPr>
          <p:spPr bwMode="hidden">
            <a:xfrm rot="5400000">
              <a:off x="10434804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rgbClr val="5D4C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7DC24D-2FF7-4500-8465-B347DD08C9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387" y="1782231"/>
            <a:ext cx="10356549" cy="2306623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8FA7EB2-6D9E-4BCB-A5B4-963B9C0D97F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23387" y="4205237"/>
            <a:ext cx="10363200" cy="535339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lang="en-US" sz="1800" b="1" kern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6EDA5D6-B92D-4BC4-BC7E-16FABED6A5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3387" y="4819627"/>
            <a:ext cx="4570729" cy="1346200"/>
          </a:xfrm>
        </p:spPr>
        <p:txBody>
          <a:bodyPr anchor="b"/>
          <a:lstStyle>
            <a:lvl1pPr>
              <a:defRPr sz="16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 sz="1200">
                <a:solidFill>
                  <a:schemeClr val="bg1"/>
                </a:solidFill>
              </a:defRPr>
            </a:lvl2pPr>
            <a:lvl3pPr marL="0" indent="0">
              <a:buFont typeface="Montserrat" panose="00000500000000000000" pitchFamily="2" charset="0"/>
              <a:buNone/>
              <a:defRPr sz="1000" b="0" i="1">
                <a:solidFill>
                  <a:schemeClr val="bg1"/>
                </a:solidFill>
              </a:defRPr>
            </a:lvl3pPr>
            <a:lvl4pPr marL="0" indent="0">
              <a:buFont typeface="Montserrat" panose="00000500000000000000" pitchFamily="2" charset="0"/>
              <a:buChar char="​"/>
              <a:defRPr sz="1000" b="0" i="1">
                <a:solidFill>
                  <a:schemeClr val="bg1"/>
                </a:solidFill>
              </a:defRPr>
            </a:lvl4pPr>
            <a:lvl5pPr marL="0" indent="0">
              <a:buFont typeface="Montserrat" panose="00000500000000000000" pitchFamily="2" charset="0"/>
              <a:buChar char="​"/>
              <a:defRPr sz="1000" b="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author information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C4AAF6E-B346-42C2-9D6A-3C63CEBBEB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357360" y="5233294"/>
            <a:ext cx="1920240" cy="93014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logo</a:t>
            </a:r>
          </a:p>
        </p:txBody>
      </p:sp>
    </p:spTree>
    <p:extLst>
      <p:ext uri="{BB962C8B-B14F-4D97-AF65-F5344CB8AC3E}">
        <p14:creationId xmlns:p14="http://schemas.microsoft.com/office/powerpoint/2010/main" val="86163905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6B24BF7-A806-4143-B14C-F7122C6EF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327" y="-2012"/>
            <a:ext cx="12194326" cy="3201488"/>
          </a:xfrm>
          <a:custGeom>
            <a:avLst/>
            <a:gdLst>
              <a:gd name="connsiteX0" fmla="*/ 1662846 w 12194326"/>
              <a:gd name="connsiteY0" fmla="*/ 0 h 3201488"/>
              <a:gd name="connsiteX1" fmla="*/ 1872135 w 12194326"/>
              <a:gd name="connsiteY1" fmla="*/ 0 h 3201488"/>
              <a:gd name="connsiteX2" fmla="*/ 1899280 w 12194326"/>
              <a:gd name="connsiteY2" fmla="*/ 1724 h 3201488"/>
              <a:gd name="connsiteX3" fmla="*/ 11553037 w 12194326"/>
              <a:gd name="connsiteY3" fmla="*/ 1724 h 3201488"/>
              <a:gd name="connsiteX4" fmla="*/ 11554036 w 12194326"/>
              <a:gd name="connsiteY4" fmla="*/ 0 h 3201488"/>
              <a:gd name="connsiteX5" fmla="*/ 12194326 w 12194326"/>
              <a:gd name="connsiteY5" fmla="*/ 0 h 3201488"/>
              <a:gd name="connsiteX6" fmla="*/ 12194238 w 12194326"/>
              <a:gd name="connsiteY6" fmla="*/ 37442 h 3201488"/>
              <a:gd name="connsiteX7" fmla="*/ 12188859 w 12194326"/>
              <a:gd name="connsiteY7" fmla="*/ 2302781 h 3201488"/>
              <a:gd name="connsiteX8" fmla="*/ 12188859 w 12194326"/>
              <a:gd name="connsiteY8" fmla="*/ 2303161 h 3201488"/>
              <a:gd name="connsiteX9" fmla="*/ 12056165 w 12194326"/>
              <a:gd name="connsiteY9" fmla="*/ 2425313 h 3201488"/>
              <a:gd name="connsiteX10" fmla="*/ 11647985 w 12194326"/>
              <a:gd name="connsiteY10" fmla="*/ 2705649 h 3201488"/>
              <a:gd name="connsiteX11" fmla="*/ 9976561 w 12194326"/>
              <a:gd name="connsiteY11" fmla="*/ 3189762 h 3201488"/>
              <a:gd name="connsiteX12" fmla="*/ 7117772 w 12194326"/>
              <a:gd name="connsiteY12" fmla="*/ 2653217 h 3201488"/>
              <a:gd name="connsiteX13" fmla="*/ 6172914 w 12194326"/>
              <a:gd name="connsiteY13" fmla="*/ 2210581 h 3201488"/>
              <a:gd name="connsiteX14" fmla="*/ 4977287 w 12194326"/>
              <a:gd name="connsiteY14" fmla="*/ 1467030 h 3201488"/>
              <a:gd name="connsiteX15" fmla="*/ 4070113 w 12194326"/>
              <a:gd name="connsiteY15" fmla="*/ 891794 h 3201488"/>
              <a:gd name="connsiteX16" fmla="*/ 1093884 w 12194326"/>
              <a:gd name="connsiteY16" fmla="*/ 281793 h 3201488"/>
              <a:gd name="connsiteX17" fmla="*/ 541190 w 12194326"/>
              <a:gd name="connsiteY17" fmla="*/ 450615 h 3201488"/>
              <a:gd name="connsiteX18" fmla="*/ 0 w 12194326"/>
              <a:gd name="connsiteY18" fmla="*/ 745452 h 3201488"/>
              <a:gd name="connsiteX19" fmla="*/ 0 w 12194326"/>
              <a:gd name="connsiteY19" fmla="*/ 641968 h 3201488"/>
              <a:gd name="connsiteX20" fmla="*/ 0 w 12194326"/>
              <a:gd name="connsiteY20" fmla="*/ 640408 h 3201488"/>
              <a:gd name="connsiteX21" fmla="*/ 1 w 12194326"/>
              <a:gd name="connsiteY21" fmla="*/ 640405 h 3201488"/>
              <a:gd name="connsiteX22" fmla="*/ 1 w 12194326"/>
              <a:gd name="connsiteY22" fmla="*/ 571992 h 3201488"/>
              <a:gd name="connsiteX23" fmla="*/ 1 w 12194326"/>
              <a:gd name="connsiteY23" fmla="*/ 186710 h 3201488"/>
              <a:gd name="connsiteX24" fmla="*/ 1 w 12194326"/>
              <a:gd name="connsiteY24" fmla="*/ 1724 h 3201488"/>
              <a:gd name="connsiteX25" fmla="*/ 1625009 w 12194326"/>
              <a:gd name="connsiteY25" fmla="*/ 1724 h 320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4326" h="3201488">
                <a:moveTo>
                  <a:pt x="1662846" y="0"/>
                </a:moveTo>
                <a:lnTo>
                  <a:pt x="1872135" y="0"/>
                </a:lnTo>
                <a:lnTo>
                  <a:pt x="1899280" y="1724"/>
                </a:lnTo>
                <a:lnTo>
                  <a:pt x="11553037" y="1724"/>
                </a:lnTo>
                <a:lnTo>
                  <a:pt x="11554036" y="0"/>
                </a:lnTo>
                <a:lnTo>
                  <a:pt x="12194326" y="0"/>
                </a:lnTo>
                <a:lnTo>
                  <a:pt x="12194238" y="37442"/>
                </a:lnTo>
                <a:cubicBezTo>
                  <a:pt x="12192479" y="781281"/>
                  <a:pt x="12188951" y="2272718"/>
                  <a:pt x="12188859" y="2302781"/>
                </a:cubicBezTo>
                <a:cubicBezTo>
                  <a:pt x="12188859" y="2302908"/>
                  <a:pt x="12188859" y="2303035"/>
                  <a:pt x="12188859" y="2303161"/>
                </a:cubicBezTo>
                <a:cubicBezTo>
                  <a:pt x="12187777" y="2333683"/>
                  <a:pt x="12076120" y="2408659"/>
                  <a:pt x="12056165" y="2425313"/>
                </a:cubicBezTo>
                <a:cubicBezTo>
                  <a:pt x="11929445" y="2531128"/>
                  <a:pt x="11791290" y="2623645"/>
                  <a:pt x="11647985" y="2705649"/>
                </a:cubicBezTo>
                <a:cubicBezTo>
                  <a:pt x="11139523" y="2996497"/>
                  <a:pt x="10559248" y="3149045"/>
                  <a:pt x="9976561" y="3189762"/>
                </a:cubicBezTo>
                <a:cubicBezTo>
                  <a:pt x="8997766" y="3258215"/>
                  <a:pt x="8018654" y="3020180"/>
                  <a:pt x="7117772" y="2653217"/>
                </a:cubicBezTo>
                <a:cubicBezTo>
                  <a:pt x="6795446" y="2522009"/>
                  <a:pt x="6480557" y="2372881"/>
                  <a:pt x="6172914" y="2210581"/>
                </a:cubicBezTo>
                <a:cubicBezTo>
                  <a:pt x="5746749" y="1985717"/>
                  <a:pt x="5363732" y="1753255"/>
                  <a:pt x="4977287" y="1467030"/>
                </a:cubicBezTo>
                <a:cubicBezTo>
                  <a:pt x="4689405" y="1253754"/>
                  <a:pt x="4385702" y="1061692"/>
                  <a:pt x="4070113" y="891794"/>
                </a:cubicBezTo>
                <a:cubicBezTo>
                  <a:pt x="3173553" y="409011"/>
                  <a:pt x="2117608" y="75673"/>
                  <a:pt x="1093884" y="281793"/>
                </a:cubicBezTo>
                <a:cubicBezTo>
                  <a:pt x="904696" y="319914"/>
                  <a:pt x="719257" y="376335"/>
                  <a:pt x="541190" y="450615"/>
                </a:cubicBezTo>
                <a:cubicBezTo>
                  <a:pt x="468299" y="481010"/>
                  <a:pt x="0" y="666296"/>
                  <a:pt x="0" y="745452"/>
                </a:cubicBezTo>
                <a:cubicBezTo>
                  <a:pt x="0" y="745428"/>
                  <a:pt x="0" y="706009"/>
                  <a:pt x="0" y="641968"/>
                </a:cubicBezTo>
                <a:lnTo>
                  <a:pt x="0" y="640408"/>
                </a:lnTo>
                <a:lnTo>
                  <a:pt x="1" y="640405"/>
                </a:lnTo>
                <a:lnTo>
                  <a:pt x="1" y="571992"/>
                </a:lnTo>
                <a:cubicBezTo>
                  <a:pt x="1" y="466907"/>
                  <a:pt x="1" y="326807"/>
                  <a:pt x="1" y="186710"/>
                </a:cubicBezTo>
                <a:lnTo>
                  <a:pt x="1" y="1724"/>
                </a:lnTo>
                <a:lnTo>
                  <a:pt x="1625009" y="1724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latin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85ACFCD-FA6B-4253-8BA9-6E0048459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25" y="1724"/>
            <a:ext cx="11554036" cy="2046103"/>
            <a:chOff x="14243849" y="0"/>
            <a:chExt cx="11512996" cy="204610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10B9844-2D9F-43F0-9393-6B38FE0D084E}"/>
                </a:ext>
              </a:extLst>
            </p:cNvPr>
            <p:cNvSpPr/>
            <p:nvPr userDrawn="1"/>
          </p:nvSpPr>
          <p:spPr>
            <a:xfrm>
              <a:off x="14243849" y="0"/>
              <a:ext cx="1656939" cy="640408"/>
            </a:xfrm>
            <a:custGeom>
              <a:avLst/>
              <a:gdLst>
                <a:gd name="connsiteX0" fmla="*/ 0 w 1656939"/>
                <a:gd name="connsiteY0" fmla="*/ 0 h 640408"/>
                <a:gd name="connsiteX1" fmla="*/ 1656939 w 1656939"/>
                <a:gd name="connsiteY1" fmla="*/ 0 h 640408"/>
                <a:gd name="connsiteX2" fmla="*/ 1515141 w 1656939"/>
                <a:gd name="connsiteY2" fmla="*/ 6484 h 640408"/>
                <a:gd name="connsiteX3" fmla="*/ 268115 w 1656939"/>
                <a:gd name="connsiteY3" fmla="*/ 423322 h 640408"/>
                <a:gd name="connsiteX4" fmla="*/ 3499 w 1656939"/>
                <a:gd name="connsiteY4" fmla="*/ 631475 h 640408"/>
                <a:gd name="connsiteX5" fmla="*/ 0 w 1656939"/>
                <a:gd name="connsiteY5" fmla="*/ 640408 h 640408"/>
                <a:gd name="connsiteX6" fmla="*/ 0 w 1656939"/>
                <a:gd name="connsiteY6" fmla="*/ 570268 h 640408"/>
                <a:gd name="connsiteX7" fmla="*/ 0 w 1656939"/>
                <a:gd name="connsiteY7" fmla="*/ 184986 h 640408"/>
                <a:gd name="connsiteX8" fmla="*/ 0 w 1656939"/>
                <a:gd name="connsiteY8" fmla="*/ 0 h 640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6939" h="640408">
                  <a:moveTo>
                    <a:pt x="0" y="0"/>
                  </a:moveTo>
                  <a:lnTo>
                    <a:pt x="1656939" y="0"/>
                  </a:lnTo>
                  <a:lnTo>
                    <a:pt x="1515141" y="6484"/>
                  </a:lnTo>
                  <a:cubicBezTo>
                    <a:pt x="1070780" y="37853"/>
                    <a:pt x="639669" y="159293"/>
                    <a:pt x="268115" y="423322"/>
                  </a:cubicBezTo>
                  <a:cubicBezTo>
                    <a:pt x="227556" y="452135"/>
                    <a:pt x="47804" y="565016"/>
                    <a:pt x="3499" y="631475"/>
                  </a:cubicBezTo>
                  <a:lnTo>
                    <a:pt x="0" y="640408"/>
                  </a:lnTo>
                  <a:lnTo>
                    <a:pt x="0" y="570268"/>
                  </a:lnTo>
                  <a:cubicBezTo>
                    <a:pt x="0" y="465183"/>
                    <a:pt x="0" y="325083"/>
                    <a:pt x="0" y="1849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9257426-DB92-4496-AB6C-5F1B3E9468DD}"/>
                </a:ext>
              </a:extLst>
            </p:cNvPr>
            <p:cNvSpPr/>
            <p:nvPr userDrawn="1"/>
          </p:nvSpPr>
          <p:spPr>
            <a:xfrm>
              <a:off x="16109334" y="0"/>
              <a:ext cx="9647511" cy="2046103"/>
            </a:xfrm>
            <a:custGeom>
              <a:avLst/>
              <a:gdLst>
                <a:gd name="connsiteX0" fmla="*/ 0 w 9647511"/>
                <a:gd name="connsiteY0" fmla="*/ 0 h 2046103"/>
                <a:gd name="connsiteX1" fmla="*/ 9647511 w 9647511"/>
                <a:gd name="connsiteY1" fmla="*/ 0 h 2046103"/>
                <a:gd name="connsiteX2" fmla="*/ 9594799 w 9647511"/>
                <a:gd name="connsiteY2" fmla="*/ 91306 h 2046103"/>
                <a:gd name="connsiteX3" fmla="*/ 9430079 w 9647511"/>
                <a:gd name="connsiteY3" fmla="*/ 338911 h 2046103"/>
                <a:gd name="connsiteX4" fmla="*/ 8099387 w 9647511"/>
                <a:gd name="connsiteY4" fmla="*/ 1580000 h 2046103"/>
                <a:gd name="connsiteX5" fmla="*/ 5725809 w 9647511"/>
                <a:gd name="connsiteY5" fmla="*/ 2002055 h 2046103"/>
                <a:gd name="connsiteX6" fmla="*/ 3925443 w 9647511"/>
                <a:gd name="connsiteY6" fmla="*/ 1385215 h 2046103"/>
                <a:gd name="connsiteX7" fmla="*/ 3336717 w 9647511"/>
                <a:gd name="connsiteY7" fmla="*/ 1049408 h 2046103"/>
                <a:gd name="connsiteX8" fmla="*/ 976185 w 9647511"/>
                <a:gd name="connsiteY8" fmla="*/ 130068 h 2046103"/>
                <a:gd name="connsiteX9" fmla="*/ 320347 w 9647511"/>
                <a:gd name="connsiteY9" fmla="*/ 20418 h 2046103"/>
                <a:gd name="connsiteX10" fmla="*/ 0 w 9647511"/>
                <a:gd name="connsiteY10" fmla="*/ 0 h 204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47511" h="2046103">
                  <a:moveTo>
                    <a:pt x="0" y="0"/>
                  </a:moveTo>
                  <a:lnTo>
                    <a:pt x="9647511" y="0"/>
                  </a:lnTo>
                  <a:lnTo>
                    <a:pt x="9594799" y="91306"/>
                  </a:lnTo>
                  <a:cubicBezTo>
                    <a:pt x="9542431" y="175519"/>
                    <a:pt x="9487387" y="258078"/>
                    <a:pt x="9430079" y="338911"/>
                  </a:cubicBezTo>
                  <a:cubicBezTo>
                    <a:pt x="9077111" y="836639"/>
                    <a:pt x="8629663" y="1274018"/>
                    <a:pt x="8099387" y="1580000"/>
                  </a:cubicBezTo>
                  <a:cubicBezTo>
                    <a:pt x="7379455" y="1995470"/>
                    <a:pt x="6544147" y="2124081"/>
                    <a:pt x="5725809" y="2002055"/>
                  </a:cubicBezTo>
                  <a:cubicBezTo>
                    <a:pt x="5106055" y="1909666"/>
                    <a:pt x="4465407" y="1707472"/>
                    <a:pt x="3925443" y="1385215"/>
                  </a:cubicBezTo>
                  <a:cubicBezTo>
                    <a:pt x="3731291" y="1269332"/>
                    <a:pt x="3536443" y="1155602"/>
                    <a:pt x="3336717" y="1049408"/>
                  </a:cubicBezTo>
                  <a:cubicBezTo>
                    <a:pt x="2591899" y="653252"/>
                    <a:pt x="1800981" y="317064"/>
                    <a:pt x="976185" y="130068"/>
                  </a:cubicBezTo>
                  <a:cubicBezTo>
                    <a:pt x="763907" y="81942"/>
                    <a:pt x="543365" y="43203"/>
                    <a:pt x="320347" y="204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C0E0534-2B87-402B-8E6B-ED38B1F49C01}"/>
              </a:ext>
            </a:extLst>
          </p:cNvPr>
          <p:cNvSpPr txBox="1"/>
          <p:nvPr userDrawn="1"/>
        </p:nvSpPr>
        <p:spPr>
          <a:xfrm>
            <a:off x="2831645" y="2610506"/>
            <a:ext cx="6528711" cy="818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/>
            </a:pPr>
            <a:r>
              <a:rPr lang="en-US" sz="6600" b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Thank You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366D640-A2E4-41D1-8AA4-D7BB772CE4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39390" y="3629353"/>
            <a:ext cx="4513221" cy="818494"/>
          </a:xfrm>
        </p:spPr>
        <p:txBody>
          <a:bodyPr anchor="t">
            <a:noAutofit/>
          </a:bodyPr>
          <a:lstStyle>
            <a:lvl1pPr algn="ctr">
              <a:spcAft>
                <a:spcPts val="0"/>
              </a:spcAft>
              <a:defRPr sz="2000" b="1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  <a:lvl2pPr marL="0" indent="0" algn="ctr">
              <a:spcAft>
                <a:spcPts val="300"/>
              </a:spcAft>
              <a:buFont typeface="Arial" panose="020B0604020202020204" pitchFamily="34" charset="0"/>
              <a:buChar char="​"/>
              <a:defRPr sz="1400" b="0">
                <a:solidFill>
                  <a:schemeClr val="bg1"/>
                </a:solidFill>
              </a:defRPr>
            </a:lvl2pPr>
            <a:lvl3pPr>
              <a:spcAft>
                <a:spcPts val="300"/>
              </a:spcAft>
              <a:defRPr sz="1400" b="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contact information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A39B285-F5F3-4F7C-BC49-7143FF395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5870" y="5927852"/>
            <a:ext cx="956130" cy="930148"/>
          </a:xfrm>
          <a:custGeom>
            <a:avLst/>
            <a:gdLst>
              <a:gd name="connsiteX0" fmla="*/ 909692 w 913698"/>
              <a:gd name="connsiteY0" fmla="*/ 0 h 930148"/>
              <a:gd name="connsiteX1" fmla="*/ 912174 w 913698"/>
              <a:gd name="connsiteY1" fmla="*/ 4765 h 930148"/>
              <a:gd name="connsiteX2" fmla="*/ 913698 w 913698"/>
              <a:gd name="connsiteY2" fmla="*/ 14199 h 930148"/>
              <a:gd name="connsiteX3" fmla="*/ 913698 w 913698"/>
              <a:gd name="connsiteY3" fmla="*/ 930148 h 930148"/>
              <a:gd name="connsiteX4" fmla="*/ 0 w 913698"/>
              <a:gd name="connsiteY4" fmla="*/ 930148 h 930148"/>
              <a:gd name="connsiteX5" fmla="*/ 159574 w 913698"/>
              <a:gd name="connsiteY5" fmla="*/ 823312 h 930148"/>
              <a:gd name="connsiteX6" fmla="*/ 501632 w 913698"/>
              <a:gd name="connsiteY6" fmla="*/ 535279 h 930148"/>
              <a:gd name="connsiteX7" fmla="*/ 818568 w 913698"/>
              <a:gd name="connsiteY7" fmla="*/ 156094 h 930148"/>
              <a:gd name="connsiteX8" fmla="*/ 909692 w 913698"/>
              <a:gd name="connsiteY8" fmla="*/ 0 h 93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3698" h="930148">
                <a:moveTo>
                  <a:pt x="909692" y="0"/>
                </a:moveTo>
                <a:cubicBezTo>
                  <a:pt x="910560" y="2"/>
                  <a:pt x="911388" y="1624"/>
                  <a:pt x="912174" y="4765"/>
                </a:cubicBezTo>
                <a:lnTo>
                  <a:pt x="913698" y="14199"/>
                </a:lnTo>
                <a:lnTo>
                  <a:pt x="913698" y="930148"/>
                </a:lnTo>
                <a:lnTo>
                  <a:pt x="0" y="930148"/>
                </a:lnTo>
                <a:lnTo>
                  <a:pt x="159574" y="823312"/>
                </a:lnTo>
                <a:cubicBezTo>
                  <a:pt x="280354" y="736147"/>
                  <a:pt x="394916" y="640286"/>
                  <a:pt x="501632" y="535279"/>
                </a:cubicBezTo>
                <a:cubicBezTo>
                  <a:pt x="619036" y="419776"/>
                  <a:pt x="727508" y="293571"/>
                  <a:pt x="818568" y="156094"/>
                </a:cubicBezTo>
                <a:cubicBezTo>
                  <a:pt x="826422" y="144253"/>
                  <a:pt x="899560" y="0"/>
                  <a:pt x="909692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200">
              <a:latin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3D8B0D-63D3-479D-AF89-FC25E38D1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V="1">
            <a:off x="-2326" y="5137560"/>
            <a:ext cx="7397424" cy="1730923"/>
            <a:chOff x="7189154" y="5703043"/>
            <a:chExt cx="5011877" cy="117272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50F6CE5-8876-4DF5-8519-EE0306E7468F}"/>
                </a:ext>
              </a:extLst>
            </p:cNvPr>
            <p:cNvSpPr/>
            <p:nvPr userDrawn="1"/>
          </p:nvSpPr>
          <p:spPr>
            <a:xfrm rot="10800000" flipH="1">
              <a:off x="7189154" y="5703043"/>
              <a:ext cx="5002845" cy="1172729"/>
            </a:xfrm>
            <a:custGeom>
              <a:avLst/>
              <a:gdLst>
                <a:gd name="connsiteX0" fmla="*/ 0 w 5002845"/>
                <a:gd name="connsiteY0" fmla="*/ 20203 h 1172729"/>
                <a:gd name="connsiteX1" fmla="*/ 9377 w 5002845"/>
                <a:gd name="connsiteY1" fmla="*/ 4178 h 1172729"/>
                <a:gd name="connsiteX2" fmla="*/ 14734 w 5002845"/>
                <a:gd name="connsiteY2" fmla="*/ 53 h 1172729"/>
                <a:gd name="connsiteX3" fmla="*/ 0 w 5002845"/>
                <a:gd name="connsiteY3" fmla="*/ 0 h 1172729"/>
                <a:gd name="connsiteX4" fmla="*/ 0 w 5002845"/>
                <a:gd name="connsiteY4" fmla="*/ 14286 h 1172729"/>
                <a:gd name="connsiteX5" fmla="*/ 0 w 5002845"/>
                <a:gd name="connsiteY5" fmla="*/ 20203 h 1172729"/>
                <a:gd name="connsiteX6" fmla="*/ 4446507 w 5002845"/>
                <a:gd name="connsiteY6" fmla="*/ 1172693 h 1172729"/>
                <a:gd name="connsiteX7" fmla="*/ 4616280 w 5002845"/>
                <a:gd name="connsiteY7" fmla="*/ 1167226 h 1172729"/>
                <a:gd name="connsiteX8" fmla="*/ 4817782 w 5002845"/>
                <a:gd name="connsiteY8" fmla="*/ 1142862 h 1172729"/>
                <a:gd name="connsiteX9" fmla="*/ 5002845 w 5002845"/>
                <a:gd name="connsiteY9" fmla="*/ 1100624 h 1172729"/>
                <a:gd name="connsiteX10" fmla="*/ 5002845 w 5002845"/>
                <a:gd name="connsiteY10" fmla="*/ 17770 h 1172729"/>
                <a:gd name="connsiteX11" fmla="*/ 1721151 w 5002845"/>
                <a:gd name="connsiteY11" fmla="*/ 6114 h 1172729"/>
                <a:gd name="connsiteX12" fmla="*/ 1724440 w 5002845"/>
                <a:gd name="connsiteY12" fmla="*/ 7563 h 1172729"/>
                <a:gd name="connsiteX13" fmla="*/ 1883292 w 5002845"/>
                <a:gd name="connsiteY13" fmla="*/ 88875 h 1172729"/>
                <a:gd name="connsiteX14" fmla="*/ 2303053 w 5002845"/>
                <a:gd name="connsiteY14" fmla="*/ 358812 h 1172729"/>
                <a:gd name="connsiteX15" fmla="*/ 2856285 w 5002845"/>
                <a:gd name="connsiteY15" fmla="*/ 707733 h 1172729"/>
                <a:gd name="connsiteX16" fmla="*/ 3293483 w 5002845"/>
                <a:gd name="connsiteY16" fmla="*/ 915446 h 1172729"/>
                <a:gd name="connsiteX17" fmla="*/ 4446507 w 5002845"/>
                <a:gd name="connsiteY17" fmla="*/ 1172693 h 117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002845" h="1172729">
                  <a:moveTo>
                    <a:pt x="0" y="20203"/>
                  </a:moveTo>
                  <a:cubicBezTo>
                    <a:pt x="0" y="15560"/>
                    <a:pt x="3386" y="10138"/>
                    <a:pt x="9377" y="4178"/>
                  </a:cubicBezTo>
                  <a:lnTo>
                    <a:pt x="14734" y="53"/>
                  </a:lnTo>
                  <a:lnTo>
                    <a:pt x="0" y="0"/>
                  </a:lnTo>
                  <a:lnTo>
                    <a:pt x="0" y="14286"/>
                  </a:lnTo>
                  <a:cubicBezTo>
                    <a:pt x="0" y="18141"/>
                    <a:pt x="0" y="20199"/>
                    <a:pt x="0" y="20203"/>
                  </a:cubicBezTo>
                  <a:close/>
                  <a:moveTo>
                    <a:pt x="4446507" y="1172693"/>
                  </a:moveTo>
                  <a:cubicBezTo>
                    <a:pt x="4503053" y="1173010"/>
                    <a:pt x="4559667" y="1171242"/>
                    <a:pt x="4616280" y="1167226"/>
                  </a:cubicBezTo>
                  <a:cubicBezTo>
                    <a:pt x="4683684" y="1162449"/>
                    <a:pt x="4751019" y="1154393"/>
                    <a:pt x="4817782" y="1142862"/>
                  </a:cubicBezTo>
                  <a:lnTo>
                    <a:pt x="5002845" y="1100624"/>
                  </a:lnTo>
                  <a:lnTo>
                    <a:pt x="5002845" y="17770"/>
                  </a:lnTo>
                  <a:lnTo>
                    <a:pt x="1721151" y="6114"/>
                  </a:lnTo>
                  <a:lnTo>
                    <a:pt x="1724440" y="7563"/>
                  </a:lnTo>
                  <a:cubicBezTo>
                    <a:pt x="1778427" y="33333"/>
                    <a:pt x="1831436" y="60556"/>
                    <a:pt x="1883292" y="88875"/>
                  </a:cubicBezTo>
                  <a:cubicBezTo>
                    <a:pt x="2029319" y="168602"/>
                    <a:pt x="2169847" y="258730"/>
                    <a:pt x="2303053" y="358812"/>
                  </a:cubicBezTo>
                  <a:cubicBezTo>
                    <a:pt x="2481867" y="493127"/>
                    <a:pt x="2659092" y="602213"/>
                    <a:pt x="2856285" y="707733"/>
                  </a:cubicBezTo>
                  <a:cubicBezTo>
                    <a:pt x="2998635" y="783895"/>
                    <a:pt x="3144339" y="853875"/>
                    <a:pt x="3293483" y="915446"/>
                  </a:cubicBezTo>
                  <a:cubicBezTo>
                    <a:pt x="3658226" y="1066123"/>
                    <a:pt x="4050684" y="1170479"/>
                    <a:pt x="4446507" y="1172693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D45CA-A1DF-4A66-9C59-C5481AC96074}"/>
                </a:ext>
              </a:extLst>
            </p:cNvPr>
            <p:cNvSpPr/>
            <p:nvPr userDrawn="1"/>
          </p:nvSpPr>
          <p:spPr>
            <a:xfrm rot="5400000">
              <a:off x="10434804" y="5102109"/>
              <a:ext cx="623113" cy="2909340"/>
            </a:xfrm>
            <a:custGeom>
              <a:avLst/>
              <a:gdLst>
                <a:gd name="connsiteX0" fmla="*/ 42 w 623113"/>
                <a:gd name="connsiteY0" fmla="*/ 1201248 h 2909340"/>
                <a:gd name="connsiteX1" fmla="*/ 218725 w 623113"/>
                <a:gd name="connsiteY1" fmla="*/ 384569 h 2909340"/>
                <a:gd name="connsiteX2" fmla="*/ 476181 w 623113"/>
                <a:gd name="connsiteY2" fmla="*/ 44732 h 2909340"/>
                <a:gd name="connsiteX3" fmla="*/ 523525 w 623113"/>
                <a:gd name="connsiteY3" fmla="*/ 0 h 2909340"/>
                <a:gd name="connsiteX4" fmla="*/ 612779 w 623113"/>
                <a:gd name="connsiteY4" fmla="*/ 0 h 2909340"/>
                <a:gd name="connsiteX5" fmla="*/ 623113 w 623113"/>
                <a:gd name="connsiteY5" fmla="*/ 2909340 h 2909340"/>
                <a:gd name="connsiteX6" fmla="*/ 601208 w 623113"/>
                <a:gd name="connsiteY6" fmla="*/ 2859496 h 2909340"/>
                <a:gd name="connsiteX7" fmla="*/ 467712 w 623113"/>
                <a:gd name="connsiteY7" fmla="*/ 2596172 h 2909340"/>
                <a:gd name="connsiteX8" fmla="*/ 310130 w 623113"/>
                <a:gd name="connsiteY8" fmla="*/ 2322791 h 2909340"/>
                <a:gd name="connsiteX9" fmla="*/ 20670 w 623113"/>
                <a:gd name="connsiteY9" fmla="*/ 1486769 h 2909340"/>
                <a:gd name="connsiteX10" fmla="*/ 42 w 623113"/>
                <a:gd name="connsiteY10" fmla="*/ 1201248 h 290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113" h="2909340">
                  <a:moveTo>
                    <a:pt x="42" y="1201248"/>
                  </a:moveTo>
                  <a:cubicBezTo>
                    <a:pt x="1998" y="916169"/>
                    <a:pt x="72501" y="635301"/>
                    <a:pt x="218725" y="384569"/>
                  </a:cubicBezTo>
                  <a:cubicBezTo>
                    <a:pt x="290518" y="261449"/>
                    <a:pt x="377726" y="147945"/>
                    <a:pt x="476181" y="44732"/>
                  </a:cubicBezTo>
                  <a:lnTo>
                    <a:pt x="523525" y="0"/>
                  </a:lnTo>
                  <a:lnTo>
                    <a:pt x="612779" y="0"/>
                  </a:lnTo>
                  <a:lnTo>
                    <a:pt x="623113" y="2909340"/>
                  </a:lnTo>
                  <a:lnTo>
                    <a:pt x="601208" y="2859496"/>
                  </a:lnTo>
                  <a:cubicBezTo>
                    <a:pt x="558904" y="2770443"/>
                    <a:pt x="514188" y="2682638"/>
                    <a:pt x="467712" y="2596172"/>
                  </a:cubicBezTo>
                  <a:cubicBezTo>
                    <a:pt x="417879" y="2503427"/>
                    <a:pt x="364510" y="2412947"/>
                    <a:pt x="310130" y="2322791"/>
                  </a:cubicBezTo>
                  <a:cubicBezTo>
                    <a:pt x="158907" y="2072052"/>
                    <a:pt x="64025" y="1774559"/>
                    <a:pt x="20670" y="1486769"/>
                  </a:cubicBezTo>
                  <a:cubicBezTo>
                    <a:pt x="6355" y="1391767"/>
                    <a:pt x="-610" y="1296274"/>
                    <a:pt x="42" y="1201248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>
                <a:spcAft>
                  <a:spcPts val="900"/>
                </a:spcAft>
                <a:buFont typeface="Arial" panose="020B0604020202020204" pitchFamily="34" charset="0"/>
                <a:buChar char="​"/>
              </a:pPr>
              <a:endParaRPr lang="en-US" sz="120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77561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rge Statement Te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5BF8DFF-635D-A491-B033-43D3C5A92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-590550"/>
            <a:ext cx="7461504" cy="53035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title to meet accessibility standards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2A87D98-D457-45CE-A256-B30C370CFC7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839893" y="324274"/>
            <a:ext cx="10512214" cy="2924593"/>
          </a:xfrm>
        </p:spPr>
        <p:txBody>
          <a:bodyPr anchor="b"/>
          <a:lstStyle>
            <a:lvl1pPr>
              <a:lnSpc>
                <a:spcPct val="100000"/>
              </a:lnSpc>
              <a:defRPr lang="en-US" sz="34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48C54-6EB6-43AA-938E-20DDD634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0793160" y="6365784"/>
            <a:ext cx="487680" cy="18333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0" algn="r" defTabSz="914400" rtl="0" eaLnBrk="1" latinLnBrk="0" hangingPunct="1"/>
            <a:fld id="{208997C6-AED8-4153-89E3-7FC682DCDBBA}" type="slidenum">
              <a:rPr lang="en-US" sz="1200" kern="120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rPr>
              <a:pPr marL="0" algn="r" defTabSz="914400" rtl="0" eaLnBrk="1" latinLnBrk="0" hangingPunct="1"/>
              <a:t>‹#›</a:t>
            </a:fld>
            <a:endParaRPr lang="en-US" sz="1200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B2A9EC-856C-1737-53CE-FBAB8A32CEA6}"/>
              </a:ext>
            </a:extLst>
          </p:cNvPr>
          <p:cNvSpPr/>
          <p:nvPr userDrawn="1"/>
        </p:nvSpPr>
        <p:spPr>
          <a:xfrm>
            <a:off x="0" y="3352800"/>
            <a:ext cx="12192000" cy="1257300"/>
          </a:xfrm>
          <a:prstGeom prst="rect">
            <a:avLst/>
          </a:prstGeom>
          <a:solidFill>
            <a:schemeClr val="accent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B4D629-5C94-6112-F634-789EC04F6ADB}"/>
              </a:ext>
            </a:extLst>
          </p:cNvPr>
          <p:cNvSpPr/>
          <p:nvPr userDrawn="1"/>
        </p:nvSpPr>
        <p:spPr>
          <a:xfrm>
            <a:off x="0" y="4714033"/>
            <a:ext cx="12192000" cy="231098"/>
          </a:xfrm>
          <a:prstGeom prst="rect">
            <a:avLst/>
          </a:prstGeom>
          <a:solidFill>
            <a:schemeClr val="accent1"/>
          </a:solidFill>
          <a:ln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>
              <a:spcAft>
                <a:spcPts val="900"/>
              </a:spcAft>
              <a:buFont typeface="Arial" panose="020B0604020202020204" pitchFamily="34" charset="0"/>
              <a:buChar char="​"/>
            </a:pPr>
            <a:endParaRPr lang="en-US" sz="1600" b="1" baseline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12764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nner Text Left (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3A3B2-28D5-0BEB-3D2D-2440675E8F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ACCC4F-0CEC-3A25-9669-351DBFCA0A93}"/>
              </a:ext>
            </a:extLst>
          </p:cNvPr>
          <p:cNvSpPr/>
          <p:nvPr userDrawn="1"/>
        </p:nvSpPr>
        <p:spPr>
          <a:xfrm>
            <a:off x="0" y="0"/>
            <a:ext cx="394815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0E13-0EEB-6279-C34D-B9BFA534F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463" y="504202"/>
            <a:ext cx="3495230" cy="1939896"/>
          </a:xfrm>
        </p:spPr>
        <p:txBody>
          <a:bodyPr/>
          <a:lstStyle>
            <a:lvl1pPr>
              <a:defRPr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1824C3-64D9-1F7D-BD78-4329A9E14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463" y="2722933"/>
            <a:ext cx="3495230" cy="3998542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655380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4471D-5685-83C7-444D-4267B6BAC5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2" y="316572"/>
            <a:ext cx="10515600" cy="5778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CEB16-ACEC-A379-C663-72254757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052424"/>
            <a:ext cx="10515600" cy="5305516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6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6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6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6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26" Type="http://schemas.openxmlformats.org/officeDocument/2006/relationships/slideLayout" Target="../slideLayouts/slideLayout94.xml"/><Relationship Id="rId39" Type="http://schemas.openxmlformats.org/officeDocument/2006/relationships/slideLayout" Target="../slideLayouts/slideLayout107.xml"/><Relationship Id="rId21" Type="http://schemas.openxmlformats.org/officeDocument/2006/relationships/slideLayout" Target="../slideLayouts/slideLayout89.xml"/><Relationship Id="rId34" Type="http://schemas.openxmlformats.org/officeDocument/2006/relationships/slideLayout" Target="../slideLayouts/slideLayout102.xml"/><Relationship Id="rId42" Type="http://schemas.openxmlformats.org/officeDocument/2006/relationships/slideLayout" Target="../slideLayouts/slideLayout110.xml"/><Relationship Id="rId47" Type="http://schemas.openxmlformats.org/officeDocument/2006/relationships/slideLayout" Target="../slideLayouts/slideLayout115.xml"/><Relationship Id="rId50" Type="http://schemas.openxmlformats.org/officeDocument/2006/relationships/slideLayout" Target="../slideLayouts/slideLayout118.xml"/><Relationship Id="rId55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9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100.xml"/><Relationship Id="rId37" Type="http://schemas.openxmlformats.org/officeDocument/2006/relationships/slideLayout" Target="../slideLayouts/slideLayout105.xml"/><Relationship Id="rId40" Type="http://schemas.openxmlformats.org/officeDocument/2006/relationships/slideLayout" Target="../slideLayouts/slideLayout108.xml"/><Relationship Id="rId45" Type="http://schemas.openxmlformats.org/officeDocument/2006/relationships/slideLayout" Target="../slideLayouts/slideLayout113.xml"/><Relationship Id="rId53" Type="http://schemas.openxmlformats.org/officeDocument/2006/relationships/slideLayout" Target="../slideLayouts/slideLayout121.xml"/><Relationship Id="rId58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Relationship Id="rId27" Type="http://schemas.openxmlformats.org/officeDocument/2006/relationships/slideLayout" Target="../slideLayouts/slideLayout95.xml"/><Relationship Id="rId30" Type="http://schemas.openxmlformats.org/officeDocument/2006/relationships/slideLayout" Target="../slideLayouts/slideLayout98.xml"/><Relationship Id="rId35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11.xml"/><Relationship Id="rId48" Type="http://schemas.openxmlformats.org/officeDocument/2006/relationships/slideLayout" Target="../slideLayouts/slideLayout116.xml"/><Relationship Id="rId56" Type="http://schemas.openxmlformats.org/officeDocument/2006/relationships/slideLayout" Target="../slideLayouts/slideLayout124.xml"/><Relationship Id="rId8" Type="http://schemas.openxmlformats.org/officeDocument/2006/relationships/slideLayout" Target="../slideLayouts/slideLayout76.xml"/><Relationship Id="rId51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93.xml"/><Relationship Id="rId33" Type="http://schemas.openxmlformats.org/officeDocument/2006/relationships/slideLayout" Target="../slideLayouts/slideLayout101.xml"/><Relationship Id="rId38" Type="http://schemas.openxmlformats.org/officeDocument/2006/relationships/slideLayout" Target="../slideLayouts/slideLayout106.xml"/><Relationship Id="rId46" Type="http://schemas.openxmlformats.org/officeDocument/2006/relationships/slideLayout" Target="../slideLayouts/slideLayout114.xml"/><Relationship Id="rId59" Type="http://schemas.openxmlformats.org/officeDocument/2006/relationships/slideLayout" Target="../slideLayouts/slideLayout127.xml"/><Relationship Id="rId20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109.xml"/><Relationship Id="rId54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28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104.xml"/><Relationship Id="rId49" Type="http://schemas.openxmlformats.org/officeDocument/2006/relationships/slideLayout" Target="../slideLayouts/slideLayout117.xml"/><Relationship Id="rId57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99.xml"/><Relationship Id="rId44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20.xml"/><Relationship Id="rId6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FCE16-7C06-4F1C-B022-4D0D1A4B7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7461504" cy="5303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5D7FB-693A-45DC-8B41-73D676C37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31136"/>
            <a:ext cx="7461504" cy="39410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52091-C22B-4666-9A9A-70C796733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364224"/>
            <a:ext cx="6400800" cy="11105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buNone/>
              <a:defRPr lang="en-US" sz="700" i="1" kern="1200" spc="2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3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0" r:id="rId2"/>
    <p:sldLayoutId id="2147483664" r:id="rId3"/>
    <p:sldLayoutId id="2147483695" r:id="rId4"/>
    <p:sldLayoutId id="2147483669" r:id="rId5"/>
    <p:sldLayoutId id="2147483688" r:id="rId6"/>
    <p:sldLayoutId id="2147483666" r:id="rId7"/>
    <p:sldLayoutId id="2147483696" r:id="rId8"/>
    <p:sldLayoutId id="2147483667" r:id="rId9"/>
    <p:sldLayoutId id="214748369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690" r:id="rId16"/>
    <p:sldLayoutId id="2147483737" r:id="rId17"/>
    <p:sldLayoutId id="2147483738" r:id="rId18"/>
    <p:sldLayoutId id="2147483739" r:id="rId19"/>
    <p:sldLayoutId id="2147483655" r:id="rId20"/>
    <p:sldLayoutId id="2147483682" r:id="rId21"/>
    <p:sldLayoutId id="2147483675" r:id="rId22"/>
    <p:sldLayoutId id="2147483727" r:id="rId23"/>
    <p:sldLayoutId id="2147483717" r:id="rId24"/>
    <p:sldLayoutId id="2147483728" r:id="rId25"/>
    <p:sldLayoutId id="2147483718" r:id="rId26"/>
    <p:sldLayoutId id="2147483729" r:id="rId27"/>
    <p:sldLayoutId id="2147483719" r:id="rId28"/>
    <p:sldLayoutId id="2147483730" r:id="rId29"/>
    <p:sldLayoutId id="2147483720" r:id="rId30"/>
    <p:sldLayoutId id="2147483731" r:id="rId31"/>
    <p:sldLayoutId id="2147483721" r:id="rId32"/>
    <p:sldLayoutId id="2147483732" r:id="rId33"/>
    <p:sldLayoutId id="2147483693" r:id="rId34"/>
    <p:sldLayoutId id="2147483684" r:id="rId35"/>
    <p:sldLayoutId id="2147483701" r:id="rId36"/>
    <p:sldLayoutId id="2147483702" r:id="rId37"/>
    <p:sldLayoutId id="2147483703" r:id="rId38"/>
    <p:sldLayoutId id="2147483704" r:id="rId39"/>
    <p:sldLayoutId id="2147483685" r:id="rId40"/>
    <p:sldLayoutId id="2147483697" r:id="rId41"/>
    <p:sldLayoutId id="2147483735" r:id="rId42"/>
    <p:sldLayoutId id="2147483698" r:id="rId43"/>
    <p:sldLayoutId id="2147483699" r:id="rId44"/>
    <p:sldLayoutId id="2147483700" r:id="rId45"/>
    <p:sldLayoutId id="2147483736" r:id="rId46"/>
    <p:sldLayoutId id="2147483740" r:id="rId47"/>
    <p:sldLayoutId id="2147483733" r:id="rId48"/>
    <p:sldLayoutId id="2147483651" r:id="rId49"/>
    <p:sldLayoutId id="2147483734" r:id="rId50"/>
    <p:sldLayoutId id="2147483679" r:id="rId51"/>
    <p:sldLayoutId id="2147483678" r:id="rId52"/>
    <p:sldLayoutId id="2147483680" r:id="rId53"/>
    <p:sldLayoutId id="2147483660" r:id="rId54"/>
    <p:sldLayoutId id="2147483649" r:id="rId55"/>
    <p:sldLayoutId id="2147483670" r:id="rId56"/>
    <p:sldLayoutId id="2147483741" r:id="rId57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900"/>
        </a:spcAft>
        <a:buFont typeface="Arial" panose="020B0604020202020204" pitchFamily="34" charset="0"/>
        <a:buChar char="​"/>
        <a:defRPr lang="en-US" sz="1100" kern="1200" dirty="0" smtClean="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Black" panose="020B0A04020102020204" pitchFamily="34" charset="0"/>
        <a:buChar char="+"/>
        <a:defRPr sz="1000" b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283464" indent="-10972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900" b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900"/>
        </a:spcAft>
        <a:buFont typeface="Arial" panose="020B0604020202020204" pitchFamily="34" charset="0"/>
        <a:buChar char="​"/>
        <a:defRPr sz="1400" b="1" kern="1200">
          <a:solidFill>
            <a:schemeClr val="accent3"/>
          </a:solidFill>
          <a:latin typeface="Arial" panose="020B0604020202020204" pitchFamily="34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900"/>
        </a:spcAft>
        <a:buFont typeface="Arial" panose="020B0604020202020204" pitchFamily="34" charset="0"/>
        <a:buChar char="​"/>
        <a:defRPr sz="1200" b="1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b="1" kern="1200">
          <a:solidFill>
            <a:schemeClr val="accent5"/>
          </a:solidFill>
          <a:latin typeface="Arial" panose="020B06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i="1" kern="1200">
          <a:solidFill>
            <a:schemeClr val="bg2"/>
          </a:solidFill>
          <a:latin typeface="Arial" panose="020B0604020202020204" pitchFamily="34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b="0" kern="1200">
          <a:solidFill>
            <a:schemeClr val="accent3"/>
          </a:solidFill>
          <a:latin typeface="Arial" panose="020B0604020202020204" pitchFamily="34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72">
          <p15:clr>
            <a:srgbClr val="5ACBF0"/>
          </p15:clr>
        </p15:guide>
        <p15:guide id="2" pos="576">
          <p15:clr>
            <a:srgbClr val="5ACBF0"/>
          </p15:clr>
        </p15:guide>
        <p15:guide id="3" orient="horz" pos="3888">
          <p15:clr>
            <a:srgbClr val="5ACBF0"/>
          </p15:clr>
        </p15:guide>
        <p15:guide id="5" orient="horz" pos="432">
          <p15:clr>
            <a:srgbClr val="5ACBF0"/>
          </p15:clr>
        </p15:guide>
        <p15:guide id="7" pos="7104">
          <p15:clr>
            <a:srgbClr val="5ACBF0"/>
          </p15:clr>
        </p15:guide>
        <p15:guide id="8" pos="6912">
          <p15:clr>
            <a:srgbClr val="A4A3A4"/>
          </p15:clr>
        </p15:guide>
        <p15:guide id="9" pos="6528">
          <p15:clr>
            <a:srgbClr val="A4A3A4"/>
          </p15:clr>
        </p15:guide>
        <p15:guide id="10" pos="6336">
          <p15:clr>
            <a:srgbClr val="A4A3A4"/>
          </p15:clr>
        </p15:guide>
        <p15:guide id="11" pos="5952">
          <p15:clr>
            <a:srgbClr val="A4A3A4"/>
          </p15:clr>
        </p15:guide>
        <p15:guide id="12" pos="5760">
          <p15:clr>
            <a:srgbClr val="A4A3A4"/>
          </p15:clr>
        </p15:guide>
        <p15:guide id="13" pos="5376">
          <p15:clr>
            <a:srgbClr val="A4A3A4"/>
          </p15:clr>
        </p15:guide>
        <p15:guide id="14" pos="5184">
          <p15:clr>
            <a:srgbClr val="A4A3A4"/>
          </p15:clr>
        </p15:guide>
        <p15:guide id="15" pos="4800">
          <p15:clr>
            <a:srgbClr val="A4A3A4"/>
          </p15:clr>
        </p15:guide>
        <p15:guide id="16" pos="4608">
          <p15:clr>
            <a:srgbClr val="A4A3A4"/>
          </p15:clr>
        </p15:guide>
        <p15:guide id="17" pos="4224">
          <p15:clr>
            <a:srgbClr val="A4A3A4"/>
          </p15:clr>
        </p15:guide>
        <p15:guide id="18" pos="4032">
          <p15:clr>
            <a:srgbClr val="A4A3A4"/>
          </p15:clr>
        </p15:guide>
        <p15:guide id="19" pos="3648">
          <p15:clr>
            <a:srgbClr val="A4A3A4"/>
          </p15:clr>
        </p15:guide>
        <p15:guide id="20" pos="3456">
          <p15:clr>
            <a:srgbClr val="A4A3A4"/>
          </p15:clr>
        </p15:guide>
        <p15:guide id="21" pos="3072">
          <p15:clr>
            <a:srgbClr val="A4A3A4"/>
          </p15:clr>
        </p15:guide>
        <p15:guide id="22" pos="2880">
          <p15:clr>
            <a:srgbClr val="A4A3A4"/>
          </p15:clr>
        </p15:guide>
        <p15:guide id="23" pos="2496">
          <p15:clr>
            <a:srgbClr val="A4A3A4"/>
          </p15:clr>
        </p15:guide>
        <p15:guide id="24" pos="2304">
          <p15:clr>
            <a:srgbClr val="A4A3A4"/>
          </p15:clr>
        </p15:guide>
        <p15:guide id="25" pos="1920">
          <p15:clr>
            <a:srgbClr val="A4A3A4"/>
          </p15:clr>
        </p15:guide>
        <p15:guide id="26" pos="1728">
          <p15:clr>
            <a:srgbClr val="A4A3A4"/>
          </p15:clr>
        </p15:guide>
        <p15:guide id="27" pos="1344">
          <p15:clr>
            <a:srgbClr val="A4A3A4"/>
          </p15:clr>
        </p15:guide>
        <p15:guide id="28" pos="1152">
          <p15:clr>
            <a:srgbClr val="A4A3A4"/>
          </p15:clr>
        </p15:guide>
        <p15:guide id="29" pos="768">
          <p15:clr>
            <a:srgbClr val="A4A3A4"/>
          </p15:clr>
        </p15:guide>
        <p15:guide id="30" orient="horz" pos="1056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BC531-D466-B75B-BC76-5D257A7E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A8FEE-61E0-6926-4028-EFEA7956D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EFC15-47DF-AAD2-C1AD-E25AE9167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602DD54E-C1F1-4887-AE83-618052421D35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BF8A4-2DC5-8015-496E-A64E69444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0A5C6-8891-9901-E2FD-06138AA9D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35E0FF39-7477-4D7E-9C6D-C2D0C45C7E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5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FCE16-7C06-4F1C-B022-4D0D1A4B7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5800"/>
            <a:ext cx="7461504" cy="5303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5D7FB-693A-45DC-8B41-73D676C37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31136"/>
            <a:ext cx="7461504" cy="39410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52091-C22B-4666-9A9A-70C796733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364224"/>
            <a:ext cx="6400800" cy="11105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buNone/>
              <a:defRPr lang="en-US" sz="700" i="1" kern="1200" spc="2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3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59" r:id="rId17"/>
    <p:sldLayoutId id="2147483760" r:id="rId18"/>
    <p:sldLayoutId id="2147483761" r:id="rId19"/>
    <p:sldLayoutId id="2147483762" r:id="rId20"/>
    <p:sldLayoutId id="2147483763" r:id="rId21"/>
    <p:sldLayoutId id="2147483764" r:id="rId22"/>
    <p:sldLayoutId id="2147483765" r:id="rId23"/>
    <p:sldLayoutId id="2147483766" r:id="rId24"/>
    <p:sldLayoutId id="2147483767" r:id="rId25"/>
    <p:sldLayoutId id="2147483768" r:id="rId26"/>
    <p:sldLayoutId id="2147483769" r:id="rId27"/>
    <p:sldLayoutId id="2147483770" r:id="rId28"/>
    <p:sldLayoutId id="2147483771" r:id="rId29"/>
    <p:sldLayoutId id="2147483772" r:id="rId30"/>
    <p:sldLayoutId id="2147483773" r:id="rId31"/>
    <p:sldLayoutId id="2147483774" r:id="rId32"/>
    <p:sldLayoutId id="2147483775" r:id="rId33"/>
    <p:sldLayoutId id="2147483776" r:id="rId34"/>
    <p:sldLayoutId id="2147483777" r:id="rId35"/>
    <p:sldLayoutId id="2147483778" r:id="rId36"/>
    <p:sldLayoutId id="2147483779" r:id="rId37"/>
    <p:sldLayoutId id="2147483780" r:id="rId38"/>
    <p:sldLayoutId id="2147483781" r:id="rId39"/>
    <p:sldLayoutId id="2147483782" r:id="rId40"/>
    <p:sldLayoutId id="2147483783" r:id="rId41"/>
    <p:sldLayoutId id="2147483784" r:id="rId42"/>
    <p:sldLayoutId id="2147483785" r:id="rId43"/>
    <p:sldLayoutId id="2147483786" r:id="rId44"/>
    <p:sldLayoutId id="2147483787" r:id="rId45"/>
    <p:sldLayoutId id="2147483788" r:id="rId46"/>
    <p:sldLayoutId id="2147483789" r:id="rId47"/>
    <p:sldLayoutId id="2147483790" r:id="rId48"/>
    <p:sldLayoutId id="2147483791" r:id="rId49"/>
    <p:sldLayoutId id="2147483792" r:id="rId50"/>
    <p:sldLayoutId id="2147483793" r:id="rId51"/>
    <p:sldLayoutId id="2147483794" r:id="rId52"/>
    <p:sldLayoutId id="2147483795" r:id="rId53"/>
    <p:sldLayoutId id="2147483796" r:id="rId54"/>
    <p:sldLayoutId id="2147483797" r:id="rId55"/>
    <p:sldLayoutId id="2147483798" r:id="rId56"/>
    <p:sldLayoutId id="2147483799" r:id="rId57"/>
    <p:sldLayoutId id="2147483800" r:id="rId58"/>
    <p:sldLayoutId id="2147483801" r:id="rId59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900"/>
        </a:spcAft>
        <a:buFont typeface="Arial" panose="020B0604020202020204" pitchFamily="34" charset="0"/>
        <a:buChar char="​"/>
        <a:defRPr lang="en-US" sz="1100" kern="1200" dirty="0" smtClean="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accent1"/>
        </a:buClr>
        <a:buFont typeface="Arial Black" panose="020B0A04020102020204" pitchFamily="34" charset="0"/>
        <a:buChar char="+"/>
        <a:defRPr sz="1000" b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2pPr>
      <a:lvl3pPr marL="283464" indent="-10972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900" b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900"/>
        </a:spcAft>
        <a:buFont typeface="Arial" panose="020B0604020202020204" pitchFamily="34" charset="0"/>
        <a:buChar char="​"/>
        <a:defRPr sz="1400" b="1" kern="1200">
          <a:solidFill>
            <a:schemeClr val="accent3"/>
          </a:solidFill>
          <a:latin typeface="Arial" panose="020B0604020202020204" pitchFamily="34" charset="0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900"/>
        </a:spcAft>
        <a:buFont typeface="Arial" panose="020B0604020202020204" pitchFamily="34" charset="0"/>
        <a:buChar char="​"/>
        <a:defRPr sz="1200" b="1" i="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​"/>
        <a:defRPr sz="1400" b="1" kern="1200">
          <a:solidFill>
            <a:schemeClr val="accent5"/>
          </a:solidFill>
          <a:latin typeface="Arial" panose="020B0604020202020204" pitchFamily="34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i="1" kern="1200">
          <a:solidFill>
            <a:schemeClr val="bg2"/>
          </a:solidFill>
          <a:latin typeface="Arial" panose="020B0604020202020204" pitchFamily="34" charset="0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b="0" kern="1200">
          <a:solidFill>
            <a:schemeClr val="accent3"/>
          </a:solidFill>
          <a:latin typeface="Arial" panose="020B0604020202020204" pitchFamily="34" charset="0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800" kern="1200">
          <a:solidFill>
            <a:schemeClr val="tx2"/>
          </a:solidFill>
          <a:latin typeface="Arial" panose="020B0604020202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72">
          <p15:clr>
            <a:srgbClr val="5ACBF0"/>
          </p15:clr>
        </p15:guide>
        <p15:guide id="2" pos="576">
          <p15:clr>
            <a:srgbClr val="5ACBF0"/>
          </p15:clr>
        </p15:guide>
        <p15:guide id="3" orient="horz" pos="3888">
          <p15:clr>
            <a:srgbClr val="5ACBF0"/>
          </p15:clr>
        </p15:guide>
        <p15:guide id="5" orient="horz" pos="432">
          <p15:clr>
            <a:srgbClr val="5ACBF0"/>
          </p15:clr>
        </p15:guide>
        <p15:guide id="7" pos="7104">
          <p15:clr>
            <a:srgbClr val="5ACBF0"/>
          </p15:clr>
        </p15:guide>
        <p15:guide id="8" pos="6912">
          <p15:clr>
            <a:srgbClr val="A4A3A4"/>
          </p15:clr>
        </p15:guide>
        <p15:guide id="9" pos="6528">
          <p15:clr>
            <a:srgbClr val="A4A3A4"/>
          </p15:clr>
        </p15:guide>
        <p15:guide id="10" pos="6336">
          <p15:clr>
            <a:srgbClr val="A4A3A4"/>
          </p15:clr>
        </p15:guide>
        <p15:guide id="11" pos="5952">
          <p15:clr>
            <a:srgbClr val="A4A3A4"/>
          </p15:clr>
        </p15:guide>
        <p15:guide id="12" pos="5760">
          <p15:clr>
            <a:srgbClr val="A4A3A4"/>
          </p15:clr>
        </p15:guide>
        <p15:guide id="13" pos="5376">
          <p15:clr>
            <a:srgbClr val="A4A3A4"/>
          </p15:clr>
        </p15:guide>
        <p15:guide id="14" pos="5184">
          <p15:clr>
            <a:srgbClr val="A4A3A4"/>
          </p15:clr>
        </p15:guide>
        <p15:guide id="15" pos="4800">
          <p15:clr>
            <a:srgbClr val="A4A3A4"/>
          </p15:clr>
        </p15:guide>
        <p15:guide id="16" pos="4608">
          <p15:clr>
            <a:srgbClr val="A4A3A4"/>
          </p15:clr>
        </p15:guide>
        <p15:guide id="17" pos="4224">
          <p15:clr>
            <a:srgbClr val="A4A3A4"/>
          </p15:clr>
        </p15:guide>
        <p15:guide id="18" pos="4032">
          <p15:clr>
            <a:srgbClr val="A4A3A4"/>
          </p15:clr>
        </p15:guide>
        <p15:guide id="19" pos="3648">
          <p15:clr>
            <a:srgbClr val="A4A3A4"/>
          </p15:clr>
        </p15:guide>
        <p15:guide id="20" pos="3456">
          <p15:clr>
            <a:srgbClr val="A4A3A4"/>
          </p15:clr>
        </p15:guide>
        <p15:guide id="21" pos="3072">
          <p15:clr>
            <a:srgbClr val="A4A3A4"/>
          </p15:clr>
        </p15:guide>
        <p15:guide id="22" pos="2880">
          <p15:clr>
            <a:srgbClr val="A4A3A4"/>
          </p15:clr>
        </p15:guide>
        <p15:guide id="23" pos="2496">
          <p15:clr>
            <a:srgbClr val="A4A3A4"/>
          </p15:clr>
        </p15:guide>
        <p15:guide id="24" pos="2304">
          <p15:clr>
            <a:srgbClr val="A4A3A4"/>
          </p15:clr>
        </p15:guide>
        <p15:guide id="25" pos="1920">
          <p15:clr>
            <a:srgbClr val="A4A3A4"/>
          </p15:clr>
        </p15:guide>
        <p15:guide id="26" pos="1728">
          <p15:clr>
            <a:srgbClr val="A4A3A4"/>
          </p15:clr>
        </p15:guide>
        <p15:guide id="27" pos="1344">
          <p15:clr>
            <a:srgbClr val="A4A3A4"/>
          </p15:clr>
        </p15:guide>
        <p15:guide id="28" pos="1152">
          <p15:clr>
            <a:srgbClr val="A4A3A4"/>
          </p15:clr>
        </p15:guide>
        <p15:guide id="29" pos="768">
          <p15:clr>
            <a:srgbClr val="A4A3A4"/>
          </p15:clr>
        </p15:guide>
        <p15:guide id="30" orient="horz" pos="1056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Master>
</file>

<file path=ppt/theme/theme1.xml><?xml version="1.0" encoding="utf-8"?>
<a:theme xmlns:a="http://schemas.openxmlformats.org/drawingml/2006/main" name="Slidedoc Theme 1">
  <a:themeElements>
    <a:clrScheme name="HousingTrustFund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C522C"/>
      </a:accent1>
      <a:accent2>
        <a:srgbClr val="BACDB0"/>
      </a:accent2>
      <a:accent3>
        <a:srgbClr val="445F51"/>
      </a:accent3>
      <a:accent4>
        <a:srgbClr val="E6DBDE"/>
      </a:accent4>
      <a:accent5>
        <a:srgbClr val="92828D"/>
      </a:accent5>
      <a:accent6>
        <a:srgbClr val="593D3B"/>
      </a:accent6>
      <a:hlink>
        <a:srgbClr val="7A89C2"/>
      </a:hlink>
      <a:folHlink>
        <a:srgbClr val="F38375"/>
      </a:folHlink>
    </a:clrScheme>
    <a:fontScheme name="Custom 28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40000"/>
            <a:lumOff val="60000"/>
          </a:schemeClr>
        </a:solidFill>
        <a:ln cap="rnd">
          <a:noFill/>
          <a:round/>
        </a:ln>
      </a:spPr>
      <a:bodyPr rtlCol="0" anchor="ctr"/>
      <a:lstStyle>
        <a:defPPr marL="0" algn="ctr">
          <a:spcAft>
            <a:spcPts val="900"/>
          </a:spcAft>
          <a:buFont typeface="Arial" panose="020B0604020202020204" pitchFamily="34" charset="0"/>
          <a:buChar char="​"/>
          <a:defRPr sz="1600" b="1" baseline="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chemeClr val="bg2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10000"/>
          </a:lnSpc>
          <a:spcBef>
            <a:spcPts val="600"/>
          </a:spcBef>
          <a:spcAft>
            <a:spcPts val="900"/>
          </a:spcAft>
          <a:defRPr sz="11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Slidedoc Theme 1">
  <a:themeElements>
    <a:clrScheme name="Custom 2">
      <a:dk1>
        <a:sysClr val="windowText" lastClr="000000"/>
      </a:dk1>
      <a:lt1>
        <a:sysClr val="window" lastClr="FFFFFF"/>
      </a:lt1>
      <a:dk2>
        <a:srgbClr val="361D2E"/>
      </a:dk2>
      <a:lt2>
        <a:srgbClr val="B9EEF9"/>
      </a:lt2>
      <a:accent1>
        <a:srgbClr val="0F532C"/>
      </a:accent1>
      <a:accent2>
        <a:srgbClr val="DEE7D9"/>
      </a:accent2>
      <a:accent3>
        <a:srgbClr val="6A947E"/>
      </a:accent3>
      <a:accent4>
        <a:srgbClr val="E6DBDE"/>
      </a:accent4>
      <a:accent5>
        <a:srgbClr val="92828D"/>
      </a:accent5>
      <a:accent6>
        <a:srgbClr val="593D3B"/>
      </a:accent6>
      <a:hlink>
        <a:srgbClr val="7A89C2"/>
      </a:hlink>
      <a:folHlink>
        <a:srgbClr val="F38375"/>
      </a:folHlink>
    </a:clrScheme>
    <a:fontScheme name="Custom 28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40000"/>
            <a:lumOff val="60000"/>
          </a:schemeClr>
        </a:solidFill>
        <a:ln cap="rnd">
          <a:noFill/>
          <a:round/>
        </a:ln>
      </a:spPr>
      <a:bodyPr rtlCol="0" anchor="ctr"/>
      <a:lstStyle>
        <a:defPPr marL="0" algn="ctr">
          <a:spcAft>
            <a:spcPts val="900"/>
          </a:spcAft>
          <a:buFont typeface="Arial" panose="020B0604020202020204" pitchFamily="34" charset="0"/>
          <a:buChar char="​"/>
          <a:defRPr sz="1600" b="1" baseline="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chemeClr val="bg2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10000"/>
          </a:lnSpc>
          <a:spcBef>
            <a:spcPts val="600"/>
          </a:spcBef>
          <a:spcAft>
            <a:spcPts val="900"/>
          </a:spcAft>
          <a:defRPr sz="11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fa18f4-d9ab-4599-ab86-0da7272b1cf6" xsi:nil="true"/>
    <lcf76f155ced4ddcb4097134ff3c332f xmlns="0ab5c981-1859-48bf-8546-530d026ccd2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6006886ADBAD46A0D0126DA01558CB" ma:contentTypeVersion="11" ma:contentTypeDescription="Create a new document." ma:contentTypeScope="" ma:versionID="2f015f6cc2e2b5cf338e46fd39fd2ec1">
  <xsd:schema xmlns:xsd="http://www.w3.org/2001/XMLSchema" xmlns:xs="http://www.w3.org/2001/XMLSchema" xmlns:p="http://schemas.microsoft.com/office/2006/metadata/properties" xmlns:ns2="0ab5c981-1859-48bf-8546-530d026ccd2d" xmlns:ns3="dafa18f4-d9ab-4599-ab86-0da7272b1cf6" targetNamespace="http://schemas.microsoft.com/office/2006/metadata/properties" ma:root="true" ma:fieldsID="d1d6f2e19d666875ce1130cc97228dee" ns2:_="" ns3:_="">
    <xsd:import namespace="0ab5c981-1859-48bf-8546-530d026ccd2d"/>
    <xsd:import namespace="dafa18f4-d9ab-4599-ab86-0da7272b1c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b5c981-1859-48bf-8546-530d026ccd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97a59c5-3b2f-4257-ad90-89af6aa108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a18f4-d9ab-4599-ab86-0da7272b1cf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60bb7701-e41c-4a6a-81e1-21ec305c2cc8}" ma:internalName="TaxCatchAll" ma:showField="CatchAllData" ma:web="dafa18f4-d9ab-4599-ab86-0da7272b1c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8BEE4F-3E0A-4E61-BE83-A93298BE49C7}">
  <ds:schemaRefs>
    <ds:schemaRef ds:uri="http://schemas.microsoft.com/office/2006/metadata/properties"/>
    <ds:schemaRef ds:uri="http://schemas.openxmlformats.org/package/2006/metadata/core-properties"/>
    <ds:schemaRef ds:uri="0ab5c981-1859-48bf-8546-530d026ccd2d"/>
    <ds:schemaRef ds:uri="dafa18f4-d9ab-4599-ab86-0da7272b1cf6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B76644B-E46C-4166-AD98-D581DA1E3645}">
  <ds:schemaRefs>
    <ds:schemaRef ds:uri="0ab5c981-1859-48bf-8546-530d026ccd2d"/>
    <ds:schemaRef ds:uri="dafa18f4-d9ab-4599-ab86-0da7272b1cf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B5A29AB-D8AD-4711-8FDE-40C3C50931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14648</TotalTime>
  <Words>8627</Words>
  <Application>Microsoft Office PowerPoint</Application>
  <PresentationFormat>Widescreen</PresentationFormat>
  <Paragraphs>1228</Paragraphs>
  <Slides>82</Slides>
  <Notes>65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82</vt:i4>
      </vt:variant>
    </vt:vector>
  </HeadingPairs>
  <TitlesOfParts>
    <vt:vector size="92" baseType="lpstr">
      <vt:lpstr>Aptos</vt:lpstr>
      <vt:lpstr>Aptos Narrow</vt:lpstr>
      <vt:lpstr>Aptos SemiBold</vt:lpstr>
      <vt:lpstr>Arial</vt:lpstr>
      <vt:lpstr>Arial Black</vt:lpstr>
      <vt:lpstr>Montserrat</vt:lpstr>
      <vt:lpstr>Wingdings</vt:lpstr>
      <vt:lpstr>Slidedoc Theme 1</vt:lpstr>
      <vt:lpstr>Custom Design</vt:lpstr>
      <vt:lpstr>1_Slidedoc Theme 1</vt:lpstr>
      <vt:lpstr>PowerPoint Presentation</vt:lpstr>
      <vt:lpstr>Demographics</vt:lpstr>
      <vt:lpstr>Demographics</vt:lpstr>
      <vt:lpstr>Economics</vt:lpstr>
      <vt:lpstr>Economics</vt:lpstr>
      <vt:lpstr>PowerPoint Presentation</vt:lpstr>
      <vt:lpstr>Demographic Analysis </vt:lpstr>
      <vt:lpstr>Economic Analysis </vt:lpstr>
      <vt:lpstr>PowerPoint Presentation</vt:lpstr>
      <vt:lpstr>Sandy Springs</vt:lpstr>
      <vt:lpstr>Sandy Springs</vt:lpstr>
      <vt:lpstr>Sandy Springs</vt:lpstr>
      <vt:lpstr>Sandy Springs</vt:lpstr>
      <vt:lpstr>Sandy Springs</vt:lpstr>
      <vt:lpstr>Sandy Springs</vt:lpstr>
      <vt:lpstr>PowerPoint Presentation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Economic Analysis</vt:lpstr>
      <vt:lpstr>Economic Analysis</vt:lpstr>
      <vt:lpstr>Economic Analysis</vt:lpstr>
      <vt:lpstr>Economic Analysis</vt:lpstr>
      <vt:lpstr>Economic Analysis</vt:lpstr>
      <vt:lpstr>Economic Analysis</vt:lpstr>
      <vt:lpstr>PowerPoint Presentation</vt:lpstr>
      <vt:lpstr>Sandy Springs</vt:lpstr>
      <vt:lpstr>Sandy Springs</vt:lpstr>
      <vt:lpstr>Sandy Springs</vt:lpstr>
      <vt:lpstr>Sandy Springs</vt:lpstr>
      <vt:lpstr>RESIDENTIAL REAL ESTATE INVENTORY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PowerPoint Presentation</vt:lpstr>
      <vt:lpstr>COMMERCIAL REAL ESTATE INVENTORY</vt:lpstr>
      <vt:lpstr>REAL ESTATE OVERVIEW</vt:lpstr>
      <vt:lpstr>DEVELOPMENT PATTERNS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Sandy Springs</vt:lpstr>
      <vt:lpstr>PowerPoint Presentation</vt:lpstr>
      <vt:lpstr>PowerPoint Presentation</vt:lpstr>
      <vt:lpstr>PowerPoint Presentation</vt:lpstr>
      <vt:lpstr>Tenure Mix</vt:lpstr>
      <vt:lpstr>Inventory Change</vt:lpstr>
      <vt:lpstr>Affordability Index by Tenure</vt:lpstr>
      <vt:lpstr>PowerPoint Presentation</vt:lpstr>
      <vt:lpstr>Household Size </vt:lpstr>
      <vt:lpstr>Incomes</vt:lpstr>
      <vt:lpstr>PowerPoint Presentation</vt:lpstr>
      <vt:lpstr>PowerPoint Presentation</vt:lpstr>
      <vt:lpstr>PowerPoint Presentation</vt:lpstr>
      <vt:lpstr>PowerPoint Presentation</vt:lpstr>
      <vt:lpstr>New Rental Home Construction*</vt:lpstr>
      <vt:lpstr>PowerPoint Presentation</vt:lpstr>
      <vt:lpstr>PowerPoint Presentation</vt:lpstr>
      <vt:lpstr>PowerPoint Presentation</vt:lpstr>
      <vt:lpstr>PowerPoint Presentation</vt:lpstr>
      <vt:lpstr>Sandy Springs</vt:lpstr>
      <vt:lpstr>Sandy Springs</vt:lpstr>
      <vt:lpstr>Sandy Springs</vt:lpstr>
    </vt:vector>
  </TitlesOfParts>
  <Manager/>
  <Company>Duarte Design</Company>
  <LinksUpToDate>false</LinksUpToDate>
  <SharedDoc>false</SharedDoc>
  <HyperlinkBase>www.duarte.com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 Advisory Group</dc:title>
  <dc:subject>Slidedoc, DataStory</dc:subject>
  <dc:creator>Duarte, Inc.</dc:creator>
  <cp:keywords/>
  <dc:description/>
  <cp:lastModifiedBy>Trevor Butler</cp:lastModifiedBy>
  <cp:revision>1</cp:revision>
  <dcterms:created xsi:type="dcterms:W3CDTF">2019-09-03T21:24:03Z</dcterms:created>
  <dcterms:modified xsi:type="dcterms:W3CDTF">2026-07-20T11:01:25Z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6354047</vt:lpwstr>
  </property>
  <property fmtid="{D5CDD505-2E9C-101B-9397-08002B2CF9AE}" pid="3" name="NXPowerLiteSettings">
    <vt:lpwstr>C9000AA0054001</vt:lpwstr>
  </property>
  <property fmtid="{D5CDD505-2E9C-101B-9397-08002B2CF9AE}" pid="4" name="NXPowerLiteVersion">
    <vt:lpwstr>D7.1.14</vt:lpwstr>
  </property>
  <property fmtid="{D5CDD505-2E9C-101B-9397-08002B2CF9AE}" pid="5" name="ContentTypeId">
    <vt:lpwstr>0x010100EA6006886ADBAD46A0D0126DA01558CB</vt:lpwstr>
  </property>
  <property fmtid="{D5CDD505-2E9C-101B-9397-08002B2CF9AE}" pid="6" name="Order">
    <vt:lpwstr>4600.00000000000</vt:lpwstr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lpwstr/>
  </property>
  <property fmtid="{D5CDD505-2E9C-101B-9397-08002B2CF9AE}" pid="13" name="MediaServiceImageTags">
    <vt:lpwstr/>
  </property>
  <property fmtid="{D5CDD505-2E9C-101B-9397-08002B2CF9AE}" pid="14" name="SharedWithUsers">
    <vt:lpwstr>21;#Ken Bleakly</vt:lpwstr>
  </property>
</Properties>
</file>